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4.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35.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36.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37.xml" ContentType="application/vnd.openxmlformats-officedocument.drawingml.chart+xml"/>
  <Override PartName="/ppt/charts/style37.xml" ContentType="application/vnd.ms-office.chartstyle+xml"/>
  <Override PartName="/ppt/charts/colors37.xml" ContentType="application/vnd.ms-office.chartcolorstyle+xml"/>
  <Override PartName="/ppt/charts/chart38.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39.xml" ContentType="application/vnd.openxmlformats-officedocument.drawingml.chart+xml"/>
  <Override PartName="/ppt/charts/style39.xml" ContentType="application/vnd.ms-office.chartstyle+xml"/>
  <Override PartName="/ppt/charts/colors39.xml" ContentType="application/vnd.ms-office.chartcolorstyle+xml"/>
  <Override PartName="/ppt/charts/chart40.xml" ContentType="application/vnd.openxmlformats-officedocument.drawingml.chart+xml"/>
  <Override PartName="/ppt/charts/style40.xml" ContentType="application/vnd.ms-office.chartstyle+xml"/>
  <Override PartName="/ppt/charts/colors40.xml" ContentType="application/vnd.ms-office.chartcolorstyle+xml"/>
  <Override PartName="/ppt/charts/chart41.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42.xml" ContentType="application/vnd.openxmlformats-officedocument.drawingml.chart+xml"/>
  <Override PartName="/ppt/charts/style42.xml" ContentType="application/vnd.ms-office.chartstyle+xml"/>
  <Override PartName="/ppt/charts/colors42.xml" ContentType="application/vnd.ms-office.chartcolorstyle+xml"/>
  <Override PartName="/ppt/charts/chart43.xml" ContentType="application/vnd.openxmlformats-officedocument.drawingml.chart+xml"/>
  <Override PartName="/ppt/charts/style43.xml" ContentType="application/vnd.ms-office.chartstyle+xml"/>
  <Override PartName="/ppt/charts/colors43.xml" ContentType="application/vnd.ms-office.chartcolorstyle+xml"/>
  <Override PartName="/ppt/charts/chart44.xml" ContentType="application/vnd.openxmlformats-officedocument.drawingml.chart+xml"/>
  <Override PartName="/ppt/charts/style44.xml" ContentType="application/vnd.ms-office.chartstyle+xml"/>
  <Override PartName="/ppt/charts/colors44.xml" ContentType="application/vnd.ms-office.chartcolorstyle+xml"/>
  <Override PartName="/ppt/charts/chart45.xml" ContentType="application/vnd.openxmlformats-officedocument.drawingml.chart+xml"/>
  <Override PartName="/ppt/charts/style45.xml" ContentType="application/vnd.ms-office.chartstyle+xml"/>
  <Override PartName="/ppt/charts/colors45.xml" ContentType="application/vnd.ms-office.chartcolorstyle+xml"/>
  <Override PartName="/ppt/charts/chart46.xml" ContentType="application/vnd.openxmlformats-officedocument.drawingml.chart+xml"/>
  <Override PartName="/ppt/charts/style46.xml" ContentType="application/vnd.ms-office.chartstyle+xml"/>
  <Override PartName="/ppt/charts/colors46.xml" ContentType="application/vnd.ms-office.chartcolorstyle+xml"/>
  <Override PartName="/ppt/charts/chart47.xml" ContentType="application/vnd.openxmlformats-officedocument.drawingml.chart+xml"/>
  <Override PartName="/ppt/charts/style47.xml" ContentType="application/vnd.ms-office.chartstyle+xml"/>
  <Override PartName="/ppt/charts/colors47.xml" ContentType="application/vnd.ms-office.chartcolorstyle+xml"/>
  <Override PartName="/ppt/charts/chart48.xml" ContentType="application/vnd.openxmlformats-officedocument.drawingml.chart+xml"/>
  <Override PartName="/ppt/charts/style48.xml" ContentType="application/vnd.ms-office.chartstyle+xml"/>
  <Override PartName="/ppt/charts/colors48.xml" ContentType="application/vnd.ms-office.chartcolorstyle+xml"/>
  <Override PartName="/ppt/charts/chart49.xml" ContentType="application/vnd.openxmlformats-officedocument.drawingml.chart+xml"/>
  <Override PartName="/ppt/charts/style49.xml" ContentType="application/vnd.ms-office.chartstyle+xml"/>
  <Override PartName="/ppt/charts/colors49.xml" ContentType="application/vnd.ms-office.chartcolorstyle+xml"/>
  <Override PartName="/ppt/charts/chart50.xml" ContentType="application/vnd.openxmlformats-officedocument.drawingml.chart+xml"/>
  <Override PartName="/ppt/charts/style50.xml" ContentType="application/vnd.ms-office.chartstyle+xml"/>
  <Override PartName="/ppt/charts/colors50.xml" ContentType="application/vnd.ms-office.chartcolorstyle+xml"/>
  <Override PartName="/ppt/charts/chart51.xml" ContentType="application/vnd.openxmlformats-officedocument.drawingml.chart+xml"/>
  <Override PartName="/ppt/charts/style51.xml" ContentType="application/vnd.ms-office.chartstyle+xml"/>
  <Override PartName="/ppt/charts/colors51.xml" ContentType="application/vnd.ms-office.chartcolorstyle+xml"/>
  <Override PartName="/ppt/charts/chart52.xml" ContentType="application/vnd.openxmlformats-officedocument.drawingml.chart+xml"/>
  <Override PartName="/ppt/charts/style52.xml" ContentType="application/vnd.ms-office.chartstyle+xml"/>
  <Override PartName="/ppt/charts/colors52.xml" ContentType="application/vnd.ms-office.chartcolorstyle+xml"/>
  <Override PartName="/ppt/charts/chart53.xml" ContentType="application/vnd.openxmlformats-officedocument.drawingml.chart+xml"/>
  <Override PartName="/ppt/charts/style53.xml" ContentType="application/vnd.ms-office.chartstyle+xml"/>
  <Override PartName="/ppt/charts/colors53.xml" ContentType="application/vnd.ms-office.chartcolorstyle+xml"/>
  <Override PartName="/ppt/charts/chart54.xml" ContentType="application/vnd.openxmlformats-officedocument.drawingml.chart+xml"/>
  <Override PartName="/ppt/charts/style54.xml" ContentType="application/vnd.ms-office.chartstyle+xml"/>
  <Override PartName="/ppt/charts/colors54.xml" ContentType="application/vnd.ms-office.chartcolorstyle+xml"/>
  <Override PartName="/ppt/charts/chart55.xml" ContentType="application/vnd.openxmlformats-officedocument.drawingml.chart+xml"/>
  <Override PartName="/ppt/charts/style55.xml" ContentType="application/vnd.ms-office.chartstyle+xml"/>
  <Override PartName="/ppt/charts/colors55.xml" ContentType="application/vnd.ms-office.chartcolorstyle+xml"/>
  <Override PartName="/ppt/charts/chart56.xml" ContentType="application/vnd.openxmlformats-officedocument.drawingml.chart+xml"/>
  <Override PartName="/ppt/charts/style56.xml" ContentType="application/vnd.ms-office.chartstyle+xml"/>
  <Override PartName="/ppt/charts/colors56.xml" ContentType="application/vnd.ms-office.chartcolorstyle+xml"/>
  <Override PartName="/ppt/charts/chart57.xml" ContentType="application/vnd.openxmlformats-officedocument.drawingml.chart+xml"/>
  <Override PartName="/ppt/charts/style57.xml" ContentType="application/vnd.ms-office.chartstyle+xml"/>
  <Override PartName="/ppt/charts/colors57.xml" ContentType="application/vnd.ms-office.chartcolorstyle+xml"/>
  <Override PartName="/ppt/charts/chart58.xml" ContentType="application/vnd.openxmlformats-officedocument.drawingml.chart+xml"/>
  <Override PartName="/ppt/charts/style58.xml" ContentType="application/vnd.ms-office.chartstyle+xml"/>
  <Override PartName="/ppt/charts/colors58.xml" ContentType="application/vnd.ms-office.chartcolorstyle+xml"/>
  <Override PartName="/ppt/charts/chart59.xml" ContentType="application/vnd.openxmlformats-officedocument.drawingml.chart+xml"/>
  <Override PartName="/ppt/charts/style59.xml" ContentType="application/vnd.ms-office.chartstyle+xml"/>
  <Override PartName="/ppt/charts/colors59.xml" ContentType="application/vnd.ms-office.chartcolorstyle+xml"/>
  <Override PartName="/ppt/charts/chart60.xml" ContentType="application/vnd.openxmlformats-officedocument.drawingml.chart+xml"/>
  <Override PartName="/ppt/charts/style60.xml" ContentType="application/vnd.ms-office.chartstyle+xml"/>
  <Override PartName="/ppt/charts/colors60.xml" ContentType="application/vnd.ms-office.chartcolorstyle+xml"/>
  <Override PartName="/ppt/charts/chart61.xml" ContentType="application/vnd.openxmlformats-officedocument.drawingml.chart+xml"/>
  <Override PartName="/ppt/charts/style61.xml" ContentType="application/vnd.ms-office.chartstyle+xml"/>
  <Override PartName="/ppt/charts/colors61.xml" ContentType="application/vnd.ms-office.chartcolorstyle+xml"/>
  <Override PartName="/ppt/charts/chart62.xml" ContentType="application/vnd.openxmlformats-officedocument.drawingml.chart+xml"/>
  <Override PartName="/ppt/charts/style62.xml" ContentType="application/vnd.ms-office.chartstyle+xml"/>
  <Override PartName="/ppt/charts/colors62.xml" ContentType="application/vnd.ms-office.chartcolorstyle+xml"/>
  <Override PartName="/ppt/charts/chart63.xml" ContentType="application/vnd.openxmlformats-officedocument.drawingml.chart+xml"/>
  <Override PartName="/ppt/charts/style63.xml" ContentType="application/vnd.ms-office.chartstyle+xml"/>
  <Override PartName="/ppt/charts/colors63.xml" ContentType="application/vnd.ms-office.chartcolorstyle+xml"/>
  <Override PartName="/ppt/charts/chart64.xml" ContentType="application/vnd.openxmlformats-officedocument.drawingml.chart+xml"/>
  <Override PartName="/ppt/charts/style64.xml" ContentType="application/vnd.ms-office.chartstyle+xml"/>
  <Override PartName="/ppt/charts/colors64.xml" ContentType="application/vnd.ms-office.chartcolorstyle+xml"/>
  <Override PartName="/ppt/charts/chart65.xml" ContentType="application/vnd.openxmlformats-officedocument.drawingml.chart+xml"/>
  <Override PartName="/ppt/charts/style65.xml" ContentType="application/vnd.ms-office.chartstyle+xml"/>
  <Override PartName="/ppt/charts/colors65.xml" ContentType="application/vnd.ms-office.chartcolorstyle+xml"/>
  <Override PartName="/ppt/charts/chart66.xml" ContentType="application/vnd.openxmlformats-officedocument.drawingml.chart+xml"/>
  <Override PartName="/ppt/charts/style66.xml" ContentType="application/vnd.ms-office.chartstyle+xml"/>
  <Override PartName="/ppt/charts/colors66.xml" ContentType="application/vnd.ms-office.chartcolorstyle+xml"/>
  <Override PartName="/ppt/charts/chart67.xml" ContentType="application/vnd.openxmlformats-officedocument.drawingml.chart+xml"/>
  <Override PartName="/ppt/charts/style67.xml" ContentType="application/vnd.ms-office.chartstyle+xml"/>
  <Override PartName="/ppt/charts/colors67.xml" ContentType="application/vnd.ms-office.chartcolorstyle+xml"/>
  <Override PartName="/ppt/charts/chart68.xml" ContentType="application/vnd.openxmlformats-officedocument.drawingml.chart+xml"/>
  <Override PartName="/ppt/charts/style68.xml" ContentType="application/vnd.ms-office.chartstyle+xml"/>
  <Override PartName="/ppt/charts/colors68.xml" ContentType="application/vnd.ms-office.chartcolorstyle+xml"/>
  <Override PartName="/ppt/charts/chart69.xml" ContentType="application/vnd.openxmlformats-officedocument.drawingml.chart+xml"/>
  <Override PartName="/ppt/charts/style69.xml" ContentType="application/vnd.ms-office.chartstyle+xml"/>
  <Override PartName="/ppt/charts/colors69.xml" ContentType="application/vnd.ms-office.chartcolorstyle+xml"/>
  <Override PartName="/ppt/charts/chart70.xml" ContentType="application/vnd.openxmlformats-officedocument.drawingml.chart+xml"/>
  <Override PartName="/ppt/charts/style70.xml" ContentType="application/vnd.ms-office.chartstyle+xml"/>
  <Override PartName="/ppt/charts/colors70.xml" ContentType="application/vnd.ms-office.chartcolorstyle+xml"/>
  <Override PartName="/ppt/charts/chart71.xml" ContentType="application/vnd.openxmlformats-officedocument.drawingml.chart+xml"/>
  <Override PartName="/ppt/charts/style71.xml" ContentType="application/vnd.ms-office.chartstyle+xml"/>
  <Override PartName="/ppt/charts/colors71.xml" ContentType="application/vnd.ms-office.chartcolorstyle+xml"/>
  <Override PartName="/ppt/charts/chart72.xml" ContentType="application/vnd.openxmlformats-officedocument.drawingml.chart+xml"/>
  <Override PartName="/ppt/charts/style72.xml" ContentType="application/vnd.ms-office.chartstyle+xml"/>
  <Override PartName="/ppt/charts/colors72.xml" ContentType="application/vnd.ms-office.chartcolorstyle+xml"/>
  <Override PartName="/ppt/charts/chart73.xml" ContentType="application/vnd.openxmlformats-officedocument.drawingml.chart+xml"/>
  <Override PartName="/ppt/charts/style73.xml" ContentType="application/vnd.ms-office.chartstyle+xml"/>
  <Override PartName="/ppt/charts/colors73.xml" ContentType="application/vnd.ms-office.chartcolorstyle+xml"/>
  <Override PartName="/ppt/charts/chart74.xml" ContentType="application/vnd.openxmlformats-officedocument.drawingml.chart+xml"/>
  <Override PartName="/ppt/charts/style74.xml" ContentType="application/vnd.ms-office.chartstyle+xml"/>
  <Override PartName="/ppt/charts/colors74.xml" ContentType="application/vnd.ms-office.chartcolorstyle+xml"/>
  <Override PartName="/ppt/charts/chart75.xml" ContentType="application/vnd.openxmlformats-officedocument.drawingml.chart+xml"/>
  <Override PartName="/ppt/charts/style75.xml" ContentType="application/vnd.ms-office.chartstyle+xml"/>
  <Override PartName="/ppt/charts/colors75.xml" ContentType="application/vnd.ms-office.chartcolorstyle+xml"/>
  <Override PartName="/ppt/charts/chart76.xml" ContentType="application/vnd.openxmlformats-officedocument.drawingml.chart+xml"/>
  <Override PartName="/ppt/charts/style76.xml" ContentType="application/vnd.ms-office.chartstyle+xml"/>
  <Override PartName="/ppt/charts/colors76.xml" ContentType="application/vnd.ms-office.chartcolorstyle+xml"/>
  <Override PartName="/ppt/charts/chart77.xml" ContentType="application/vnd.openxmlformats-officedocument.drawingml.chart+xml"/>
  <Override PartName="/ppt/charts/style77.xml" ContentType="application/vnd.ms-office.chartstyle+xml"/>
  <Override PartName="/ppt/charts/colors77.xml" ContentType="application/vnd.ms-office.chartcolorstyle+xml"/>
  <Override PartName="/ppt/charts/chart78.xml" ContentType="application/vnd.openxmlformats-officedocument.drawingml.chart+xml"/>
  <Override PartName="/ppt/charts/style78.xml" ContentType="application/vnd.ms-office.chartstyle+xml"/>
  <Override PartName="/ppt/charts/colors78.xml" ContentType="application/vnd.ms-office.chartcolorstyle+xml"/>
  <Override PartName="/ppt/charts/chart79.xml" ContentType="application/vnd.openxmlformats-officedocument.drawingml.chart+xml"/>
  <Override PartName="/ppt/charts/style79.xml" ContentType="application/vnd.ms-office.chartstyle+xml"/>
  <Override PartName="/ppt/charts/colors79.xml" ContentType="application/vnd.ms-office.chartcolorstyle+xml"/>
  <Override PartName="/ppt/charts/chart80.xml" ContentType="application/vnd.openxmlformats-officedocument.drawingml.chart+xml"/>
  <Override PartName="/ppt/charts/style80.xml" ContentType="application/vnd.ms-office.chartstyle+xml"/>
  <Override PartName="/ppt/charts/colors80.xml" ContentType="application/vnd.ms-office.chartcolorstyle+xml"/>
  <Override PartName="/ppt/charts/chart81.xml" ContentType="application/vnd.openxmlformats-officedocument.drawingml.chart+xml"/>
  <Override PartName="/ppt/charts/style81.xml" ContentType="application/vnd.ms-office.chartstyle+xml"/>
  <Override PartName="/ppt/charts/colors81.xml" ContentType="application/vnd.ms-office.chartcolorstyle+xml"/>
  <Override PartName="/ppt/charts/chart82.xml" ContentType="application/vnd.openxmlformats-officedocument.drawingml.chart+xml"/>
  <Override PartName="/ppt/charts/style82.xml" ContentType="application/vnd.ms-office.chartstyle+xml"/>
  <Override PartName="/ppt/charts/colors82.xml" ContentType="application/vnd.ms-office.chartcolorstyle+xml"/>
  <Override PartName="/ppt/charts/chart83.xml" ContentType="application/vnd.openxmlformats-officedocument.drawingml.chart+xml"/>
  <Override PartName="/ppt/charts/style83.xml" ContentType="application/vnd.ms-office.chartstyle+xml"/>
  <Override PartName="/ppt/charts/colors83.xml" ContentType="application/vnd.ms-office.chartcolorstyle+xml"/>
  <Override PartName="/ppt/charts/chart84.xml" ContentType="application/vnd.openxmlformats-officedocument.drawingml.chart+xml"/>
  <Override PartName="/ppt/charts/style84.xml" ContentType="application/vnd.ms-office.chartstyle+xml"/>
  <Override PartName="/ppt/charts/colors84.xml" ContentType="application/vnd.ms-office.chartcolorstyle+xml"/>
  <Override PartName="/ppt/charts/chart85.xml" ContentType="application/vnd.openxmlformats-officedocument.drawingml.chart+xml"/>
  <Override PartName="/ppt/charts/style85.xml" ContentType="application/vnd.ms-office.chartstyle+xml"/>
  <Override PartName="/ppt/charts/colors85.xml" ContentType="application/vnd.ms-office.chartcolorstyle+xml"/>
  <Override PartName="/ppt/charts/chart86.xml" ContentType="application/vnd.openxmlformats-officedocument.drawingml.chart+xml"/>
  <Override PartName="/ppt/charts/style86.xml" ContentType="application/vnd.ms-office.chartstyle+xml"/>
  <Override PartName="/ppt/charts/colors86.xml" ContentType="application/vnd.ms-office.chartcolorstyle+xml"/>
  <Override PartName="/ppt/charts/chart87.xml" ContentType="application/vnd.openxmlformats-officedocument.drawingml.chart+xml"/>
  <Override PartName="/ppt/charts/style87.xml" ContentType="application/vnd.ms-office.chartstyle+xml"/>
  <Override PartName="/ppt/charts/colors87.xml" ContentType="application/vnd.ms-office.chartcolorstyle+xml"/>
  <Override PartName="/ppt/charts/chart88.xml" ContentType="application/vnd.openxmlformats-officedocument.drawingml.chart+xml"/>
  <Override PartName="/ppt/charts/style88.xml" ContentType="application/vnd.ms-office.chartstyle+xml"/>
  <Override PartName="/ppt/charts/colors88.xml" ContentType="application/vnd.ms-office.chartcolorstyle+xml"/>
  <Override PartName="/ppt/charts/chart89.xml" ContentType="application/vnd.openxmlformats-officedocument.drawingml.chart+xml"/>
  <Override PartName="/ppt/charts/style89.xml" ContentType="application/vnd.ms-office.chartstyle+xml"/>
  <Override PartName="/ppt/charts/colors89.xml" ContentType="application/vnd.ms-office.chartcolorstyle+xml"/>
  <Override PartName="/ppt/charts/chart90.xml" ContentType="application/vnd.openxmlformats-officedocument.drawingml.chart+xml"/>
  <Override PartName="/ppt/charts/style90.xml" ContentType="application/vnd.ms-office.chartstyle+xml"/>
  <Override PartName="/ppt/charts/colors90.xml" ContentType="application/vnd.ms-office.chartcolorstyle+xml"/>
  <Override PartName="/ppt/charts/chart91.xml" ContentType="application/vnd.openxmlformats-officedocument.drawingml.chart+xml"/>
  <Override PartName="/ppt/charts/style91.xml" ContentType="application/vnd.ms-office.chartstyle+xml"/>
  <Override PartName="/ppt/charts/colors91.xml" ContentType="application/vnd.ms-office.chartcolorstyle+xml"/>
  <Override PartName="/ppt/charts/chart92.xml" ContentType="application/vnd.openxmlformats-officedocument.drawingml.chart+xml"/>
  <Override PartName="/ppt/charts/style92.xml" ContentType="application/vnd.ms-office.chartstyle+xml"/>
  <Override PartName="/ppt/charts/colors92.xml" ContentType="application/vnd.ms-office.chartcolorstyle+xml"/>
  <Override PartName="/ppt/charts/chart93.xml" ContentType="application/vnd.openxmlformats-officedocument.drawingml.chart+xml"/>
  <Override PartName="/ppt/charts/style93.xml" ContentType="application/vnd.ms-office.chartstyle+xml"/>
  <Override PartName="/ppt/charts/colors9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1" r:id="rId3"/>
    <p:sldId id="344" r:id="rId4"/>
    <p:sldId id="265" r:id="rId5"/>
    <p:sldId id="343" r:id="rId6"/>
    <p:sldId id="262" r:id="rId7"/>
    <p:sldId id="319" r:id="rId8"/>
    <p:sldId id="350" r:id="rId9"/>
    <p:sldId id="333" r:id="rId10"/>
    <p:sldId id="348" r:id="rId11"/>
    <p:sldId id="329" r:id="rId12"/>
    <p:sldId id="313" r:id="rId13"/>
    <p:sldId id="278" r:id="rId14"/>
    <p:sldId id="273" r:id="rId15"/>
    <p:sldId id="346" r:id="rId16"/>
    <p:sldId id="309" r:id="rId17"/>
    <p:sldId id="289" r:id="rId18"/>
    <p:sldId id="334" r:id="rId19"/>
    <p:sldId id="276" r:id="rId20"/>
    <p:sldId id="351" r:id="rId21"/>
    <p:sldId id="267" r:id="rId22"/>
    <p:sldId id="275" r:id="rId23"/>
    <p:sldId id="294" r:id="rId24"/>
    <p:sldId id="307" r:id="rId25"/>
    <p:sldId id="332" r:id="rId26"/>
    <p:sldId id="347" r:id="rId27"/>
    <p:sldId id="293" r:id="rId28"/>
    <p:sldId id="330" r:id="rId29"/>
    <p:sldId id="277" r:id="rId30"/>
    <p:sldId id="331" r:id="rId31"/>
    <p:sldId id="314" r:id="rId32"/>
    <p:sldId id="340" r:id="rId33"/>
    <p:sldId id="286" r:id="rId34"/>
    <p:sldId id="280" r:id="rId35"/>
    <p:sldId id="282" r:id="rId36"/>
    <p:sldId id="259" r:id="rId37"/>
    <p:sldId id="281" r:id="rId38"/>
    <p:sldId id="310" r:id="rId39"/>
    <p:sldId id="311" r:id="rId40"/>
    <p:sldId id="349" r:id="rId41"/>
    <p:sldId id="352" r:id="rId42"/>
  </p:sldIdLst>
  <p:sldSz cx="12192000" cy="6858000"/>
  <p:notesSz cx="6858000" cy="9144000"/>
  <p:defaultTextStyle>
    <a:defPPr>
      <a:defRPr lang="ru-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6C2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40" autoAdjust="0"/>
    <p:restoredTop sz="94660"/>
  </p:normalViewPr>
  <p:slideViewPr>
    <p:cSldViewPr snapToGrid="0">
      <p:cViewPr varScale="1">
        <p:scale>
          <a:sx n="127" d="100"/>
          <a:sy n="127" d="100"/>
        </p:scale>
        <p:origin x="144" y="82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charts/_rels/chart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microsoft.com/office/2011/relationships/chartColorStyle" Target="colors1.xml"/><Relationship Id="rId1" Type="http://schemas.microsoft.com/office/2011/relationships/chartStyle" Target="style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package" Target="../embeddings/Microsoft_Excel_Worksheet.xlsx"/><Relationship Id="rId4" Type="http://schemas.openxmlformats.org/officeDocument/2006/relationships/image" Target="../media/image2.png"/><Relationship Id="rId9" Type="http://schemas.openxmlformats.org/officeDocument/2006/relationships/image" Target="../media/image7.png"/></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microsoft.com/office/2011/relationships/chartColorStyle" Target="colors6.xml"/><Relationship Id="rId1" Type="http://schemas.microsoft.com/office/2011/relationships/chartStyle" Target="style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microsoft.com/office/2011/relationships/chartColorStyle" Target="colors7.xml"/><Relationship Id="rId1" Type="http://schemas.microsoft.com/office/2011/relationships/chartStyle" Target="style7.xml"/><Relationship Id="rId6" Type="http://schemas.openxmlformats.org/officeDocument/2006/relationships/image" Target="../media/image17.png"/><Relationship Id="rId11" Type="http://schemas.openxmlformats.org/officeDocument/2006/relationships/package" Target="../embeddings/Microsoft_Excel_Worksheet6.xlsx"/><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charts/_rels/chart8.xml.rels><?xml version="1.0" encoding="UTF-8" standalone="yes"?>
<Relationships xmlns="http://schemas.openxmlformats.org/package/2006/relationships"><Relationship Id="rId3" Type="http://schemas.openxmlformats.org/officeDocument/2006/relationships/image" Target="../media/image22.png"/><Relationship Id="rId2" Type="http://schemas.microsoft.com/office/2011/relationships/chartColorStyle" Target="colors8.xml"/><Relationship Id="rId1" Type="http://schemas.microsoft.com/office/2011/relationships/chartStyle" Target="style8.xml"/><Relationship Id="rId5" Type="http://schemas.openxmlformats.org/officeDocument/2006/relationships/package" Target="../embeddings/Microsoft_Excel_Worksheet7.xlsx"/><Relationship Id="rId4" Type="http://schemas.openxmlformats.org/officeDocument/2006/relationships/image" Target="../media/image23.png"/></Relationships>
</file>

<file path=ppt/charts/_rels/chart9.xml.rels><?xml version="1.0" encoding="UTF-8" standalone="yes"?>
<Relationships xmlns="http://schemas.openxmlformats.org/package/2006/relationships"><Relationship Id="rId3" Type="http://schemas.openxmlformats.org/officeDocument/2006/relationships/image" Target="../media/image22.png"/><Relationship Id="rId2" Type="http://schemas.microsoft.com/office/2011/relationships/chartColorStyle" Target="colors9.xml"/><Relationship Id="rId1" Type="http://schemas.microsoft.com/office/2011/relationships/chartStyle" Target="style9.xml"/><Relationship Id="rId5" Type="http://schemas.openxmlformats.org/officeDocument/2006/relationships/package" Target="../embeddings/Microsoft_Excel_Worksheet8.xlsx"/><Relationship Id="rId4" Type="http://schemas.openxmlformats.org/officeDocument/2006/relationships/image" Target="../media/image24.png"/></Relationships>
</file>

<file path=ppt/charts/_rels/chart10.xml.rels><?xml version="1.0" encoding="UTF-8" standalone="yes"?>
<Relationships xmlns="http://schemas.openxmlformats.org/package/2006/relationships"><Relationship Id="rId3" Type="http://schemas.openxmlformats.org/officeDocument/2006/relationships/image" Target="../media/image22.png"/><Relationship Id="rId2" Type="http://schemas.microsoft.com/office/2011/relationships/chartColorStyle" Target="colors10.xml"/><Relationship Id="rId1" Type="http://schemas.microsoft.com/office/2011/relationships/chartStyle" Target="style10.xml"/><Relationship Id="rId5" Type="http://schemas.openxmlformats.org/officeDocument/2006/relationships/package" Target="../embeddings/Microsoft_Excel_Worksheet9.xlsx"/><Relationship Id="rId4" Type="http://schemas.openxmlformats.org/officeDocument/2006/relationships/image" Target="../media/image25.png"/></Relationships>
</file>

<file path=ppt/charts/_rels/chart1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microsoft.com/office/2011/relationships/chartColorStyle" Target="colors11.xml"/><Relationship Id="rId1" Type="http://schemas.microsoft.com/office/2011/relationships/chartStyle" Target="style1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microsoft.com/office/2011/relationships/chartColorStyle" Target="colors21.xml"/><Relationship Id="rId1" Type="http://schemas.microsoft.com/office/2011/relationships/chartStyle" Target="style21.xml"/><Relationship Id="rId6" Type="http://schemas.openxmlformats.org/officeDocument/2006/relationships/image" Target="../media/image35.png"/><Relationship Id="rId11" Type="http://schemas.openxmlformats.org/officeDocument/2006/relationships/package" Target="../embeddings/Microsoft_Excel_Worksheet20.xlsx"/><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31.xml"/><Relationship Id="rId1" Type="http://schemas.microsoft.com/office/2011/relationships/chartStyle" Target="style31.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32.xml"/><Relationship Id="rId1" Type="http://schemas.microsoft.com/office/2011/relationships/chartStyle" Target="style32.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33.xml"/><Relationship Id="rId1" Type="http://schemas.microsoft.com/office/2011/relationships/chartStyle" Target="style33.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34.xml"/><Relationship Id="rId1" Type="http://schemas.microsoft.com/office/2011/relationships/chartStyle" Target="style34.xml"/></Relationships>
</file>

<file path=ppt/charts/_rels/chart35.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35.xml"/><Relationship Id="rId1" Type="http://schemas.microsoft.com/office/2011/relationships/chartStyle" Target="style35.xml"/></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35.xlsx"/><Relationship Id="rId2" Type="http://schemas.microsoft.com/office/2011/relationships/chartColorStyle" Target="colors36.xml"/><Relationship Id="rId1" Type="http://schemas.microsoft.com/office/2011/relationships/chartStyle" Target="style36.xm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36.xlsx"/><Relationship Id="rId2" Type="http://schemas.microsoft.com/office/2011/relationships/chartColorStyle" Target="colors37.xml"/><Relationship Id="rId1" Type="http://schemas.microsoft.com/office/2011/relationships/chartStyle" Target="style37.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38.xml"/><Relationship Id="rId1" Type="http://schemas.microsoft.com/office/2011/relationships/chartStyle" Target="style38.xml"/></Relationships>
</file>

<file path=ppt/charts/_rels/chart39.xml.rels><?xml version="1.0" encoding="UTF-8" standalone="yes"?>
<Relationships xmlns="http://schemas.openxmlformats.org/package/2006/relationships"><Relationship Id="rId3" Type="http://schemas.openxmlformats.org/officeDocument/2006/relationships/package" Target="../embeddings/Microsoft_Excel_Worksheet38.xlsx"/><Relationship Id="rId2" Type="http://schemas.microsoft.com/office/2011/relationships/chartColorStyle" Target="colors39.xml"/><Relationship Id="rId1" Type="http://schemas.microsoft.com/office/2011/relationships/chartStyle" Target="style39.xml"/></Relationships>
</file>

<file path=ppt/charts/_rels/chart40.xml.rels><?xml version="1.0" encoding="UTF-8" standalone="yes"?>
<Relationships xmlns="http://schemas.openxmlformats.org/package/2006/relationships"><Relationship Id="rId3" Type="http://schemas.openxmlformats.org/officeDocument/2006/relationships/package" Target="../embeddings/Microsoft_Excel_Worksheet39.xlsx"/><Relationship Id="rId2" Type="http://schemas.microsoft.com/office/2011/relationships/chartColorStyle" Target="colors40.xml"/><Relationship Id="rId1" Type="http://schemas.microsoft.com/office/2011/relationships/chartStyle" Target="style40.xml"/></Relationships>
</file>

<file path=ppt/charts/_rels/chart41.xml.rels><?xml version="1.0" encoding="UTF-8" standalone="yes"?>
<Relationships xmlns="http://schemas.openxmlformats.org/package/2006/relationships"><Relationship Id="rId3" Type="http://schemas.openxmlformats.org/officeDocument/2006/relationships/package" Target="../embeddings/Microsoft_Excel_Worksheet40.xlsx"/><Relationship Id="rId2" Type="http://schemas.microsoft.com/office/2011/relationships/chartColorStyle" Target="colors41.xml"/><Relationship Id="rId1" Type="http://schemas.microsoft.com/office/2011/relationships/chartStyle" Target="style41.xml"/></Relationships>
</file>

<file path=ppt/charts/_rels/chart42.xml.rels><?xml version="1.0" encoding="UTF-8" standalone="yes"?>
<Relationships xmlns="http://schemas.openxmlformats.org/package/2006/relationships"><Relationship Id="rId3" Type="http://schemas.openxmlformats.org/officeDocument/2006/relationships/package" Target="../embeddings/Microsoft_Excel_Worksheet41.xlsx"/><Relationship Id="rId2" Type="http://schemas.microsoft.com/office/2011/relationships/chartColorStyle" Target="colors42.xml"/><Relationship Id="rId1" Type="http://schemas.microsoft.com/office/2011/relationships/chartStyle" Target="style42.xml"/></Relationships>
</file>

<file path=ppt/charts/_rels/chart43.xml.rels><?xml version="1.0" encoding="UTF-8" standalone="yes"?>
<Relationships xmlns="http://schemas.openxmlformats.org/package/2006/relationships"><Relationship Id="rId3" Type="http://schemas.openxmlformats.org/officeDocument/2006/relationships/package" Target="../embeddings/Microsoft_Excel_Worksheet42.xlsx"/><Relationship Id="rId2" Type="http://schemas.microsoft.com/office/2011/relationships/chartColorStyle" Target="colors43.xml"/><Relationship Id="rId1" Type="http://schemas.microsoft.com/office/2011/relationships/chartStyle" Target="style43.xml"/></Relationships>
</file>

<file path=ppt/charts/_rels/chart44.xml.rels><?xml version="1.0" encoding="UTF-8" standalone="yes"?>
<Relationships xmlns="http://schemas.openxmlformats.org/package/2006/relationships"><Relationship Id="rId3" Type="http://schemas.openxmlformats.org/officeDocument/2006/relationships/package" Target="../embeddings/Microsoft_Excel_Worksheet43.xlsx"/><Relationship Id="rId2" Type="http://schemas.microsoft.com/office/2011/relationships/chartColorStyle" Target="colors44.xml"/><Relationship Id="rId1" Type="http://schemas.microsoft.com/office/2011/relationships/chartStyle" Target="style44.xml"/></Relationships>
</file>

<file path=ppt/charts/_rels/chart45.xml.rels><?xml version="1.0" encoding="UTF-8" standalone="yes"?>
<Relationships xmlns="http://schemas.openxmlformats.org/package/2006/relationships"><Relationship Id="rId3" Type="http://schemas.openxmlformats.org/officeDocument/2006/relationships/package" Target="../embeddings/Microsoft_Excel_Worksheet44.xlsx"/><Relationship Id="rId2" Type="http://schemas.microsoft.com/office/2011/relationships/chartColorStyle" Target="colors45.xml"/><Relationship Id="rId1" Type="http://schemas.microsoft.com/office/2011/relationships/chartStyle" Target="style45.xml"/></Relationships>
</file>

<file path=ppt/charts/_rels/chart46.xml.rels><?xml version="1.0" encoding="UTF-8" standalone="yes"?>
<Relationships xmlns="http://schemas.openxmlformats.org/package/2006/relationships"><Relationship Id="rId3" Type="http://schemas.openxmlformats.org/officeDocument/2006/relationships/package" Target="../embeddings/Microsoft_Excel_Worksheet45.xlsx"/><Relationship Id="rId2" Type="http://schemas.microsoft.com/office/2011/relationships/chartColorStyle" Target="colors46.xml"/><Relationship Id="rId1" Type="http://schemas.microsoft.com/office/2011/relationships/chartStyle" Target="style46.xml"/></Relationships>
</file>

<file path=ppt/charts/_rels/chart47.xml.rels><?xml version="1.0" encoding="UTF-8" standalone="yes"?>
<Relationships xmlns="http://schemas.openxmlformats.org/package/2006/relationships"><Relationship Id="rId3" Type="http://schemas.openxmlformats.org/officeDocument/2006/relationships/package" Target="../embeddings/Microsoft_Excel_Worksheet46.xlsx"/><Relationship Id="rId2" Type="http://schemas.microsoft.com/office/2011/relationships/chartColorStyle" Target="colors47.xml"/><Relationship Id="rId1" Type="http://schemas.microsoft.com/office/2011/relationships/chartStyle" Target="style47.xml"/></Relationships>
</file>

<file path=ppt/charts/_rels/chart48.xml.rels><?xml version="1.0" encoding="UTF-8" standalone="yes"?>
<Relationships xmlns="http://schemas.openxmlformats.org/package/2006/relationships"><Relationship Id="rId3" Type="http://schemas.openxmlformats.org/officeDocument/2006/relationships/package" Target="../embeddings/Microsoft_Excel_Worksheet47.xlsx"/><Relationship Id="rId2" Type="http://schemas.microsoft.com/office/2011/relationships/chartColorStyle" Target="colors48.xml"/><Relationship Id="rId1" Type="http://schemas.microsoft.com/office/2011/relationships/chartStyle" Target="style48.xml"/></Relationships>
</file>

<file path=ppt/charts/_rels/chart49.xml.rels><?xml version="1.0" encoding="UTF-8" standalone="yes"?>
<Relationships xmlns="http://schemas.openxmlformats.org/package/2006/relationships"><Relationship Id="rId3" Type="http://schemas.openxmlformats.org/officeDocument/2006/relationships/package" Target="../embeddings/Microsoft_Excel_Worksheet48.xlsx"/><Relationship Id="rId2" Type="http://schemas.microsoft.com/office/2011/relationships/chartColorStyle" Target="colors49.xml"/><Relationship Id="rId1" Type="http://schemas.microsoft.com/office/2011/relationships/chartStyle" Target="style49.xml"/></Relationships>
</file>

<file path=ppt/charts/_rels/chart50.xml.rels><?xml version="1.0" encoding="UTF-8" standalone="yes"?>
<Relationships xmlns="http://schemas.openxmlformats.org/package/2006/relationships"><Relationship Id="rId3" Type="http://schemas.openxmlformats.org/officeDocument/2006/relationships/package" Target="../embeddings/Microsoft_Excel_Worksheet49.xlsx"/><Relationship Id="rId2" Type="http://schemas.microsoft.com/office/2011/relationships/chartColorStyle" Target="colors50.xml"/><Relationship Id="rId1" Type="http://schemas.microsoft.com/office/2011/relationships/chartStyle" Target="style50.xml"/></Relationships>
</file>

<file path=ppt/charts/_rels/chart51.xml.rels><?xml version="1.0" encoding="UTF-8" standalone="yes"?>
<Relationships xmlns="http://schemas.openxmlformats.org/package/2006/relationships"><Relationship Id="rId3" Type="http://schemas.openxmlformats.org/officeDocument/2006/relationships/package" Target="../embeddings/Microsoft_Excel_Worksheet50.xlsx"/><Relationship Id="rId2" Type="http://schemas.microsoft.com/office/2011/relationships/chartColorStyle" Target="colors51.xml"/><Relationship Id="rId1" Type="http://schemas.microsoft.com/office/2011/relationships/chartStyle" Target="style51.xml"/></Relationships>
</file>

<file path=ppt/charts/_rels/chart52.xml.rels><?xml version="1.0" encoding="UTF-8" standalone="yes"?>
<Relationships xmlns="http://schemas.openxmlformats.org/package/2006/relationships"><Relationship Id="rId3" Type="http://schemas.openxmlformats.org/officeDocument/2006/relationships/package" Target="../embeddings/Microsoft_Excel_Worksheet51.xlsx"/><Relationship Id="rId2" Type="http://schemas.microsoft.com/office/2011/relationships/chartColorStyle" Target="colors52.xml"/><Relationship Id="rId1" Type="http://schemas.microsoft.com/office/2011/relationships/chartStyle" Target="style52.xml"/></Relationships>
</file>

<file path=ppt/charts/_rels/chart53.xml.rels><?xml version="1.0" encoding="UTF-8" standalone="yes"?>
<Relationships xmlns="http://schemas.openxmlformats.org/package/2006/relationships"><Relationship Id="rId3" Type="http://schemas.openxmlformats.org/officeDocument/2006/relationships/package" Target="../embeddings/Microsoft_Excel_Worksheet52.xlsx"/><Relationship Id="rId2" Type="http://schemas.microsoft.com/office/2011/relationships/chartColorStyle" Target="colors53.xml"/><Relationship Id="rId1" Type="http://schemas.microsoft.com/office/2011/relationships/chartStyle" Target="style53.xml"/></Relationships>
</file>

<file path=ppt/charts/_rels/chart54.xml.rels><?xml version="1.0" encoding="UTF-8" standalone="yes"?>
<Relationships xmlns="http://schemas.openxmlformats.org/package/2006/relationships"><Relationship Id="rId3" Type="http://schemas.openxmlformats.org/officeDocument/2006/relationships/package" Target="../embeddings/Microsoft_Excel_Worksheet53.xlsx"/><Relationship Id="rId2" Type="http://schemas.microsoft.com/office/2011/relationships/chartColorStyle" Target="colors54.xml"/><Relationship Id="rId1" Type="http://schemas.microsoft.com/office/2011/relationships/chartStyle" Target="style54.xml"/></Relationships>
</file>

<file path=ppt/charts/_rels/chart55.xml.rels><?xml version="1.0" encoding="UTF-8" standalone="yes"?>
<Relationships xmlns="http://schemas.openxmlformats.org/package/2006/relationships"><Relationship Id="rId3" Type="http://schemas.openxmlformats.org/officeDocument/2006/relationships/package" Target="../embeddings/Microsoft_Excel_Worksheet54.xlsx"/><Relationship Id="rId2" Type="http://schemas.microsoft.com/office/2011/relationships/chartColorStyle" Target="colors55.xml"/><Relationship Id="rId1" Type="http://schemas.microsoft.com/office/2011/relationships/chartStyle" Target="style55.xml"/></Relationships>
</file>

<file path=ppt/charts/_rels/chart56.xml.rels><?xml version="1.0" encoding="UTF-8" standalone="yes"?>
<Relationships xmlns="http://schemas.openxmlformats.org/package/2006/relationships"><Relationship Id="rId3" Type="http://schemas.openxmlformats.org/officeDocument/2006/relationships/package" Target="../embeddings/Microsoft_Excel_Worksheet55.xlsx"/><Relationship Id="rId2" Type="http://schemas.microsoft.com/office/2011/relationships/chartColorStyle" Target="colors56.xml"/><Relationship Id="rId1" Type="http://schemas.microsoft.com/office/2011/relationships/chartStyle" Target="style56.xml"/></Relationships>
</file>

<file path=ppt/charts/_rels/chart57.xml.rels><?xml version="1.0" encoding="UTF-8" standalone="yes"?>
<Relationships xmlns="http://schemas.openxmlformats.org/package/2006/relationships"><Relationship Id="rId3" Type="http://schemas.openxmlformats.org/officeDocument/2006/relationships/package" Target="../embeddings/Microsoft_Excel_Worksheet56.xlsx"/><Relationship Id="rId2" Type="http://schemas.microsoft.com/office/2011/relationships/chartColorStyle" Target="colors57.xml"/><Relationship Id="rId1" Type="http://schemas.microsoft.com/office/2011/relationships/chartStyle" Target="style57.xml"/></Relationships>
</file>

<file path=ppt/charts/_rels/chart58.xml.rels><?xml version="1.0" encoding="UTF-8" standalone="yes"?>
<Relationships xmlns="http://schemas.openxmlformats.org/package/2006/relationships"><Relationship Id="rId3" Type="http://schemas.openxmlformats.org/officeDocument/2006/relationships/package" Target="../embeddings/Microsoft_Excel_Worksheet57.xlsx"/><Relationship Id="rId2" Type="http://schemas.microsoft.com/office/2011/relationships/chartColorStyle" Target="colors58.xml"/><Relationship Id="rId1" Type="http://schemas.microsoft.com/office/2011/relationships/chartStyle" Target="style58.xml"/></Relationships>
</file>

<file path=ppt/charts/_rels/chart59.xml.rels><?xml version="1.0" encoding="UTF-8" standalone="yes"?>
<Relationships xmlns="http://schemas.openxmlformats.org/package/2006/relationships"><Relationship Id="rId3" Type="http://schemas.openxmlformats.org/officeDocument/2006/relationships/package" Target="../embeddings/Microsoft_Excel_Worksheet58.xlsx"/><Relationship Id="rId2" Type="http://schemas.microsoft.com/office/2011/relationships/chartColorStyle" Target="colors59.xml"/><Relationship Id="rId1" Type="http://schemas.microsoft.com/office/2011/relationships/chartStyle" Target="style59.xml"/></Relationships>
</file>

<file path=ppt/charts/_rels/chart60.xml.rels><?xml version="1.0" encoding="UTF-8" standalone="yes"?>
<Relationships xmlns="http://schemas.openxmlformats.org/package/2006/relationships"><Relationship Id="rId3" Type="http://schemas.openxmlformats.org/officeDocument/2006/relationships/package" Target="../embeddings/Microsoft_Excel_Worksheet59.xlsx"/><Relationship Id="rId2" Type="http://schemas.microsoft.com/office/2011/relationships/chartColorStyle" Target="colors60.xml"/><Relationship Id="rId1" Type="http://schemas.microsoft.com/office/2011/relationships/chartStyle" Target="style60.xml"/></Relationships>
</file>

<file path=ppt/charts/_rels/chart61.xml.rels><?xml version="1.0" encoding="UTF-8" standalone="yes"?>
<Relationships xmlns="http://schemas.openxmlformats.org/package/2006/relationships"><Relationship Id="rId3" Type="http://schemas.openxmlformats.org/officeDocument/2006/relationships/package" Target="../embeddings/Microsoft_Excel_Worksheet60.xlsx"/><Relationship Id="rId2" Type="http://schemas.microsoft.com/office/2011/relationships/chartColorStyle" Target="colors61.xml"/><Relationship Id="rId1" Type="http://schemas.microsoft.com/office/2011/relationships/chartStyle" Target="style61.xml"/></Relationships>
</file>

<file path=ppt/charts/_rels/chart62.xml.rels><?xml version="1.0" encoding="UTF-8" standalone="yes"?>
<Relationships xmlns="http://schemas.openxmlformats.org/package/2006/relationships"><Relationship Id="rId3" Type="http://schemas.openxmlformats.org/officeDocument/2006/relationships/package" Target="../embeddings/Microsoft_Excel_Worksheet61.xlsx"/><Relationship Id="rId2" Type="http://schemas.microsoft.com/office/2011/relationships/chartColorStyle" Target="colors62.xml"/><Relationship Id="rId1" Type="http://schemas.microsoft.com/office/2011/relationships/chartStyle" Target="style62.xml"/></Relationships>
</file>

<file path=ppt/charts/_rels/chart63.xml.rels><?xml version="1.0" encoding="UTF-8" standalone="yes"?>
<Relationships xmlns="http://schemas.openxmlformats.org/package/2006/relationships"><Relationship Id="rId3" Type="http://schemas.openxmlformats.org/officeDocument/2006/relationships/package" Target="../embeddings/Microsoft_Excel_Worksheet62.xlsx"/><Relationship Id="rId2" Type="http://schemas.microsoft.com/office/2011/relationships/chartColorStyle" Target="colors63.xml"/><Relationship Id="rId1" Type="http://schemas.microsoft.com/office/2011/relationships/chartStyle" Target="style63.xml"/></Relationships>
</file>

<file path=ppt/charts/_rels/chart64.xml.rels><?xml version="1.0" encoding="UTF-8" standalone="yes"?>
<Relationships xmlns="http://schemas.openxmlformats.org/package/2006/relationships"><Relationship Id="rId3" Type="http://schemas.openxmlformats.org/officeDocument/2006/relationships/package" Target="../embeddings/Microsoft_Excel_Worksheet63.xlsx"/><Relationship Id="rId2" Type="http://schemas.microsoft.com/office/2011/relationships/chartColorStyle" Target="colors64.xml"/><Relationship Id="rId1" Type="http://schemas.microsoft.com/office/2011/relationships/chartStyle" Target="style64.xml"/></Relationships>
</file>

<file path=ppt/charts/_rels/chart65.xml.rels><?xml version="1.0" encoding="UTF-8" standalone="yes"?>
<Relationships xmlns="http://schemas.openxmlformats.org/package/2006/relationships"><Relationship Id="rId3" Type="http://schemas.openxmlformats.org/officeDocument/2006/relationships/package" Target="../embeddings/Microsoft_Excel_Worksheet64.xlsx"/><Relationship Id="rId2" Type="http://schemas.microsoft.com/office/2011/relationships/chartColorStyle" Target="colors65.xml"/><Relationship Id="rId1" Type="http://schemas.microsoft.com/office/2011/relationships/chartStyle" Target="style65.xml"/></Relationships>
</file>

<file path=ppt/charts/_rels/chart66.xml.rels><?xml version="1.0" encoding="UTF-8" standalone="yes"?>
<Relationships xmlns="http://schemas.openxmlformats.org/package/2006/relationships"><Relationship Id="rId3" Type="http://schemas.openxmlformats.org/officeDocument/2006/relationships/package" Target="../embeddings/Microsoft_Excel_Worksheet65.xlsx"/><Relationship Id="rId2" Type="http://schemas.microsoft.com/office/2011/relationships/chartColorStyle" Target="colors66.xml"/><Relationship Id="rId1" Type="http://schemas.microsoft.com/office/2011/relationships/chartStyle" Target="style66.xml"/></Relationships>
</file>

<file path=ppt/charts/_rels/chart67.xml.rels><?xml version="1.0" encoding="UTF-8" standalone="yes"?>
<Relationships xmlns="http://schemas.openxmlformats.org/package/2006/relationships"><Relationship Id="rId3" Type="http://schemas.openxmlformats.org/officeDocument/2006/relationships/package" Target="../embeddings/Microsoft_Excel_Worksheet66.xlsx"/><Relationship Id="rId2" Type="http://schemas.microsoft.com/office/2011/relationships/chartColorStyle" Target="colors67.xml"/><Relationship Id="rId1" Type="http://schemas.microsoft.com/office/2011/relationships/chartStyle" Target="style67.xml"/></Relationships>
</file>

<file path=ppt/charts/_rels/chart68.xml.rels><?xml version="1.0" encoding="UTF-8" standalone="yes"?>
<Relationships xmlns="http://schemas.openxmlformats.org/package/2006/relationships"><Relationship Id="rId3" Type="http://schemas.openxmlformats.org/officeDocument/2006/relationships/package" Target="../embeddings/Microsoft_Excel_Worksheet67.xlsx"/><Relationship Id="rId2" Type="http://schemas.microsoft.com/office/2011/relationships/chartColorStyle" Target="colors68.xml"/><Relationship Id="rId1" Type="http://schemas.microsoft.com/office/2011/relationships/chartStyle" Target="style68.xml"/></Relationships>
</file>

<file path=ppt/charts/_rels/chart69.xml.rels><?xml version="1.0" encoding="UTF-8" standalone="yes"?>
<Relationships xmlns="http://schemas.openxmlformats.org/package/2006/relationships"><Relationship Id="rId3" Type="http://schemas.openxmlformats.org/officeDocument/2006/relationships/package" Target="../embeddings/Microsoft_Excel_Worksheet68.xlsx"/><Relationship Id="rId2" Type="http://schemas.microsoft.com/office/2011/relationships/chartColorStyle" Target="colors69.xml"/><Relationship Id="rId1" Type="http://schemas.microsoft.com/office/2011/relationships/chartStyle" Target="style69.xml"/></Relationships>
</file>

<file path=ppt/charts/_rels/chart70.xml.rels><?xml version="1.0" encoding="UTF-8" standalone="yes"?>
<Relationships xmlns="http://schemas.openxmlformats.org/package/2006/relationships"><Relationship Id="rId3" Type="http://schemas.openxmlformats.org/officeDocument/2006/relationships/package" Target="../embeddings/Microsoft_Excel_Worksheet69.xlsx"/><Relationship Id="rId2" Type="http://schemas.microsoft.com/office/2011/relationships/chartColorStyle" Target="colors70.xml"/><Relationship Id="rId1" Type="http://schemas.microsoft.com/office/2011/relationships/chartStyle" Target="style70.xml"/></Relationships>
</file>

<file path=ppt/charts/_rels/chart71.xml.rels><?xml version="1.0" encoding="UTF-8" standalone="yes"?>
<Relationships xmlns="http://schemas.openxmlformats.org/package/2006/relationships"><Relationship Id="rId3" Type="http://schemas.openxmlformats.org/officeDocument/2006/relationships/package" Target="../embeddings/Microsoft_Excel_Worksheet70.xlsx"/><Relationship Id="rId2" Type="http://schemas.microsoft.com/office/2011/relationships/chartColorStyle" Target="colors71.xml"/><Relationship Id="rId1" Type="http://schemas.microsoft.com/office/2011/relationships/chartStyle" Target="style71.xml"/></Relationships>
</file>

<file path=ppt/charts/_rels/chart72.xml.rels><?xml version="1.0" encoding="UTF-8" standalone="yes"?>
<Relationships xmlns="http://schemas.openxmlformats.org/package/2006/relationships"><Relationship Id="rId3" Type="http://schemas.openxmlformats.org/officeDocument/2006/relationships/package" Target="../embeddings/Microsoft_Excel_Worksheet71.xlsx"/><Relationship Id="rId2" Type="http://schemas.microsoft.com/office/2011/relationships/chartColorStyle" Target="colors72.xml"/><Relationship Id="rId1" Type="http://schemas.microsoft.com/office/2011/relationships/chartStyle" Target="style72.xml"/></Relationships>
</file>

<file path=ppt/charts/_rels/chart73.xml.rels><?xml version="1.0" encoding="UTF-8" standalone="yes"?>
<Relationships xmlns="http://schemas.openxmlformats.org/package/2006/relationships"><Relationship Id="rId3" Type="http://schemas.openxmlformats.org/officeDocument/2006/relationships/package" Target="../embeddings/Microsoft_Excel_Worksheet72.xlsx"/><Relationship Id="rId2" Type="http://schemas.microsoft.com/office/2011/relationships/chartColorStyle" Target="colors73.xml"/><Relationship Id="rId1" Type="http://schemas.microsoft.com/office/2011/relationships/chartStyle" Target="style73.xml"/></Relationships>
</file>

<file path=ppt/charts/_rels/chart74.xml.rels><?xml version="1.0" encoding="UTF-8" standalone="yes"?>
<Relationships xmlns="http://schemas.openxmlformats.org/package/2006/relationships"><Relationship Id="rId3" Type="http://schemas.openxmlformats.org/officeDocument/2006/relationships/package" Target="../embeddings/Microsoft_Excel_Worksheet73.xlsx"/><Relationship Id="rId2" Type="http://schemas.microsoft.com/office/2011/relationships/chartColorStyle" Target="colors74.xml"/><Relationship Id="rId1" Type="http://schemas.microsoft.com/office/2011/relationships/chartStyle" Target="style74.xml"/></Relationships>
</file>

<file path=ppt/charts/_rels/chart75.xml.rels><?xml version="1.0" encoding="UTF-8" standalone="yes"?>
<Relationships xmlns="http://schemas.openxmlformats.org/package/2006/relationships"><Relationship Id="rId3" Type="http://schemas.openxmlformats.org/officeDocument/2006/relationships/package" Target="../embeddings/Microsoft_Excel_Worksheet74.xlsx"/><Relationship Id="rId2" Type="http://schemas.microsoft.com/office/2011/relationships/chartColorStyle" Target="colors75.xml"/><Relationship Id="rId1" Type="http://schemas.microsoft.com/office/2011/relationships/chartStyle" Target="style75.xml"/></Relationships>
</file>

<file path=ppt/charts/_rels/chart76.xml.rels><?xml version="1.0" encoding="UTF-8" standalone="yes"?>
<Relationships xmlns="http://schemas.openxmlformats.org/package/2006/relationships"><Relationship Id="rId3" Type="http://schemas.openxmlformats.org/officeDocument/2006/relationships/package" Target="../embeddings/Microsoft_Excel_Worksheet75.xlsx"/><Relationship Id="rId2" Type="http://schemas.microsoft.com/office/2011/relationships/chartColorStyle" Target="colors76.xml"/><Relationship Id="rId1" Type="http://schemas.microsoft.com/office/2011/relationships/chartStyle" Target="style76.xml"/></Relationships>
</file>

<file path=ppt/charts/_rels/chart77.xml.rels><?xml version="1.0" encoding="UTF-8" standalone="yes"?>
<Relationships xmlns="http://schemas.openxmlformats.org/package/2006/relationships"><Relationship Id="rId3" Type="http://schemas.openxmlformats.org/officeDocument/2006/relationships/package" Target="../embeddings/Microsoft_Excel_Worksheet76.xlsx"/><Relationship Id="rId2" Type="http://schemas.microsoft.com/office/2011/relationships/chartColorStyle" Target="colors77.xml"/><Relationship Id="rId1" Type="http://schemas.microsoft.com/office/2011/relationships/chartStyle" Target="style77.xml"/></Relationships>
</file>

<file path=ppt/charts/_rels/chart78.xml.rels><?xml version="1.0" encoding="UTF-8" standalone="yes"?>
<Relationships xmlns="http://schemas.openxmlformats.org/package/2006/relationships"><Relationship Id="rId3" Type="http://schemas.openxmlformats.org/officeDocument/2006/relationships/package" Target="../embeddings/Microsoft_Excel_Worksheet77.xlsx"/><Relationship Id="rId2" Type="http://schemas.microsoft.com/office/2011/relationships/chartColorStyle" Target="colors78.xml"/><Relationship Id="rId1" Type="http://schemas.microsoft.com/office/2011/relationships/chartStyle" Target="style78.xml"/></Relationships>
</file>

<file path=ppt/charts/_rels/chart79.xml.rels><?xml version="1.0" encoding="UTF-8" standalone="yes"?>
<Relationships xmlns="http://schemas.openxmlformats.org/package/2006/relationships"><Relationship Id="rId3" Type="http://schemas.openxmlformats.org/officeDocument/2006/relationships/package" Target="../embeddings/Microsoft_Excel_Worksheet78.xlsx"/><Relationship Id="rId2" Type="http://schemas.microsoft.com/office/2011/relationships/chartColorStyle" Target="colors79.xml"/><Relationship Id="rId1" Type="http://schemas.microsoft.com/office/2011/relationships/chartStyle" Target="style79.xml"/></Relationships>
</file>

<file path=ppt/charts/_rels/chart80.xml.rels><?xml version="1.0" encoding="UTF-8" standalone="yes"?>
<Relationships xmlns="http://schemas.openxmlformats.org/package/2006/relationships"><Relationship Id="rId3" Type="http://schemas.openxmlformats.org/officeDocument/2006/relationships/package" Target="../embeddings/Microsoft_Excel_Worksheet79.xlsx"/><Relationship Id="rId2" Type="http://schemas.microsoft.com/office/2011/relationships/chartColorStyle" Target="colors80.xml"/><Relationship Id="rId1" Type="http://schemas.microsoft.com/office/2011/relationships/chartStyle" Target="style80.xml"/></Relationships>
</file>

<file path=ppt/charts/_rels/chart81.xml.rels><?xml version="1.0" encoding="UTF-8" standalone="yes"?>
<Relationships xmlns="http://schemas.openxmlformats.org/package/2006/relationships"><Relationship Id="rId3" Type="http://schemas.openxmlformats.org/officeDocument/2006/relationships/package" Target="../embeddings/Microsoft_Excel_Worksheet80.xlsx"/><Relationship Id="rId2" Type="http://schemas.microsoft.com/office/2011/relationships/chartColorStyle" Target="colors81.xml"/><Relationship Id="rId1" Type="http://schemas.microsoft.com/office/2011/relationships/chartStyle" Target="style81.xml"/></Relationships>
</file>

<file path=ppt/charts/_rels/chart82.xml.rels><?xml version="1.0" encoding="UTF-8" standalone="yes"?>
<Relationships xmlns="http://schemas.openxmlformats.org/package/2006/relationships"><Relationship Id="rId3" Type="http://schemas.openxmlformats.org/officeDocument/2006/relationships/package" Target="../embeddings/Microsoft_Excel_Worksheet81.xlsx"/><Relationship Id="rId2" Type="http://schemas.microsoft.com/office/2011/relationships/chartColorStyle" Target="colors82.xml"/><Relationship Id="rId1" Type="http://schemas.microsoft.com/office/2011/relationships/chartStyle" Target="style82.xml"/></Relationships>
</file>

<file path=ppt/charts/_rels/chart83.xml.rels><?xml version="1.0" encoding="UTF-8" standalone="yes"?>
<Relationships xmlns="http://schemas.openxmlformats.org/package/2006/relationships"><Relationship Id="rId3" Type="http://schemas.openxmlformats.org/officeDocument/2006/relationships/package" Target="../embeddings/Microsoft_Excel_Worksheet82.xlsx"/><Relationship Id="rId2" Type="http://schemas.microsoft.com/office/2011/relationships/chartColorStyle" Target="colors83.xml"/><Relationship Id="rId1" Type="http://schemas.microsoft.com/office/2011/relationships/chartStyle" Target="style83.xml"/></Relationships>
</file>

<file path=ppt/charts/_rels/chart84.xml.rels><?xml version="1.0" encoding="UTF-8" standalone="yes"?>
<Relationships xmlns="http://schemas.openxmlformats.org/package/2006/relationships"><Relationship Id="rId3" Type="http://schemas.openxmlformats.org/officeDocument/2006/relationships/package" Target="../embeddings/Microsoft_Excel_Worksheet83.xlsx"/><Relationship Id="rId2" Type="http://schemas.microsoft.com/office/2011/relationships/chartColorStyle" Target="colors84.xml"/><Relationship Id="rId1" Type="http://schemas.microsoft.com/office/2011/relationships/chartStyle" Target="style84.xml"/></Relationships>
</file>

<file path=ppt/charts/_rels/chart85.xml.rels><?xml version="1.0" encoding="UTF-8" standalone="yes"?>
<Relationships xmlns="http://schemas.openxmlformats.org/package/2006/relationships"><Relationship Id="rId3" Type="http://schemas.openxmlformats.org/officeDocument/2006/relationships/package" Target="../embeddings/Microsoft_Excel_Worksheet84.xlsx"/><Relationship Id="rId2" Type="http://schemas.microsoft.com/office/2011/relationships/chartColorStyle" Target="colors85.xml"/><Relationship Id="rId1" Type="http://schemas.microsoft.com/office/2011/relationships/chartStyle" Target="style85.xml"/></Relationships>
</file>

<file path=ppt/charts/_rels/chart86.xml.rels><?xml version="1.0" encoding="UTF-8" standalone="yes"?>
<Relationships xmlns="http://schemas.openxmlformats.org/package/2006/relationships"><Relationship Id="rId3" Type="http://schemas.openxmlformats.org/officeDocument/2006/relationships/package" Target="../embeddings/Microsoft_Excel_Worksheet85.xlsx"/><Relationship Id="rId2" Type="http://schemas.microsoft.com/office/2011/relationships/chartColorStyle" Target="colors86.xml"/><Relationship Id="rId1" Type="http://schemas.microsoft.com/office/2011/relationships/chartStyle" Target="style86.xml"/></Relationships>
</file>

<file path=ppt/charts/_rels/chart87.xml.rels><?xml version="1.0" encoding="UTF-8" standalone="yes"?>
<Relationships xmlns="http://schemas.openxmlformats.org/package/2006/relationships"><Relationship Id="rId3" Type="http://schemas.openxmlformats.org/officeDocument/2006/relationships/package" Target="../embeddings/Microsoft_Excel_Worksheet86.xlsx"/><Relationship Id="rId2" Type="http://schemas.microsoft.com/office/2011/relationships/chartColorStyle" Target="colors87.xml"/><Relationship Id="rId1" Type="http://schemas.microsoft.com/office/2011/relationships/chartStyle" Target="style87.xml"/></Relationships>
</file>

<file path=ppt/charts/_rels/chart88.xml.rels><?xml version="1.0" encoding="UTF-8" standalone="yes"?>
<Relationships xmlns="http://schemas.openxmlformats.org/package/2006/relationships"><Relationship Id="rId3" Type="http://schemas.openxmlformats.org/officeDocument/2006/relationships/image" Target="../media/image40.png"/><Relationship Id="rId2" Type="http://schemas.microsoft.com/office/2011/relationships/chartColorStyle" Target="colors88.xml"/><Relationship Id="rId1" Type="http://schemas.microsoft.com/office/2011/relationships/chartStyle" Target="style88.xml"/><Relationship Id="rId4" Type="http://schemas.openxmlformats.org/officeDocument/2006/relationships/oleObject" Target="file:///E:\Illustrator\Paints\Creative\Temp\!!!!\Bundle\21_Excel_Charts\Waffle_blue.xlsx" TargetMode="External"/></Relationships>
</file>

<file path=ppt/charts/_rels/chart89.xml.rels><?xml version="1.0" encoding="UTF-8" standalone="yes"?>
<Relationships xmlns="http://schemas.openxmlformats.org/package/2006/relationships"><Relationship Id="rId3" Type="http://schemas.openxmlformats.org/officeDocument/2006/relationships/image" Target="../media/image41.png"/><Relationship Id="rId2" Type="http://schemas.microsoft.com/office/2011/relationships/chartColorStyle" Target="colors89.xml"/><Relationship Id="rId1" Type="http://schemas.microsoft.com/office/2011/relationships/chartStyle" Target="style89.xml"/><Relationship Id="rId5" Type="http://schemas.openxmlformats.org/officeDocument/2006/relationships/oleObject" Target="file:///E:\Illustrator\Paints\Creative\Temp\!!!!\Bundle\21_Excel_Charts\Waffle_blue.xlsx" TargetMode="External"/><Relationship Id="rId4" Type="http://schemas.openxmlformats.org/officeDocument/2006/relationships/image" Target="../media/image42.png"/></Relationships>
</file>

<file path=ppt/charts/_rels/chart90.xml.rels><?xml version="1.0" encoding="UTF-8" standalone="yes"?>
<Relationships xmlns="http://schemas.openxmlformats.org/package/2006/relationships"><Relationship Id="rId3" Type="http://schemas.openxmlformats.org/officeDocument/2006/relationships/image" Target="../media/image40.png"/><Relationship Id="rId2" Type="http://schemas.microsoft.com/office/2011/relationships/chartColorStyle" Target="colors90.xml"/><Relationship Id="rId1" Type="http://schemas.microsoft.com/office/2011/relationships/chartStyle" Target="style90.xml"/><Relationship Id="rId4" Type="http://schemas.openxmlformats.org/officeDocument/2006/relationships/oleObject" Target="file:///E:\Illustrator\Paints\Creative\Temp\!!!!\Bundle\21_Excel_Charts\Waffle_yellow.xlsx" TargetMode="External"/></Relationships>
</file>

<file path=ppt/charts/_rels/chart91.xml.rels><?xml version="1.0" encoding="UTF-8" standalone="yes"?>
<Relationships xmlns="http://schemas.openxmlformats.org/package/2006/relationships"><Relationship Id="rId3" Type="http://schemas.openxmlformats.org/officeDocument/2006/relationships/image" Target="../media/image43.png"/><Relationship Id="rId2" Type="http://schemas.microsoft.com/office/2011/relationships/chartColorStyle" Target="colors91.xml"/><Relationship Id="rId1" Type="http://schemas.microsoft.com/office/2011/relationships/chartStyle" Target="style91.xml"/><Relationship Id="rId4" Type="http://schemas.openxmlformats.org/officeDocument/2006/relationships/oleObject" Target="file:///E:\Illustrator\Paints\Creative\Temp\!!!!\Bundle\21_Excel_Charts\Waffle_yellow.xlsx" TargetMode="External"/></Relationships>
</file>

<file path=ppt/charts/_rels/chart92.xml.rels><?xml version="1.0" encoding="UTF-8" standalone="yes"?>
<Relationships xmlns="http://schemas.openxmlformats.org/package/2006/relationships"><Relationship Id="rId3" Type="http://schemas.openxmlformats.org/officeDocument/2006/relationships/image" Target="../media/image40.png"/><Relationship Id="rId2" Type="http://schemas.microsoft.com/office/2011/relationships/chartColorStyle" Target="colors92.xml"/><Relationship Id="rId1" Type="http://schemas.microsoft.com/office/2011/relationships/chartStyle" Target="style92.xml"/><Relationship Id="rId4" Type="http://schemas.openxmlformats.org/officeDocument/2006/relationships/oleObject" Target="file:///E:\Illustrator\Paints\Creative\Temp\!!!!\Bundle\21_Excel_Charts\Waffle_red.xlsx" TargetMode="External"/></Relationships>
</file>

<file path=ppt/charts/_rels/chart93.xml.rels><?xml version="1.0" encoding="UTF-8" standalone="yes"?>
<Relationships xmlns="http://schemas.openxmlformats.org/package/2006/relationships"><Relationship Id="rId3" Type="http://schemas.openxmlformats.org/officeDocument/2006/relationships/image" Target="../media/image44.png"/><Relationship Id="rId2" Type="http://schemas.microsoft.com/office/2011/relationships/chartColorStyle" Target="colors93.xml"/><Relationship Id="rId1" Type="http://schemas.microsoft.com/office/2011/relationships/chartStyle" Target="style93.xml"/><Relationship Id="rId4" Type="http://schemas.openxmlformats.org/officeDocument/2006/relationships/oleObject" Target="file:///E:\Illustrator\Paints\Creative\Temp\!!!!\Bundle\21_Excel_Charts\Waffle_red.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Step 01</c:v>
                </c:pt>
              </c:strCache>
            </c:strRef>
          </c:tx>
          <c:spPr>
            <a:blipFill>
              <a:blip xmlns:r="http://schemas.openxmlformats.org/officeDocument/2006/relationships" r:embed="rId3"/>
              <a:stretch>
                <a:fillRect/>
              </a:stretch>
            </a:blipFill>
            <a:ln>
              <a:noFill/>
            </a:ln>
            <a:effectLst/>
          </c:spPr>
          <c:invertIfNegative val="0"/>
          <c:dPt>
            <c:idx val="0"/>
            <c:invertIfNegative val="0"/>
            <c:bubble3D val="0"/>
            <c:spPr>
              <a:blipFill>
                <a:blip xmlns:r="http://schemas.openxmlformats.org/officeDocument/2006/relationships" r:embed="rId3"/>
                <a:stretch>
                  <a:fillRect/>
                </a:stretch>
              </a:blipFill>
              <a:ln>
                <a:noFill/>
              </a:ln>
              <a:effectLst/>
            </c:spPr>
            <c:extLst>
              <c:ext xmlns:c16="http://schemas.microsoft.com/office/drawing/2014/chart" uri="{C3380CC4-5D6E-409C-BE32-E72D297353CC}">
                <c16:uniqueId val="{0000000B-6AF2-4970-8D78-026FFCD782A0}"/>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Infodata</c:v>
                </c:pt>
              </c:strCache>
            </c:strRef>
          </c:cat>
          <c:val>
            <c:numRef>
              <c:f>Sheet1!$B$2</c:f>
              <c:numCache>
                <c:formatCode>0%</c:formatCode>
                <c:ptCount val="1"/>
                <c:pt idx="0">
                  <c:v>0.9</c:v>
                </c:pt>
              </c:numCache>
            </c:numRef>
          </c:val>
          <c:extLst>
            <c:ext xmlns:c16="http://schemas.microsoft.com/office/drawing/2014/chart" uri="{C3380CC4-5D6E-409C-BE32-E72D297353CC}">
              <c16:uniqueId val="{00000000-6AF2-4970-8D78-026FFCD782A0}"/>
            </c:ext>
          </c:extLst>
        </c:ser>
        <c:ser>
          <c:idx val="1"/>
          <c:order val="1"/>
          <c:tx>
            <c:strRef>
              <c:f>Sheet1!$C$1</c:f>
              <c:strCache>
                <c:ptCount val="1"/>
                <c:pt idx="0">
                  <c:v>Step 02</c:v>
                </c:pt>
              </c:strCache>
            </c:strRef>
          </c:tx>
          <c:spPr>
            <a:blipFill>
              <a:blip xmlns:r="http://schemas.openxmlformats.org/officeDocument/2006/relationships" r:embed="rId4"/>
              <a:stretch>
                <a:fillRect/>
              </a:stretch>
            </a:blipFill>
            <a:ln>
              <a:noFill/>
            </a:ln>
            <a:effectLst/>
          </c:spPr>
          <c:invertIfNegative val="0"/>
          <c:dPt>
            <c:idx val="0"/>
            <c:invertIfNegative val="0"/>
            <c:bubble3D val="0"/>
            <c:spPr>
              <a:blipFill>
                <a:blip xmlns:r="http://schemas.openxmlformats.org/officeDocument/2006/relationships" r:embed="rId5"/>
                <a:stretch>
                  <a:fillRect/>
                </a:stretch>
              </a:blipFill>
              <a:ln>
                <a:noFill/>
              </a:ln>
              <a:effectLst/>
            </c:spPr>
            <c:extLst>
              <c:ext xmlns:c16="http://schemas.microsoft.com/office/drawing/2014/chart" uri="{C3380CC4-5D6E-409C-BE32-E72D297353CC}">
                <c16:uniqueId val="{00000008-F000-4D79-8522-6CF168517915}"/>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Infodata</c:v>
                </c:pt>
              </c:strCache>
            </c:strRef>
          </c:cat>
          <c:val>
            <c:numRef>
              <c:f>Sheet1!$C$2</c:f>
              <c:numCache>
                <c:formatCode>0%</c:formatCode>
                <c:ptCount val="1"/>
                <c:pt idx="0">
                  <c:v>0.6</c:v>
                </c:pt>
              </c:numCache>
            </c:numRef>
          </c:val>
          <c:extLst>
            <c:ext xmlns:c16="http://schemas.microsoft.com/office/drawing/2014/chart" uri="{C3380CC4-5D6E-409C-BE32-E72D297353CC}">
              <c16:uniqueId val="{00000006-6AF2-4970-8D78-026FFCD782A0}"/>
            </c:ext>
          </c:extLst>
        </c:ser>
        <c:ser>
          <c:idx val="2"/>
          <c:order val="2"/>
          <c:tx>
            <c:strRef>
              <c:f>Sheet1!$D$1</c:f>
              <c:strCache>
                <c:ptCount val="1"/>
                <c:pt idx="0">
                  <c:v>Step 03</c:v>
                </c:pt>
              </c:strCache>
            </c:strRef>
          </c:tx>
          <c:spPr>
            <a:blipFill>
              <a:blip xmlns:r="http://schemas.openxmlformats.org/officeDocument/2006/relationships" r:embed="rId6"/>
              <a:stretch>
                <a:fillRect/>
              </a:stretch>
            </a:blipFill>
            <a:ln>
              <a:noFill/>
            </a:ln>
            <a:effectLst/>
          </c:spPr>
          <c:invertIfNegative val="0"/>
          <c:dPt>
            <c:idx val="0"/>
            <c:invertIfNegative val="0"/>
            <c:bubble3D val="0"/>
            <c:spPr>
              <a:blipFill>
                <a:blip xmlns:r="http://schemas.openxmlformats.org/officeDocument/2006/relationships" r:embed="rId6"/>
                <a:stretch>
                  <a:fillRect/>
                </a:stretch>
              </a:blipFill>
              <a:ln>
                <a:noFill/>
              </a:ln>
              <a:effectLst/>
            </c:spPr>
            <c:extLst>
              <c:ext xmlns:c16="http://schemas.microsoft.com/office/drawing/2014/chart" uri="{C3380CC4-5D6E-409C-BE32-E72D297353CC}">
                <c16:uniqueId val="{0000000C-6AF2-4970-8D78-026FFCD782A0}"/>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Infodata</c:v>
                </c:pt>
              </c:strCache>
            </c:strRef>
          </c:cat>
          <c:val>
            <c:numRef>
              <c:f>Sheet1!$D$2</c:f>
              <c:numCache>
                <c:formatCode>0%</c:formatCode>
                <c:ptCount val="1"/>
                <c:pt idx="0">
                  <c:v>0.7</c:v>
                </c:pt>
              </c:numCache>
            </c:numRef>
          </c:val>
          <c:extLst>
            <c:ext xmlns:c16="http://schemas.microsoft.com/office/drawing/2014/chart" uri="{C3380CC4-5D6E-409C-BE32-E72D297353CC}">
              <c16:uniqueId val="{00000007-6AF2-4970-8D78-026FFCD782A0}"/>
            </c:ext>
          </c:extLst>
        </c:ser>
        <c:ser>
          <c:idx val="3"/>
          <c:order val="3"/>
          <c:tx>
            <c:strRef>
              <c:f>Sheet1!$E$1</c:f>
              <c:strCache>
                <c:ptCount val="1"/>
                <c:pt idx="0">
                  <c:v>Step 04</c:v>
                </c:pt>
              </c:strCache>
            </c:strRef>
          </c:tx>
          <c:spPr>
            <a:blipFill>
              <a:blip xmlns:r="http://schemas.openxmlformats.org/officeDocument/2006/relationships" r:embed="rId7"/>
              <a:stretch>
                <a:fillRect/>
              </a:stretch>
            </a:blipFill>
            <a:ln>
              <a:noFill/>
            </a:ln>
            <a:effectLst/>
          </c:spPr>
          <c:invertIfNegative val="0"/>
          <c:dPt>
            <c:idx val="0"/>
            <c:invertIfNegative val="0"/>
            <c:bubble3D val="0"/>
            <c:spPr>
              <a:blipFill>
                <a:blip xmlns:r="http://schemas.openxmlformats.org/officeDocument/2006/relationships" r:embed="rId7"/>
                <a:stretch>
                  <a:fillRect/>
                </a:stretch>
              </a:blipFill>
              <a:ln>
                <a:noFill/>
              </a:ln>
              <a:effectLst/>
            </c:spPr>
            <c:extLst>
              <c:ext xmlns:c16="http://schemas.microsoft.com/office/drawing/2014/chart" uri="{C3380CC4-5D6E-409C-BE32-E72D297353CC}">
                <c16:uniqueId val="{0000000D-6AF2-4970-8D78-026FFCD782A0}"/>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Infodata</c:v>
                </c:pt>
              </c:strCache>
            </c:strRef>
          </c:cat>
          <c:val>
            <c:numRef>
              <c:f>Sheet1!$E$2</c:f>
              <c:numCache>
                <c:formatCode>0%</c:formatCode>
                <c:ptCount val="1"/>
                <c:pt idx="0">
                  <c:v>0.5</c:v>
                </c:pt>
              </c:numCache>
            </c:numRef>
          </c:val>
          <c:extLst>
            <c:ext xmlns:c16="http://schemas.microsoft.com/office/drawing/2014/chart" uri="{C3380CC4-5D6E-409C-BE32-E72D297353CC}">
              <c16:uniqueId val="{00000008-6AF2-4970-8D78-026FFCD782A0}"/>
            </c:ext>
          </c:extLst>
        </c:ser>
        <c:ser>
          <c:idx val="4"/>
          <c:order val="4"/>
          <c:tx>
            <c:strRef>
              <c:f>Sheet1!$F$1</c:f>
              <c:strCache>
                <c:ptCount val="1"/>
                <c:pt idx="0">
                  <c:v>Step 05</c:v>
                </c:pt>
              </c:strCache>
            </c:strRef>
          </c:tx>
          <c:spPr>
            <a:blipFill>
              <a:blip xmlns:r="http://schemas.openxmlformats.org/officeDocument/2006/relationships" r:embed="rId8"/>
              <a:stretch>
                <a:fillRect/>
              </a:stretch>
            </a:blipFill>
            <a:ln>
              <a:noFill/>
            </a:ln>
            <a:effectLst/>
          </c:spPr>
          <c:invertIfNegative val="0"/>
          <c:dPt>
            <c:idx val="0"/>
            <c:invertIfNegative val="0"/>
            <c:bubble3D val="0"/>
            <c:spPr>
              <a:blipFill>
                <a:blip xmlns:r="http://schemas.openxmlformats.org/officeDocument/2006/relationships" r:embed="rId8"/>
                <a:stretch>
                  <a:fillRect/>
                </a:stretch>
              </a:blipFill>
              <a:ln>
                <a:noFill/>
              </a:ln>
              <a:effectLst/>
            </c:spPr>
            <c:extLst>
              <c:ext xmlns:c16="http://schemas.microsoft.com/office/drawing/2014/chart" uri="{C3380CC4-5D6E-409C-BE32-E72D297353CC}">
                <c16:uniqueId val="{0000000E-6AF2-4970-8D78-026FFCD782A0}"/>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Infodata</c:v>
                </c:pt>
              </c:strCache>
            </c:strRef>
          </c:cat>
          <c:val>
            <c:numRef>
              <c:f>Sheet1!$F$2</c:f>
              <c:numCache>
                <c:formatCode>0%</c:formatCode>
                <c:ptCount val="1"/>
                <c:pt idx="0">
                  <c:v>0.75</c:v>
                </c:pt>
              </c:numCache>
            </c:numRef>
          </c:val>
          <c:extLst>
            <c:ext xmlns:c16="http://schemas.microsoft.com/office/drawing/2014/chart" uri="{C3380CC4-5D6E-409C-BE32-E72D297353CC}">
              <c16:uniqueId val="{00000009-6AF2-4970-8D78-026FFCD782A0}"/>
            </c:ext>
          </c:extLst>
        </c:ser>
        <c:ser>
          <c:idx val="5"/>
          <c:order val="5"/>
          <c:tx>
            <c:strRef>
              <c:f>Sheet1!$G$1</c:f>
              <c:strCache>
                <c:ptCount val="1"/>
                <c:pt idx="0">
                  <c:v>Step 06</c:v>
                </c:pt>
              </c:strCache>
            </c:strRef>
          </c:tx>
          <c:spPr>
            <a:blipFill>
              <a:blip xmlns:r="http://schemas.openxmlformats.org/officeDocument/2006/relationships" r:embed="rId9"/>
              <a:stretch>
                <a:fillRect/>
              </a:stretch>
            </a:blip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Infodata</c:v>
                </c:pt>
              </c:strCache>
            </c:strRef>
          </c:cat>
          <c:val>
            <c:numRef>
              <c:f>Sheet1!$G$2</c:f>
              <c:numCache>
                <c:formatCode>0%</c:formatCode>
                <c:ptCount val="1"/>
                <c:pt idx="0">
                  <c:v>0.6</c:v>
                </c:pt>
              </c:numCache>
            </c:numRef>
          </c:val>
          <c:extLst>
            <c:ext xmlns:c16="http://schemas.microsoft.com/office/drawing/2014/chart" uri="{C3380CC4-5D6E-409C-BE32-E72D297353CC}">
              <c16:uniqueId val="{0000000A-6AF2-4970-8D78-026FFCD782A0}"/>
            </c:ext>
          </c:extLst>
        </c:ser>
        <c:dLbls>
          <c:dLblPos val="outEnd"/>
          <c:showLegendKey val="0"/>
          <c:showVal val="1"/>
          <c:showCatName val="0"/>
          <c:showSerName val="0"/>
          <c:showPercent val="0"/>
          <c:showBubbleSize val="0"/>
        </c:dLbls>
        <c:gapWidth val="0"/>
        <c:overlap val="59"/>
        <c:axId val="199038816"/>
        <c:axId val="199039144"/>
      </c:barChart>
      <c:catAx>
        <c:axId val="199038816"/>
        <c:scaling>
          <c:orientation val="minMax"/>
        </c:scaling>
        <c:delete val="1"/>
        <c:axPos val="b"/>
        <c:numFmt formatCode="General" sourceLinked="1"/>
        <c:majorTickMark val="out"/>
        <c:minorTickMark val="none"/>
        <c:tickLblPos val="nextTo"/>
        <c:crossAx val="199039144"/>
        <c:crossesAt val="0"/>
        <c:auto val="1"/>
        <c:lblAlgn val="ctr"/>
        <c:lblOffset val="100"/>
        <c:noMultiLvlLbl val="0"/>
      </c:catAx>
      <c:valAx>
        <c:axId val="199039144"/>
        <c:scaling>
          <c:orientation val="minMax"/>
          <c:max val="1"/>
        </c:scaling>
        <c:delete val="1"/>
        <c:axPos val="l"/>
        <c:numFmt formatCode="0%" sourceLinked="1"/>
        <c:majorTickMark val="out"/>
        <c:minorTickMark val="none"/>
        <c:tickLblPos val="nextTo"/>
        <c:crossAx val="199038816"/>
        <c:crosses val="autoZero"/>
        <c:crossBetween val="between"/>
      </c:valAx>
      <c:spPr>
        <a:noFill/>
        <a:ln>
          <a:noFill/>
        </a:ln>
        <a:effectLst/>
      </c:spPr>
    </c:plotArea>
    <c:legend>
      <c:legendPos val="b"/>
      <c:layout>
        <c:manualLayout>
          <c:xMode val="edge"/>
          <c:yMode val="edge"/>
          <c:x val="3.2708454526343134E-2"/>
          <c:y val="0.94250514495347171"/>
          <c:w val="0.93458309094731373"/>
          <c:h val="4.3290309591982823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UA"/>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10">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noFill/>
            <a:ln>
              <a:noFill/>
            </a:ln>
            <a:effectLst/>
          </c:spPr>
          <c:invertIfNegative val="0"/>
          <c:errBars>
            <c:errBarType val="minus"/>
            <c:errValType val="percentage"/>
            <c:noEndCap val="1"/>
            <c:val val="100"/>
            <c:spPr>
              <a:noFill/>
              <a:ln w="57150" cap="flat" cmpd="sng" algn="ctr">
                <a:solidFill>
                  <a:schemeClr val="accent1"/>
                </a:solidFill>
                <a:round/>
                <a:headEnd type="oval" w="lg" len="lg"/>
              </a:ln>
              <a:effectLst/>
            </c:spPr>
          </c:errBars>
          <c:cat>
            <c:strRef>
              <c:f>Sheet1!$A$2</c:f>
              <c:strCache>
                <c:ptCount val="1"/>
                <c:pt idx="0">
                  <c:v>Sales %</c:v>
                </c:pt>
              </c:strCache>
            </c:strRef>
          </c:cat>
          <c:val>
            <c:numRef>
              <c:f>Sheet1!$B$2</c:f>
              <c:numCache>
                <c:formatCode>0%</c:formatCode>
                <c:ptCount val="1"/>
                <c:pt idx="0">
                  <c:v>0.7</c:v>
                </c:pt>
              </c:numCache>
            </c:numRef>
          </c:val>
          <c:extLst>
            <c:ext xmlns:c16="http://schemas.microsoft.com/office/drawing/2014/chart" uri="{C3380CC4-5D6E-409C-BE32-E72D297353CC}">
              <c16:uniqueId val="{00000000-D888-439B-A2AF-AF356E7FBAF8}"/>
            </c:ext>
          </c:extLst>
        </c:ser>
        <c:ser>
          <c:idx val="1"/>
          <c:order val="1"/>
          <c:tx>
            <c:strRef>
              <c:f>Sheet1!$C$1</c:f>
              <c:strCache>
                <c:ptCount val="1"/>
                <c:pt idx="0">
                  <c:v>Series 2</c:v>
                </c:pt>
              </c:strCache>
            </c:strRef>
          </c:tx>
          <c:spPr>
            <a:noFill/>
            <a:ln>
              <a:noFill/>
            </a:ln>
            <a:effectLst/>
          </c:spPr>
          <c:invertIfNegative val="0"/>
          <c:errBars>
            <c:errBarType val="minus"/>
            <c:errValType val="percentage"/>
            <c:noEndCap val="1"/>
            <c:val val="100"/>
            <c:spPr>
              <a:noFill/>
              <a:ln w="57150" cap="flat" cmpd="sng" algn="ctr">
                <a:solidFill>
                  <a:schemeClr val="accent2"/>
                </a:solidFill>
                <a:round/>
                <a:headEnd type="oval" w="lg" len="lg"/>
              </a:ln>
              <a:effectLst/>
            </c:spPr>
          </c:errBars>
          <c:cat>
            <c:strRef>
              <c:f>Sheet1!$A$2</c:f>
              <c:strCache>
                <c:ptCount val="1"/>
                <c:pt idx="0">
                  <c:v>Sales %</c:v>
                </c:pt>
              </c:strCache>
            </c:strRef>
          </c:cat>
          <c:val>
            <c:numRef>
              <c:f>Sheet1!$C$2</c:f>
              <c:numCache>
                <c:formatCode>0%</c:formatCode>
                <c:ptCount val="1"/>
                <c:pt idx="0">
                  <c:v>0.5</c:v>
                </c:pt>
              </c:numCache>
            </c:numRef>
          </c:val>
          <c:extLst>
            <c:ext xmlns:c16="http://schemas.microsoft.com/office/drawing/2014/chart" uri="{C3380CC4-5D6E-409C-BE32-E72D297353CC}">
              <c16:uniqueId val="{00000001-D888-439B-A2AF-AF356E7FBAF8}"/>
            </c:ext>
          </c:extLst>
        </c:ser>
        <c:ser>
          <c:idx val="2"/>
          <c:order val="2"/>
          <c:tx>
            <c:strRef>
              <c:f>Sheet1!$D$1</c:f>
              <c:strCache>
                <c:ptCount val="1"/>
                <c:pt idx="0">
                  <c:v>Series 3</c:v>
                </c:pt>
              </c:strCache>
            </c:strRef>
          </c:tx>
          <c:spPr>
            <a:noFill/>
            <a:ln>
              <a:noFill/>
            </a:ln>
            <a:effectLst/>
          </c:spPr>
          <c:invertIfNegative val="0"/>
          <c:errBars>
            <c:errBarType val="minus"/>
            <c:errValType val="percentage"/>
            <c:noEndCap val="1"/>
            <c:val val="100"/>
            <c:spPr>
              <a:noFill/>
              <a:ln w="57150" cap="flat" cmpd="sng" algn="ctr">
                <a:solidFill>
                  <a:schemeClr val="accent3"/>
                </a:solidFill>
                <a:round/>
                <a:headEnd type="oval" w="lg" len="lg"/>
              </a:ln>
              <a:effectLst/>
            </c:spPr>
          </c:errBars>
          <c:cat>
            <c:strRef>
              <c:f>Sheet1!$A$2</c:f>
              <c:strCache>
                <c:ptCount val="1"/>
                <c:pt idx="0">
                  <c:v>Sales %</c:v>
                </c:pt>
              </c:strCache>
            </c:strRef>
          </c:cat>
          <c:val>
            <c:numRef>
              <c:f>Sheet1!$D$2</c:f>
              <c:numCache>
                <c:formatCode>0%</c:formatCode>
                <c:ptCount val="1"/>
                <c:pt idx="0">
                  <c:v>0.3</c:v>
                </c:pt>
              </c:numCache>
            </c:numRef>
          </c:val>
          <c:extLst>
            <c:ext xmlns:c16="http://schemas.microsoft.com/office/drawing/2014/chart" uri="{C3380CC4-5D6E-409C-BE32-E72D297353CC}">
              <c16:uniqueId val="{00000002-D888-439B-A2AF-AF356E7FBAF8}"/>
            </c:ext>
          </c:extLst>
        </c:ser>
        <c:ser>
          <c:idx val="3"/>
          <c:order val="3"/>
          <c:tx>
            <c:strRef>
              <c:f>Sheet1!$E$1</c:f>
              <c:strCache>
                <c:ptCount val="1"/>
                <c:pt idx="0">
                  <c:v>Series 4</c:v>
                </c:pt>
              </c:strCache>
            </c:strRef>
          </c:tx>
          <c:spPr>
            <a:noFill/>
            <a:ln>
              <a:noFill/>
            </a:ln>
            <a:effectLst/>
          </c:spPr>
          <c:invertIfNegative val="0"/>
          <c:errBars>
            <c:errBarType val="minus"/>
            <c:errValType val="percentage"/>
            <c:noEndCap val="1"/>
            <c:val val="100"/>
            <c:spPr>
              <a:noFill/>
              <a:ln w="57150" cap="flat" cmpd="sng" algn="ctr">
                <a:solidFill>
                  <a:schemeClr val="accent4"/>
                </a:solidFill>
                <a:round/>
                <a:headEnd type="oval" w="lg" len="lg"/>
              </a:ln>
              <a:effectLst/>
            </c:spPr>
          </c:errBars>
          <c:cat>
            <c:strRef>
              <c:f>Sheet1!$A$2</c:f>
              <c:strCache>
                <c:ptCount val="1"/>
                <c:pt idx="0">
                  <c:v>Sales %</c:v>
                </c:pt>
              </c:strCache>
            </c:strRef>
          </c:cat>
          <c:val>
            <c:numRef>
              <c:f>Sheet1!$E$2</c:f>
              <c:numCache>
                <c:formatCode>0%</c:formatCode>
                <c:ptCount val="1"/>
                <c:pt idx="0">
                  <c:v>0.45</c:v>
                </c:pt>
              </c:numCache>
            </c:numRef>
          </c:val>
          <c:extLst>
            <c:ext xmlns:c16="http://schemas.microsoft.com/office/drawing/2014/chart" uri="{C3380CC4-5D6E-409C-BE32-E72D297353CC}">
              <c16:uniqueId val="{00000003-D888-439B-A2AF-AF356E7FBAF8}"/>
            </c:ext>
          </c:extLst>
        </c:ser>
        <c:ser>
          <c:idx val="4"/>
          <c:order val="4"/>
          <c:tx>
            <c:strRef>
              <c:f>Sheet1!$F$1</c:f>
              <c:strCache>
                <c:ptCount val="1"/>
                <c:pt idx="0">
                  <c:v>Series 5</c:v>
                </c:pt>
              </c:strCache>
            </c:strRef>
          </c:tx>
          <c:spPr>
            <a:noFill/>
            <a:ln>
              <a:noFill/>
            </a:ln>
            <a:effectLst/>
          </c:spPr>
          <c:invertIfNegative val="0"/>
          <c:errBars>
            <c:errBarType val="minus"/>
            <c:errValType val="percentage"/>
            <c:noEndCap val="1"/>
            <c:val val="100"/>
            <c:spPr>
              <a:noFill/>
              <a:ln w="57150" cap="flat" cmpd="sng" algn="ctr">
                <a:solidFill>
                  <a:schemeClr val="accent5"/>
                </a:solidFill>
                <a:round/>
                <a:headEnd type="oval" w="lg" len="lg"/>
              </a:ln>
              <a:effectLst/>
            </c:spPr>
          </c:errBars>
          <c:cat>
            <c:strRef>
              <c:f>Sheet1!$A$2</c:f>
              <c:strCache>
                <c:ptCount val="1"/>
                <c:pt idx="0">
                  <c:v>Sales %</c:v>
                </c:pt>
              </c:strCache>
            </c:strRef>
          </c:cat>
          <c:val>
            <c:numRef>
              <c:f>Sheet1!$F$2</c:f>
              <c:numCache>
                <c:formatCode>0%</c:formatCode>
                <c:ptCount val="1"/>
                <c:pt idx="0">
                  <c:v>0.65</c:v>
                </c:pt>
              </c:numCache>
            </c:numRef>
          </c:val>
          <c:extLst>
            <c:ext xmlns:c16="http://schemas.microsoft.com/office/drawing/2014/chart" uri="{C3380CC4-5D6E-409C-BE32-E72D297353CC}">
              <c16:uniqueId val="{00000004-D888-439B-A2AF-AF356E7FBAF8}"/>
            </c:ext>
          </c:extLst>
        </c:ser>
        <c:ser>
          <c:idx val="5"/>
          <c:order val="5"/>
          <c:tx>
            <c:strRef>
              <c:f>Sheet1!$G$1</c:f>
              <c:strCache>
                <c:ptCount val="1"/>
                <c:pt idx="0">
                  <c:v>Series 6</c:v>
                </c:pt>
              </c:strCache>
            </c:strRef>
          </c:tx>
          <c:spPr>
            <a:noFill/>
            <a:ln>
              <a:noFill/>
            </a:ln>
            <a:effectLst/>
          </c:spPr>
          <c:invertIfNegative val="0"/>
          <c:errBars>
            <c:errBarType val="minus"/>
            <c:errValType val="percentage"/>
            <c:noEndCap val="1"/>
            <c:val val="100"/>
            <c:spPr>
              <a:noFill/>
              <a:ln w="57150" cap="flat" cmpd="sng" algn="ctr">
                <a:solidFill>
                  <a:schemeClr val="accent6"/>
                </a:solidFill>
                <a:round/>
                <a:headEnd type="oval" w="lg" len="lg"/>
              </a:ln>
              <a:effectLst/>
            </c:spPr>
          </c:errBars>
          <c:cat>
            <c:strRef>
              <c:f>Sheet1!$A$2</c:f>
              <c:strCache>
                <c:ptCount val="1"/>
                <c:pt idx="0">
                  <c:v>Sales %</c:v>
                </c:pt>
              </c:strCache>
            </c:strRef>
          </c:cat>
          <c:val>
            <c:numRef>
              <c:f>Sheet1!$G$2</c:f>
              <c:numCache>
                <c:formatCode>0%</c:formatCode>
                <c:ptCount val="1"/>
                <c:pt idx="0">
                  <c:v>0.25</c:v>
                </c:pt>
              </c:numCache>
            </c:numRef>
          </c:val>
          <c:extLst>
            <c:ext xmlns:c16="http://schemas.microsoft.com/office/drawing/2014/chart" uri="{C3380CC4-5D6E-409C-BE32-E72D297353CC}">
              <c16:uniqueId val="{00000005-D888-439B-A2AF-AF356E7FBAF8}"/>
            </c:ext>
          </c:extLst>
        </c:ser>
        <c:dLbls>
          <c:showLegendKey val="0"/>
          <c:showVal val="0"/>
          <c:showCatName val="0"/>
          <c:showSerName val="0"/>
          <c:showPercent val="0"/>
          <c:showBubbleSize val="0"/>
        </c:dLbls>
        <c:gapWidth val="104"/>
        <c:overlap val="-27"/>
        <c:axId val="465515152"/>
        <c:axId val="465522696"/>
      </c:barChart>
      <c:catAx>
        <c:axId val="465515152"/>
        <c:scaling>
          <c:orientation val="minMax"/>
        </c:scaling>
        <c:delete val="1"/>
        <c:axPos val="b"/>
        <c:numFmt formatCode="General" sourceLinked="1"/>
        <c:majorTickMark val="out"/>
        <c:minorTickMark val="none"/>
        <c:tickLblPos val="nextTo"/>
        <c:crossAx val="465522696"/>
        <c:crosses val="autoZero"/>
        <c:auto val="1"/>
        <c:lblAlgn val="ctr"/>
        <c:lblOffset val="100"/>
        <c:noMultiLvlLbl val="0"/>
      </c:catAx>
      <c:valAx>
        <c:axId val="465522696"/>
        <c:scaling>
          <c:orientation val="minMax"/>
          <c:max val="1"/>
          <c:min val="0"/>
        </c:scaling>
        <c:delete val="0"/>
        <c:axPos val="l"/>
        <c:majorGridlines>
          <c:spPr>
            <a:ln w="9525" cap="flat" cmpd="sng" algn="ctr">
              <a:solidFill>
                <a:schemeClr val="bg2">
                  <a:lumMod val="75000"/>
                  <a:lumOff val="25000"/>
                </a:schemeClr>
              </a:soli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ru-UA"/>
          </a:p>
        </c:txPr>
        <c:crossAx val="4655151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20"/>
      <c:rotY val="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percentStacked"/>
        <c:varyColors val="0"/>
        <c:ser>
          <c:idx val="0"/>
          <c:order val="0"/>
          <c:tx>
            <c:strRef>
              <c:f>Sheet1!$B$1</c:f>
              <c:strCache>
                <c:ptCount val="1"/>
                <c:pt idx="0">
                  <c:v>Series 1</c:v>
                </c:pt>
              </c:strCache>
            </c:strRef>
          </c:tx>
          <c:spPr>
            <a:solidFill>
              <a:schemeClr val="accent1"/>
            </a:solidFill>
            <a:ln>
              <a:noFill/>
            </a:ln>
            <a:effectLst/>
            <a:sp3d/>
          </c:spPr>
          <c:invertIfNegative val="0"/>
          <c:dPt>
            <c:idx val="0"/>
            <c:invertIfNegative val="0"/>
            <c:bubble3D val="0"/>
            <c:spPr>
              <a:solidFill>
                <a:schemeClr val="accent6"/>
              </a:solidFill>
              <a:ln>
                <a:noFill/>
              </a:ln>
              <a:effectLst/>
              <a:sp3d/>
            </c:spPr>
            <c:extLst>
              <c:ext xmlns:c16="http://schemas.microsoft.com/office/drawing/2014/chart" uri="{C3380CC4-5D6E-409C-BE32-E72D297353CC}">
                <c16:uniqueId val="{00000003-7574-47CE-95D5-A97BEF983E7B}"/>
              </c:ext>
            </c:extLst>
          </c:dPt>
          <c:dPt>
            <c:idx val="1"/>
            <c:invertIfNegative val="0"/>
            <c:bubble3D val="0"/>
            <c:spPr>
              <a:solidFill>
                <a:schemeClr val="accent1"/>
              </a:solidFill>
              <a:ln>
                <a:noFill/>
              </a:ln>
              <a:effectLst/>
              <a:sp3d/>
            </c:spPr>
            <c:extLst>
              <c:ext xmlns:c16="http://schemas.microsoft.com/office/drawing/2014/chart" uri="{C3380CC4-5D6E-409C-BE32-E72D297353CC}">
                <c16:uniqueId val="{00000004-7574-47CE-95D5-A97BEF983E7B}"/>
              </c:ext>
            </c:extLst>
          </c:dPt>
          <c:dPt>
            <c:idx val="2"/>
            <c:invertIfNegative val="0"/>
            <c:bubble3D val="0"/>
            <c:spPr>
              <a:solidFill>
                <a:schemeClr val="accent2"/>
              </a:solidFill>
              <a:ln>
                <a:noFill/>
              </a:ln>
              <a:effectLst/>
              <a:sp3d/>
            </c:spPr>
            <c:extLst>
              <c:ext xmlns:c16="http://schemas.microsoft.com/office/drawing/2014/chart" uri="{C3380CC4-5D6E-409C-BE32-E72D297353CC}">
                <c16:uniqueId val="{00000005-7574-47CE-95D5-A97BEF983E7B}"/>
              </c:ext>
            </c:extLst>
          </c:dPt>
          <c:dPt>
            <c:idx val="3"/>
            <c:invertIfNegative val="0"/>
            <c:bubble3D val="0"/>
            <c:spPr>
              <a:solidFill>
                <a:schemeClr val="accent3"/>
              </a:solidFill>
              <a:ln>
                <a:noFill/>
              </a:ln>
              <a:effectLst/>
              <a:sp3d/>
            </c:spPr>
            <c:extLst>
              <c:ext xmlns:c16="http://schemas.microsoft.com/office/drawing/2014/chart" uri="{C3380CC4-5D6E-409C-BE32-E72D297353CC}">
                <c16:uniqueId val="{00000006-7574-47CE-95D5-A97BEF983E7B}"/>
              </c:ext>
            </c:extLst>
          </c:dPt>
          <c:dPt>
            <c:idx val="4"/>
            <c:invertIfNegative val="0"/>
            <c:bubble3D val="0"/>
            <c:spPr>
              <a:solidFill>
                <a:schemeClr val="accent4"/>
              </a:solidFill>
              <a:ln>
                <a:noFill/>
              </a:ln>
              <a:effectLst/>
              <a:sp3d/>
            </c:spPr>
            <c:extLst>
              <c:ext xmlns:c16="http://schemas.microsoft.com/office/drawing/2014/chart" uri="{C3380CC4-5D6E-409C-BE32-E72D297353CC}">
                <c16:uniqueId val="{00000007-7574-47CE-95D5-A97BEF983E7B}"/>
              </c:ext>
            </c:extLst>
          </c:dPt>
          <c:dPt>
            <c:idx val="5"/>
            <c:invertIfNegative val="0"/>
            <c:bubble3D val="0"/>
            <c:spPr>
              <a:solidFill>
                <a:schemeClr val="accent5"/>
              </a:solidFill>
              <a:ln>
                <a:noFill/>
              </a:ln>
              <a:effectLst/>
              <a:sp3d/>
            </c:spPr>
            <c:extLst>
              <c:ext xmlns:c16="http://schemas.microsoft.com/office/drawing/2014/chart" uri="{C3380CC4-5D6E-409C-BE32-E72D297353CC}">
                <c16:uniqueId val="{00000008-7574-47CE-95D5-A97BEF983E7B}"/>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2"/>
                    </a:solidFill>
                    <a:latin typeface="+mn-lt"/>
                    <a:ea typeface="+mn-ea"/>
                    <a:cs typeface="+mn-cs"/>
                  </a:defRPr>
                </a:pPr>
                <a:endParaRPr lang="ru-U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Step 01</c:v>
                </c:pt>
                <c:pt idx="1">
                  <c:v>Step 02</c:v>
                </c:pt>
                <c:pt idx="2">
                  <c:v>Step 03</c:v>
                </c:pt>
                <c:pt idx="3">
                  <c:v>Step 04</c:v>
                </c:pt>
                <c:pt idx="4">
                  <c:v>Step 05</c:v>
                </c:pt>
                <c:pt idx="5">
                  <c:v>Step 06</c:v>
                </c:pt>
              </c:strCache>
            </c:strRef>
          </c:cat>
          <c:val>
            <c:numRef>
              <c:f>Sheet1!$B$2:$B$7</c:f>
              <c:numCache>
                <c:formatCode>0%</c:formatCode>
                <c:ptCount val="6"/>
                <c:pt idx="0">
                  <c:v>0.3</c:v>
                </c:pt>
                <c:pt idx="1">
                  <c:v>0.4</c:v>
                </c:pt>
                <c:pt idx="2">
                  <c:v>0.7</c:v>
                </c:pt>
                <c:pt idx="3">
                  <c:v>0.45</c:v>
                </c:pt>
                <c:pt idx="4">
                  <c:v>0.65</c:v>
                </c:pt>
                <c:pt idx="5">
                  <c:v>0.83</c:v>
                </c:pt>
              </c:numCache>
            </c:numRef>
          </c:val>
          <c:extLst>
            <c:ext xmlns:c16="http://schemas.microsoft.com/office/drawing/2014/chart" uri="{C3380CC4-5D6E-409C-BE32-E72D297353CC}">
              <c16:uniqueId val="{00000000-7574-47CE-95D5-A97BEF983E7B}"/>
            </c:ext>
          </c:extLst>
        </c:ser>
        <c:ser>
          <c:idx val="1"/>
          <c:order val="1"/>
          <c:tx>
            <c:strRef>
              <c:f>Sheet1!$C$1</c:f>
              <c:strCache>
                <c:ptCount val="1"/>
                <c:pt idx="0">
                  <c:v>Series 2</c:v>
                </c:pt>
              </c:strCache>
            </c:strRef>
          </c:tx>
          <c:spPr>
            <a:solidFill>
              <a:schemeClr val="bg2">
                <a:alpha val="20000"/>
              </a:schemeClr>
            </a:solidFill>
            <a:ln>
              <a:noFill/>
            </a:ln>
            <a:effectLst/>
            <a:sp3d/>
          </c:spPr>
          <c:invertIfNegative val="0"/>
          <c:cat>
            <c:strRef>
              <c:f>Sheet1!$A$2:$A$7</c:f>
              <c:strCache>
                <c:ptCount val="6"/>
                <c:pt idx="0">
                  <c:v>Step 01</c:v>
                </c:pt>
                <c:pt idx="1">
                  <c:v>Step 02</c:v>
                </c:pt>
                <c:pt idx="2">
                  <c:v>Step 03</c:v>
                </c:pt>
                <c:pt idx="3">
                  <c:v>Step 04</c:v>
                </c:pt>
                <c:pt idx="4">
                  <c:v>Step 05</c:v>
                </c:pt>
                <c:pt idx="5">
                  <c:v>Step 06</c:v>
                </c:pt>
              </c:strCache>
            </c:strRef>
          </c:cat>
          <c:val>
            <c:numRef>
              <c:f>Sheet1!$C$2:$C$7</c:f>
              <c:numCache>
                <c:formatCode>0%</c:formatCode>
                <c:ptCount val="6"/>
                <c:pt idx="0">
                  <c:v>0.7</c:v>
                </c:pt>
                <c:pt idx="1">
                  <c:v>0.6</c:v>
                </c:pt>
                <c:pt idx="2">
                  <c:v>0.30000000000000004</c:v>
                </c:pt>
                <c:pt idx="3">
                  <c:v>0.55000000000000004</c:v>
                </c:pt>
                <c:pt idx="4">
                  <c:v>0.35</c:v>
                </c:pt>
                <c:pt idx="5">
                  <c:v>0.17000000000000004</c:v>
                </c:pt>
              </c:numCache>
            </c:numRef>
          </c:val>
          <c:extLst>
            <c:ext xmlns:c16="http://schemas.microsoft.com/office/drawing/2014/chart" uri="{C3380CC4-5D6E-409C-BE32-E72D297353CC}">
              <c16:uniqueId val="{00000001-7574-47CE-95D5-A97BEF983E7B}"/>
            </c:ext>
          </c:extLst>
        </c:ser>
        <c:dLbls>
          <c:showLegendKey val="0"/>
          <c:showVal val="0"/>
          <c:showCatName val="0"/>
          <c:showSerName val="0"/>
          <c:showPercent val="0"/>
          <c:showBubbleSize val="0"/>
        </c:dLbls>
        <c:gapWidth val="96"/>
        <c:shape val="cylinder"/>
        <c:axId val="519272784"/>
        <c:axId val="519273440"/>
        <c:axId val="0"/>
      </c:bar3DChart>
      <c:catAx>
        <c:axId val="519272784"/>
        <c:scaling>
          <c:orientation val="minMax"/>
        </c:scaling>
        <c:delete val="1"/>
        <c:axPos val="b"/>
        <c:numFmt formatCode="General" sourceLinked="1"/>
        <c:majorTickMark val="none"/>
        <c:minorTickMark val="none"/>
        <c:tickLblPos val="nextTo"/>
        <c:crossAx val="519273440"/>
        <c:crosses val="autoZero"/>
        <c:auto val="1"/>
        <c:lblAlgn val="ctr"/>
        <c:lblOffset val="100"/>
        <c:noMultiLvlLbl val="0"/>
      </c:catAx>
      <c:valAx>
        <c:axId val="519273440"/>
        <c:scaling>
          <c:orientation val="minMax"/>
        </c:scaling>
        <c:delete val="1"/>
        <c:axPos val="l"/>
        <c:numFmt formatCode="0%" sourceLinked="1"/>
        <c:majorTickMark val="none"/>
        <c:minorTickMark val="none"/>
        <c:tickLblPos val="nextTo"/>
        <c:crossAx val="5192727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gradFill flip="none" rotWithShape="1">
                <a:gsLst>
                  <a:gs pos="0">
                    <a:schemeClr val="accent6"/>
                  </a:gs>
                  <a:gs pos="100000">
                    <a:schemeClr val="accent6">
                      <a:tint val="23500"/>
                      <a:satMod val="160000"/>
                      <a:alpha val="0"/>
                    </a:schemeClr>
                  </a:gs>
                </a:gsLst>
                <a:lin ang="5400000" scaled="1"/>
                <a:tileRect/>
              </a:gradFill>
              <a:ln>
                <a:noFill/>
              </a:ln>
              <a:effectLst/>
            </c:spPr>
            <c:extLst>
              <c:ext xmlns:c16="http://schemas.microsoft.com/office/drawing/2014/chart" uri="{C3380CC4-5D6E-409C-BE32-E72D297353CC}">
                <c16:uniqueId val="{00000000-C0CE-4BA2-A927-F885A2B3C1A8}"/>
              </c:ext>
            </c:extLst>
          </c:dPt>
          <c:dPt>
            <c:idx val="1"/>
            <c:invertIfNegative val="0"/>
            <c:bubble3D val="0"/>
            <c:spPr>
              <a:gradFill flip="none" rotWithShape="1">
                <a:gsLst>
                  <a:gs pos="0">
                    <a:schemeClr val="accent1"/>
                  </a:gs>
                  <a:gs pos="100000">
                    <a:schemeClr val="accent1">
                      <a:tint val="23500"/>
                      <a:satMod val="160000"/>
                      <a:alpha val="0"/>
                    </a:schemeClr>
                  </a:gs>
                </a:gsLst>
                <a:lin ang="5400000" scaled="1"/>
                <a:tileRect/>
              </a:gradFill>
              <a:ln>
                <a:noFill/>
              </a:ln>
              <a:effectLst/>
            </c:spPr>
            <c:extLst>
              <c:ext xmlns:c16="http://schemas.microsoft.com/office/drawing/2014/chart" uri="{C3380CC4-5D6E-409C-BE32-E72D297353CC}">
                <c16:uniqueId val="{00000005-C0CE-4BA2-A927-F885A2B3C1A8}"/>
              </c:ext>
            </c:extLst>
          </c:dPt>
          <c:dPt>
            <c:idx val="2"/>
            <c:invertIfNegative val="0"/>
            <c:bubble3D val="0"/>
            <c:spPr>
              <a:gradFill flip="none" rotWithShape="1">
                <a:gsLst>
                  <a:gs pos="0">
                    <a:schemeClr val="accent2"/>
                  </a:gs>
                  <a:gs pos="100000">
                    <a:schemeClr val="accent2">
                      <a:tint val="23500"/>
                      <a:satMod val="160000"/>
                      <a:alpha val="0"/>
                    </a:schemeClr>
                  </a:gs>
                </a:gsLst>
                <a:lin ang="5400000" scaled="1"/>
                <a:tileRect/>
              </a:gradFill>
              <a:ln>
                <a:noFill/>
              </a:ln>
              <a:effectLst/>
            </c:spPr>
            <c:extLst>
              <c:ext xmlns:c16="http://schemas.microsoft.com/office/drawing/2014/chart" uri="{C3380CC4-5D6E-409C-BE32-E72D297353CC}">
                <c16:uniqueId val="{00000004-C0CE-4BA2-A927-F885A2B3C1A8}"/>
              </c:ext>
            </c:extLst>
          </c:dPt>
          <c:dPt>
            <c:idx val="3"/>
            <c:invertIfNegative val="0"/>
            <c:bubble3D val="0"/>
            <c:spPr>
              <a:gradFill flip="none" rotWithShape="1">
                <a:gsLst>
                  <a:gs pos="0">
                    <a:schemeClr val="accent3"/>
                  </a:gs>
                  <a:gs pos="100000">
                    <a:schemeClr val="accent3">
                      <a:tint val="23500"/>
                      <a:satMod val="160000"/>
                      <a:alpha val="0"/>
                    </a:schemeClr>
                  </a:gs>
                </a:gsLst>
                <a:lin ang="5400000" scaled="1"/>
                <a:tileRect/>
              </a:gradFill>
              <a:ln>
                <a:noFill/>
              </a:ln>
              <a:effectLst/>
            </c:spPr>
            <c:extLst>
              <c:ext xmlns:c16="http://schemas.microsoft.com/office/drawing/2014/chart" uri="{C3380CC4-5D6E-409C-BE32-E72D297353CC}">
                <c16:uniqueId val="{00000003-C0CE-4BA2-A927-F885A2B3C1A8}"/>
              </c:ext>
            </c:extLst>
          </c:dPt>
          <c:dPt>
            <c:idx val="4"/>
            <c:invertIfNegative val="0"/>
            <c:bubble3D val="0"/>
            <c:spPr>
              <a:gradFill flip="none" rotWithShape="1">
                <a:gsLst>
                  <a:gs pos="0">
                    <a:schemeClr val="accent4"/>
                  </a:gs>
                  <a:gs pos="100000">
                    <a:schemeClr val="accent4">
                      <a:tint val="23500"/>
                      <a:satMod val="160000"/>
                      <a:alpha val="0"/>
                    </a:schemeClr>
                  </a:gs>
                </a:gsLst>
                <a:lin ang="5400000" scaled="1"/>
                <a:tileRect/>
              </a:gradFill>
              <a:ln>
                <a:noFill/>
              </a:ln>
              <a:effectLst/>
            </c:spPr>
            <c:extLst>
              <c:ext xmlns:c16="http://schemas.microsoft.com/office/drawing/2014/chart" uri="{C3380CC4-5D6E-409C-BE32-E72D297353CC}">
                <c16:uniqueId val="{00000002-C0CE-4BA2-A927-F885A2B3C1A8}"/>
              </c:ext>
            </c:extLst>
          </c:dPt>
          <c:dPt>
            <c:idx val="5"/>
            <c:invertIfNegative val="0"/>
            <c:bubble3D val="0"/>
            <c:spPr>
              <a:gradFill flip="none" rotWithShape="1">
                <a:gsLst>
                  <a:gs pos="0">
                    <a:schemeClr val="accent5"/>
                  </a:gs>
                  <a:gs pos="100000">
                    <a:schemeClr val="accent5">
                      <a:tint val="23500"/>
                      <a:satMod val="160000"/>
                      <a:alpha val="0"/>
                    </a:schemeClr>
                  </a:gs>
                </a:gsLst>
                <a:lin ang="5400000" scaled="1"/>
                <a:tileRect/>
              </a:gradFill>
              <a:ln>
                <a:noFill/>
              </a:ln>
              <a:effectLst/>
            </c:spPr>
            <c:extLst>
              <c:ext xmlns:c16="http://schemas.microsoft.com/office/drawing/2014/chart" uri="{C3380CC4-5D6E-409C-BE32-E72D297353CC}">
                <c16:uniqueId val="{00000001-C0CE-4BA2-A927-F885A2B3C1A8}"/>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A</c:v>
                </c:pt>
                <c:pt idx="1">
                  <c:v>B</c:v>
                </c:pt>
                <c:pt idx="2">
                  <c:v>C</c:v>
                </c:pt>
                <c:pt idx="3">
                  <c:v>D</c:v>
                </c:pt>
                <c:pt idx="4">
                  <c:v>E</c:v>
                </c:pt>
                <c:pt idx="5">
                  <c:v>F</c:v>
                </c:pt>
              </c:strCache>
            </c:strRef>
          </c:cat>
          <c:val>
            <c:numRef>
              <c:f>Sheet1!$B$2:$B$7</c:f>
              <c:numCache>
                <c:formatCode>General</c:formatCode>
                <c:ptCount val="6"/>
                <c:pt idx="0">
                  <c:v>80</c:v>
                </c:pt>
                <c:pt idx="1">
                  <c:v>50</c:v>
                </c:pt>
                <c:pt idx="2">
                  <c:v>60</c:v>
                </c:pt>
                <c:pt idx="3">
                  <c:v>30</c:v>
                </c:pt>
                <c:pt idx="4">
                  <c:v>70</c:v>
                </c:pt>
                <c:pt idx="5">
                  <c:v>45</c:v>
                </c:pt>
              </c:numCache>
            </c:numRef>
          </c:val>
          <c:extLst>
            <c:ext xmlns:c16="http://schemas.microsoft.com/office/drawing/2014/chart" uri="{C3380CC4-5D6E-409C-BE32-E72D297353CC}">
              <c16:uniqueId val="{00000000-6DFD-4EFB-B2A2-D3A21339BF4F}"/>
            </c:ext>
          </c:extLst>
        </c:ser>
        <c:ser>
          <c:idx val="1"/>
          <c:order val="1"/>
          <c:tx>
            <c:strRef>
              <c:f>Sheet1!$C$1</c:f>
              <c:strCache>
                <c:ptCount val="1"/>
                <c:pt idx="0">
                  <c:v>Column1</c:v>
                </c:pt>
              </c:strCache>
            </c:strRef>
          </c:tx>
          <c:spPr>
            <a:solidFill>
              <a:schemeClr val="accent2"/>
            </a:solidFill>
            <a:ln>
              <a:noFill/>
            </a:ln>
            <a:effectLst/>
          </c:spPr>
          <c:invertIfNegative val="0"/>
          <c:cat>
            <c:strRef>
              <c:f>Sheet1!$A$2:$A$7</c:f>
              <c:strCache>
                <c:ptCount val="6"/>
                <c:pt idx="0">
                  <c:v>A</c:v>
                </c:pt>
                <c:pt idx="1">
                  <c:v>B</c:v>
                </c:pt>
                <c:pt idx="2">
                  <c:v>C</c:v>
                </c:pt>
                <c:pt idx="3">
                  <c:v>D</c:v>
                </c:pt>
                <c:pt idx="4">
                  <c:v>E</c:v>
                </c:pt>
                <c:pt idx="5">
                  <c:v>F</c:v>
                </c:pt>
              </c:strCache>
            </c:strRef>
          </c:cat>
          <c:val>
            <c:numRef>
              <c:f>Sheet1!$C$2:$C$7</c:f>
              <c:numCache>
                <c:formatCode>General</c:formatCode>
                <c:ptCount val="6"/>
              </c:numCache>
            </c:numRef>
          </c:val>
          <c:extLst>
            <c:ext xmlns:c16="http://schemas.microsoft.com/office/drawing/2014/chart" uri="{C3380CC4-5D6E-409C-BE32-E72D297353CC}">
              <c16:uniqueId val="{00000001-6DFD-4EFB-B2A2-D3A21339BF4F}"/>
            </c:ext>
          </c:extLst>
        </c:ser>
        <c:ser>
          <c:idx val="2"/>
          <c:order val="2"/>
          <c:tx>
            <c:strRef>
              <c:f>Sheet1!$D$1</c:f>
              <c:strCache>
                <c:ptCount val="1"/>
                <c:pt idx="0">
                  <c:v>Column2</c:v>
                </c:pt>
              </c:strCache>
            </c:strRef>
          </c:tx>
          <c:spPr>
            <a:solidFill>
              <a:schemeClr val="accent3"/>
            </a:solidFill>
            <a:ln>
              <a:noFill/>
            </a:ln>
            <a:effectLst/>
          </c:spPr>
          <c:invertIfNegative val="0"/>
          <c:cat>
            <c:strRef>
              <c:f>Sheet1!$A$2:$A$7</c:f>
              <c:strCache>
                <c:ptCount val="6"/>
                <c:pt idx="0">
                  <c:v>A</c:v>
                </c:pt>
                <c:pt idx="1">
                  <c:v>B</c:v>
                </c:pt>
                <c:pt idx="2">
                  <c:v>C</c:v>
                </c:pt>
                <c:pt idx="3">
                  <c:v>D</c:v>
                </c:pt>
                <c:pt idx="4">
                  <c:v>E</c:v>
                </c:pt>
                <c:pt idx="5">
                  <c:v>F</c:v>
                </c:pt>
              </c:strCache>
            </c:strRef>
          </c:cat>
          <c:val>
            <c:numRef>
              <c:f>Sheet1!$D$2:$D$7</c:f>
              <c:numCache>
                <c:formatCode>General</c:formatCode>
                <c:ptCount val="6"/>
              </c:numCache>
            </c:numRef>
          </c:val>
          <c:extLst>
            <c:ext xmlns:c16="http://schemas.microsoft.com/office/drawing/2014/chart" uri="{C3380CC4-5D6E-409C-BE32-E72D297353CC}">
              <c16:uniqueId val="{00000002-6DFD-4EFB-B2A2-D3A21339BF4F}"/>
            </c:ext>
          </c:extLst>
        </c:ser>
        <c:dLbls>
          <c:showLegendKey val="0"/>
          <c:showVal val="0"/>
          <c:showCatName val="0"/>
          <c:showSerName val="0"/>
          <c:showPercent val="0"/>
          <c:showBubbleSize val="0"/>
        </c:dLbls>
        <c:gapWidth val="0"/>
        <c:overlap val="73"/>
        <c:axId val="903963016"/>
        <c:axId val="903963344"/>
      </c:barChart>
      <c:catAx>
        <c:axId val="9039630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ru-UA"/>
          </a:p>
        </c:txPr>
        <c:crossAx val="903963344"/>
        <c:crosses val="autoZero"/>
        <c:auto val="0"/>
        <c:lblAlgn val="ctr"/>
        <c:lblOffset val="100"/>
        <c:noMultiLvlLbl val="0"/>
      </c:catAx>
      <c:valAx>
        <c:axId val="903963344"/>
        <c:scaling>
          <c:orientation val="minMax"/>
        </c:scaling>
        <c:delete val="1"/>
        <c:axPos val="l"/>
        <c:numFmt formatCode="General" sourceLinked="1"/>
        <c:majorTickMark val="out"/>
        <c:minorTickMark val="none"/>
        <c:tickLblPos val="nextTo"/>
        <c:crossAx val="9039630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cene3d>
          <a:camera prst="orthographicFront"/>
          <a:lightRig rig="threePt" dir="t"/>
        </a:scene3d>
        <a:sp3d>
          <a:bevelT/>
        </a:sp3d>
      </c:spPr>
    </c:sideWall>
    <c:backWall>
      <c:thickness val="0"/>
      <c:spPr>
        <a:noFill/>
        <a:ln>
          <a:noFill/>
        </a:ln>
        <a:effectLst/>
        <a:scene3d>
          <a:camera prst="orthographicFront"/>
          <a:lightRig rig="threePt" dir="t"/>
        </a:scene3d>
        <a:sp3d>
          <a:bevelT/>
        </a:sp3d>
      </c:spPr>
    </c:backWall>
    <c:plotArea>
      <c:layout/>
      <c:bar3DChart>
        <c:barDir val="col"/>
        <c:grouping val="stacked"/>
        <c:varyColors val="0"/>
        <c:ser>
          <c:idx val="0"/>
          <c:order val="0"/>
          <c:tx>
            <c:strRef>
              <c:f>Sheet1!$B$1</c:f>
              <c:strCache>
                <c:ptCount val="1"/>
                <c:pt idx="0">
                  <c:v>Base</c:v>
                </c:pt>
              </c:strCache>
            </c:strRef>
          </c:tx>
          <c:spPr>
            <a:solidFill>
              <a:schemeClr val="bg2"/>
            </a:solidFill>
            <a:ln>
              <a:noFill/>
            </a:ln>
            <a:effectLst>
              <a:outerShdw blurRad="76200" sx="102000" sy="102000" algn="ctr" rotWithShape="0">
                <a:prstClr val="black">
                  <a:alpha val="13000"/>
                </a:prstClr>
              </a:outerShdw>
            </a:effectLst>
            <a:scene3d>
              <a:camera prst="orthographicFront"/>
              <a:lightRig rig="threePt" dir="t"/>
            </a:scene3d>
            <a:sp3d>
              <a:bevelT/>
            </a:sp3d>
          </c:spPr>
          <c:invertIfNegative val="0"/>
          <c:cat>
            <c:strRef>
              <c:f>Sheet1!$A$2:$A$6</c:f>
              <c:strCache>
                <c:ptCount val="5"/>
                <c:pt idx="0">
                  <c:v>Step 01</c:v>
                </c:pt>
                <c:pt idx="1">
                  <c:v>Step 02</c:v>
                </c:pt>
                <c:pt idx="2">
                  <c:v>Step 03</c:v>
                </c:pt>
                <c:pt idx="3">
                  <c:v>Step 04</c:v>
                </c:pt>
                <c:pt idx="4">
                  <c:v>Step 05</c:v>
                </c:pt>
              </c:strCache>
            </c:strRef>
          </c:cat>
          <c:val>
            <c:numRef>
              <c:f>Sheet1!$B$2:$B$6</c:f>
              <c:numCache>
                <c:formatCode>0%</c:formatCode>
                <c:ptCount val="5"/>
                <c:pt idx="0">
                  <c:v>0.15</c:v>
                </c:pt>
                <c:pt idx="1">
                  <c:v>0.15</c:v>
                </c:pt>
                <c:pt idx="2">
                  <c:v>0.15</c:v>
                </c:pt>
                <c:pt idx="3">
                  <c:v>0.15</c:v>
                </c:pt>
                <c:pt idx="4">
                  <c:v>0.15</c:v>
                </c:pt>
              </c:numCache>
            </c:numRef>
          </c:val>
          <c:extLst>
            <c:ext xmlns:c16="http://schemas.microsoft.com/office/drawing/2014/chart" uri="{C3380CC4-5D6E-409C-BE32-E72D297353CC}">
              <c16:uniqueId val="{00000000-8381-42D9-A7EB-DBC0C331E714}"/>
            </c:ext>
          </c:extLst>
        </c:ser>
        <c:ser>
          <c:idx val="1"/>
          <c:order val="1"/>
          <c:tx>
            <c:strRef>
              <c:f>Sheet1!$C$1</c:f>
              <c:strCache>
                <c:ptCount val="1"/>
                <c:pt idx="0">
                  <c:v>Persentage</c:v>
                </c:pt>
              </c:strCache>
            </c:strRef>
          </c:tx>
          <c:spPr>
            <a:solidFill>
              <a:schemeClr val="accent2"/>
            </a:solidFill>
            <a:ln>
              <a:noFill/>
            </a:ln>
            <a:effectLst/>
            <a:scene3d>
              <a:camera prst="orthographicFront"/>
              <a:lightRig rig="threePt" dir="t"/>
            </a:scene3d>
            <a:sp3d>
              <a:bevelT/>
            </a:sp3d>
          </c:spPr>
          <c:invertIfNegative val="0"/>
          <c:dPt>
            <c:idx val="0"/>
            <c:invertIfNegative val="0"/>
            <c:bubble3D val="0"/>
            <c:spPr>
              <a:solidFill>
                <a:schemeClr val="accent1"/>
              </a:solidFill>
              <a:ln>
                <a:noFill/>
              </a:ln>
              <a:effectLst/>
              <a:scene3d>
                <a:camera prst="orthographicFront"/>
                <a:lightRig rig="threePt" dir="t"/>
              </a:scene3d>
              <a:sp3d>
                <a:bevelT/>
              </a:sp3d>
            </c:spPr>
            <c:extLst>
              <c:ext xmlns:c16="http://schemas.microsoft.com/office/drawing/2014/chart" uri="{C3380CC4-5D6E-409C-BE32-E72D297353CC}">
                <c16:uniqueId val="{00000006-8381-42D9-A7EB-DBC0C331E714}"/>
              </c:ext>
            </c:extLst>
          </c:dPt>
          <c:dPt>
            <c:idx val="1"/>
            <c:invertIfNegative val="0"/>
            <c:bubble3D val="0"/>
            <c:spPr>
              <a:solidFill>
                <a:schemeClr val="accent6"/>
              </a:solidFill>
              <a:ln>
                <a:noFill/>
              </a:ln>
              <a:effectLst/>
              <a:scene3d>
                <a:camera prst="orthographicFront"/>
                <a:lightRig rig="threePt" dir="t"/>
              </a:scene3d>
              <a:sp3d>
                <a:bevelT/>
              </a:sp3d>
            </c:spPr>
            <c:extLst>
              <c:ext xmlns:c16="http://schemas.microsoft.com/office/drawing/2014/chart" uri="{C3380CC4-5D6E-409C-BE32-E72D297353CC}">
                <c16:uniqueId val="{00000007-8381-42D9-A7EB-DBC0C331E714}"/>
              </c:ext>
            </c:extLst>
          </c:dPt>
          <c:dPt>
            <c:idx val="2"/>
            <c:invertIfNegative val="0"/>
            <c:bubble3D val="0"/>
            <c:spPr>
              <a:solidFill>
                <a:schemeClr val="accent3"/>
              </a:solidFill>
              <a:ln>
                <a:noFill/>
              </a:ln>
              <a:effectLst/>
              <a:scene3d>
                <a:camera prst="orthographicFront"/>
                <a:lightRig rig="threePt" dir="t"/>
              </a:scene3d>
              <a:sp3d>
                <a:bevelT/>
              </a:sp3d>
            </c:spPr>
            <c:extLst>
              <c:ext xmlns:c16="http://schemas.microsoft.com/office/drawing/2014/chart" uri="{C3380CC4-5D6E-409C-BE32-E72D297353CC}">
                <c16:uniqueId val="{00000008-8381-42D9-A7EB-DBC0C331E714}"/>
              </c:ext>
            </c:extLst>
          </c:dPt>
          <c:dPt>
            <c:idx val="3"/>
            <c:invertIfNegative val="0"/>
            <c:bubble3D val="0"/>
            <c:spPr>
              <a:solidFill>
                <a:schemeClr val="accent4"/>
              </a:solidFill>
              <a:ln>
                <a:noFill/>
              </a:ln>
              <a:effectLst/>
              <a:scene3d>
                <a:camera prst="orthographicFront"/>
                <a:lightRig rig="threePt" dir="t"/>
              </a:scene3d>
              <a:sp3d>
                <a:bevelT/>
              </a:sp3d>
            </c:spPr>
            <c:extLst>
              <c:ext xmlns:c16="http://schemas.microsoft.com/office/drawing/2014/chart" uri="{C3380CC4-5D6E-409C-BE32-E72D297353CC}">
                <c16:uniqueId val="{00000009-8381-42D9-A7EB-DBC0C331E714}"/>
              </c:ext>
            </c:extLst>
          </c:dPt>
          <c:dPt>
            <c:idx val="4"/>
            <c:invertIfNegative val="0"/>
            <c:bubble3D val="0"/>
            <c:spPr>
              <a:solidFill>
                <a:schemeClr val="accent5"/>
              </a:solidFill>
              <a:ln>
                <a:noFill/>
              </a:ln>
              <a:effectLst/>
              <a:scene3d>
                <a:camera prst="orthographicFront"/>
                <a:lightRig rig="threePt" dir="t"/>
              </a:scene3d>
              <a:sp3d>
                <a:bevelT/>
              </a:sp3d>
            </c:spPr>
            <c:extLst>
              <c:ext xmlns:c16="http://schemas.microsoft.com/office/drawing/2014/chart" uri="{C3380CC4-5D6E-409C-BE32-E72D297353CC}">
                <c16:uniqueId val="{0000000A-8381-42D9-A7EB-DBC0C331E714}"/>
              </c:ext>
            </c:extLst>
          </c:dPt>
          <c:dLbls>
            <c:dLbl>
              <c:idx val="0"/>
              <c:layout>
                <c:manualLayout>
                  <c:x val="2.3577954612437153E-3"/>
                  <c:y val="0.13817076765551847"/>
                </c:manualLayout>
              </c:layout>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accent1"/>
                      </a:solidFill>
                      <a:latin typeface="+mn-lt"/>
                      <a:ea typeface="+mn-ea"/>
                      <a:cs typeface="+mn-cs"/>
                    </a:defRPr>
                  </a:pPr>
                  <a:endParaRPr lang="ru-UA"/>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381-42D9-A7EB-DBC0C331E714}"/>
                </c:ext>
              </c:extLst>
            </c:dLbl>
            <c:dLbl>
              <c:idx val="1"/>
              <c:layout>
                <c:manualLayout>
                  <c:x val="4.7155909224874306E-3"/>
                  <c:y val="0.2476645835334767"/>
                </c:manualLayout>
              </c:layout>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accent6"/>
                      </a:solidFill>
                      <a:latin typeface="+mn-lt"/>
                      <a:ea typeface="+mn-ea"/>
                      <a:cs typeface="+mn-cs"/>
                    </a:defRPr>
                  </a:pPr>
                  <a:endParaRPr lang="ru-UA"/>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381-42D9-A7EB-DBC0C331E714}"/>
                </c:ext>
              </c:extLst>
            </c:dLbl>
            <c:dLbl>
              <c:idx val="2"/>
              <c:layout>
                <c:manualLayout>
                  <c:x val="3.5366931918656055E-3"/>
                  <c:y val="0.16424072381693727"/>
                </c:manualLayout>
              </c:layout>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accent3"/>
                      </a:solidFill>
                      <a:latin typeface="+mn-lt"/>
                      <a:ea typeface="+mn-ea"/>
                      <a:cs typeface="+mn-cs"/>
                    </a:defRPr>
                  </a:pPr>
                  <a:endParaRPr lang="ru-UA"/>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381-42D9-A7EB-DBC0C331E714}"/>
                </c:ext>
              </c:extLst>
            </c:dLbl>
            <c:dLbl>
              <c:idx val="3"/>
              <c:layout>
                <c:manualLayout>
                  <c:x val="2.3577954612436507E-3"/>
                  <c:y val="0.21377364052363251"/>
                </c:manualLayout>
              </c:layout>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accent4"/>
                      </a:solidFill>
                      <a:latin typeface="+mn-lt"/>
                      <a:ea typeface="+mn-ea"/>
                      <a:cs typeface="+mn-cs"/>
                    </a:defRPr>
                  </a:pPr>
                  <a:endParaRPr lang="ru-UA"/>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381-42D9-A7EB-DBC0C331E714}"/>
                </c:ext>
              </c:extLst>
            </c:dLbl>
            <c:dLbl>
              <c:idx val="4"/>
              <c:layout>
                <c:manualLayout>
                  <c:x val="2.357795461243737E-3"/>
                  <c:y val="0.27894853092717892"/>
                </c:manualLayout>
              </c:layout>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accent5"/>
                      </a:solidFill>
                      <a:latin typeface="+mn-lt"/>
                      <a:ea typeface="+mn-ea"/>
                      <a:cs typeface="+mn-cs"/>
                    </a:defRPr>
                  </a:pPr>
                  <a:endParaRPr lang="ru-UA"/>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381-42D9-A7EB-DBC0C331E714}"/>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ru-U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Step 01</c:v>
                </c:pt>
                <c:pt idx="1">
                  <c:v>Step 02</c:v>
                </c:pt>
                <c:pt idx="2">
                  <c:v>Step 03</c:v>
                </c:pt>
                <c:pt idx="3">
                  <c:v>Step 04</c:v>
                </c:pt>
                <c:pt idx="4">
                  <c:v>Step 05</c:v>
                </c:pt>
              </c:strCache>
            </c:strRef>
          </c:cat>
          <c:val>
            <c:numRef>
              <c:f>Sheet1!$C$2:$C$6</c:f>
              <c:numCache>
                <c:formatCode>0%</c:formatCode>
                <c:ptCount val="5"/>
                <c:pt idx="0">
                  <c:v>0.3</c:v>
                </c:pt>
                <c:pt idx="1">
                  <c:v>0.65</c:v>
                </c:pt>
                <c:pt idx="2">
                  <c:v>0.4</c:v>
                </c:pt>
                <c:pt idx="3">
                  <c:v>0.55000000000000004</c:v>
                </c:pt>
                <c:pt idx="4">
                  <c:v>0.75</c:v>
                </c:pt>
              </c:numCache>
            </c:numRef>
          </c:val>
          <c:extLst>
            <c:ext xmlns:c16="http://schemas.microsoft.com/office/drawing/2014/chart" uri="{C3380CC4-5D6E-409C-BE32-E72D297353CC}">
              <c16:uniqueId val="{00000001-8381-42D9-A7EB-DBC0C331E714}"/>
            </c:ext>
          </c:extLst>
        </c:ser>
        <c:ser>
          <c:idx val="2"/>
          <c:order val="2"/>
          <c:tx>
            <c:strRef>
              <c:f>Sheet1!$D$1</c:f>
              <c:strCache>
                <c:ptCount val="1"/>
                <c:pt idx="0">
                  <c:v>Transparent</c:v>
                </c:pt>
              </c:strCache>
            </c:strRef>
          </c:tx>
          <c:spPr>
            <a:solidFill>
              <a:schemeClr val="bg2">
                <a:lumMod val="95000"/>
                <a:alpha val="48000"/>
              </a:schemeClr>
            </a:solidFill>
            <a:ln>
              <a:noFill/>
            </a:ln>
            <a:effectLst/>
            <a:scene3d>
              <a:camera prst="orthographicFront"/>
              <a:lightRig rig="threePt" dir="t"/>
            </a:scene3d>
            <a:sp3d>
              <a:bevelT/>
            </a:sp3d>
          </c:spPr>
          <c:invertIfNegative val="0"/>
          <c:cat>
            <c:strRef>
              <c:f>Sheet1!$A$2:$A$6</c:f>
              <c:strCache>
                <c:ptCount val="5"/>
                <c:pt idx="0">
                  <c:v>Step 01</c:v>
                </c:pt>
                <c:pt idx="1">
                  <c:v>Step 02</c:v>
                </c:pt>
                <c:pt idx="2">
                  <c:v>Step 03</c:v>
                </c:pt>
                <c:pt idx="3">
                  <c:v>Step 04</c:v>
                </c:pt>
                <c:pt idx="4">
                  <c:v>Step 05</c:v>
                </c:pt>
              </c:strCache>
            </c:strRef>
          </c:cat>
          <c:val>
            <c:numRef>
              <c:f>Sheet1!$D$2:$D$6</c:f>
              <c:numCache>
                <c:formatCode>0%</c:formatCode>
                <c:ptCount val="5"/>
                <c:pt idx="0">
                  <c:v>0.7</c:v>
                </c:pt>
                <c:pt idx="1">
                  <c:v>0.35</c:v>
                </c:pt>
                <c:pt idx="2">
                  <c:v>0.6</c:v>
                </c:pt>
                <c:pt idx="3">
                  <c:v>0.45</c:v>
                </c:pt>
                <c:pt idx="4">
                  <c:v>0.25</c:v>
                </c:pt>
              </c:numCache>
            </c:numRef>
          </c:val>
          <c:extLst>
            <c:ext xmlns:c16="http://schemas.microsoft.com/office/drawing/2014/chart" uri="{C3380CC4-5D6E-409C-BE32-E72D297353CC}">
              <c16:uniqueId val="{00000003-8381-42D9-A7EB-DBC0C331E714}"/>
            </c:ext>
          </c:extLst>
        </c:ser>
        <c:dLbls>
          <c:showLegendKey val="0"/>
          <c:showVal val="0"/>
          <c:showCatName val="0"/>
          <c:showSerName val="0"/>
          <c:showPercent val="0"/>
          <c:showBubbleSize val="0"/>
        </c:dLbls>
        <c:gapWidth val="107"/>
        <c:gapDepth val="346"/>
        <c:shape val="box"/>
        <c:axId val="491348384"/>
        <c:axId val="491346088"/>
        <c:axId val="0"/>
      </c:bar3DChart>
      <c:catAx>
        <c:axId val="491348384"/>
        <c:scaling>
          <c:orientation val="minMax"/>
        </c:scaling>
        <c:delete val="1"/>
        <c:axPos val="b"/>
        <c:numFmt formatCode="General" sourceLinked="1"/>
        <c:majorTickMark val="none"/>
        <c:minorTickMark val="none"/>
        <c:tickLblPos val="nextTo"/>
        <c:crossAx val="491346088"/>
        <c:crosses val="autoZero"/>
        <c:auto val="1"/>
        <c:lblAlgn val="ctr"/>
        <c:lblOffset val="100"/>
        <c:noMultiLvlLbl val="0"/>
      </c:catAx>
      <c:valAx>
        <c:axId val="491346088"/>
        <c:scaling>
          <c:orientation val="minMax"/>
        </c:scaling>
        <c:delete val="1"/>
        <c:axPos val="l"/>
        <c:numFmt formatCode="0%" sourceLinked="1"/>
        <c:majorTickMark val="none"/>
        <c:minorTickMark val="none"/>
        <c:tickLblPos val="nextTo"/>
        <c:crossAx val="4913483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2001</c:v>
                </c:pt>
              </c:strCache>
            </c:strRef>
          </c:tx>
          <c:spPr>
            <a:blipFill>
              <a:blip xmlns:r="http://schemas.openxmlformats.org/officeDocument/2006/relationships" r:embed="rId3"/>
              <a:stretch>
                <a:fillRect/>
              </a:stretch>
            </a:blip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Infodata</c:v>
                </c:pt>
              </c:strCache>
            </c:strRef>
          </c:cat>
          <c:val>
            <c:numRef>
              <c:f>Sheet1!$B$2</c:f>
              <c:numCache>
                <c:formatCode>General</c:formatCode>
                <c:ptCount val="1"/>
                <c:pt idx="0">
                  <c:v>70</c:v>
                </c:pt>
              </c:numCache>
            </c:numRef>
          </c:val>
          <c:extLst>
            <c:ext xmlns:c16="http://schemas.microsoft.com/office/drawing/2014/chart" uri="{C3380CC4-5D6E-409C-BE32-E72D297353CC}">
              <c16:uniqueId val="{00000000-6AF2-4970-8D78-026FFCD782A0}"/>
            </c:ext>
          </c:extLst>
        </c:ser>
        <c:ser>
          <c:idx val="1"/>
          <c:order val="1"/>
          <c:tx>
            <c:strRef>
              <c:f>Sheet1!$C$1</c:f>
              <c:strCache>
                <c:ptCount val="1"/>
                <c:pt idx="0">
                  <c:v>2003</c:v>
                </c:pt>
              </c:strCache>
            </c:strRef>
          </c:tx>
          <c:spPr>
            <a:blipFill>
              <a:blip xmlns:r="http://schemas.openxmlformats.org/officeDocument/2006/relationships" r:embed="rId4"/>
              <a:stretch>
                <a:fillRect/>
              </a:stretch>
            </a:blipFill>
            <a:ln>
              <a:noFill/>
            </a:ln>
            <a:effectLst/>
          </c:spPr>
          <c:invertIfNegative val="0"/>
          <c:dPt>
            <c:idx val="0"/>
            <c:invertIfNegative val="0"/>
            <c:bubble3D val="0"/>
            <c:spPr>
              <a:blipFill>
                <a:blip xmlns:r="http://schemas.openxmlformats.org/officeDocument/2006/relationships" r:embed="rId4"/>
                <a:stretch>
                  <a:fillRect/>
                </a:stretch>
              </a:blipFill>
              <a:ln>
                <a:noFill/>
              </a:ln>
              <a:effectLst/>
            </c:spPr>
            <c:extLst>
              <c:ext xmlns:c16="http://schemas.microsoft.com/office/drawing/2014/chart" uri="{C3380CC4-5D6E-409C-BE32-E72D297353CC}">
                <c16:uniqueId val="{00000000-7C16-42BA-9B47-8229D73077D7}"/>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Infodata</c:v>
                </c:pt>
              </c:strCache>
            </c:strRef>
          </c:cat>
          <c:val>
            <c:numRef>
              <c:f>Sheet1!$C$2</c:f>
              <c:numCache>
                <c:formatCode>General</c:formatCode>
                <c:ptCount val="1"/>
                <c:pt idx="0">
                  <c:v>100</c:v>
                </c:pt>
              </c:numCache>
            </c:numRef>
          </c:val>
          <c:extLst>
            <c:ext xmlns:c16="http://schemas.microsoft.com/office/drawing/2014/chart" uri="{C3380CC4-5D6E-409C-BE32-E72D297353CC}">
              <c16:uniqueId val="{00000006-6AF2-4970-8D78-026FFCD782A0}"/>
            </c:ext>
          </c:extLst>
        </c:ser>
        <c:ser>
          <c:idx val="2"/>
          <c:order val="2"/>
          <c:tx>
            <c:strRef>
              <c:f>Sheet1!$D$1</c:f>
              <c:strCache>
                <c:ptCount val="1"/>
                <c:pt idx="0">
                  <c:v>2009</c:v>
                </c:pt>
              </c:strCache>
            </c:strRef>
          </c:tx>
          <c:spPr>
            <a:blipFill>
              <a:blip xmlns:r="http://schemas.openxmlformats.org/officeDocument/2006/relationships" r:embed="rId5"/>
              <a:stretch>
                <a:fillRect/>
              </a:stretch>
            </a:blip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Infodata</c:v>
                </c:pt>
              </c:strCache>
            </c:strRef>
          </c:cat>
          <c:val>
            <c:numRef>
              <c:f>Sheet1!$D$2</c:f>
              <c:numCache>
                <c:formatCode>General</c:formatCode>
                <c:ptCount val="1"/>
                <c:pt idx="0">
                  <c:v>50</c:v>
                </c:pt>
              </c:numCache>
            </c:numRef>
          </c:val>
          <c:extLst>
            <c:ext xmlns:c16="http://schemas.microsoft.com/office/drawing/2014/chart" uri="{C3380CC4-5D6E-409C-BE32-E72D297353CC}">
              <c16:uniqueId val="{00000007-6AF2-4970-8D78-026FFCD782A0}"/>
            </c:ext>
          </c:extLst>
        </c:ser>
        <c:ser>
          <c:idx val="3"/>
          <c:order val="3"/>
          <c:tx>
            <c:strRef>
              <c:f>Sheet1!$E$1</c:f>
              <c:strCache>
                <c:ptCount val="1"/>
                <c:pt idx="0">
                  <c:v>2012</c:v>
                </c:pt>
              </c:strCache>
            </c:strRef>
          </c:tx>
          <c:spPr>
            <a:blipFill>
              <a:blip xmlns:r="http://schemas.openxmlformats.org/officeDocument/2006/relationships" r:embed="rId6"/>
              <a:stretch>
                <a:fillRect/>
              </a:stretch>
            </a:blip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Infodata</c:v>
                </c:pt>
              </c:strCache>
            </c:strRef>
          </c:cat>
          <c:val>
            <c:numRef>
              <c:f>Sheet1!$E$2</c:f>
              <c:numCache>
                <c:formatCode>General</c:formatCode>
                <c:ptCount val="1"/>
                <c:pt idx="0">
                  <c:v>70</c:v>
                </c:pt>
              </c:numCache>
            </c:numRef>
          </c:val>
          <c:extLst>
            <c:ext xmlns:c16="http://schemas.microsoft.com/office/drawing/2014/chart" uri="{C3380CC4-5D6E-409C-BE32-E72D297353CC}">
              <c16:uniqueId val="{00000008-6AF2-4970-8D78-026FFCD782A0}"/>
            </c:ext>
          </c:extLst>
        </c:ser>
        <c:ser>
          <c:idx val="4"/>
          <c:order val="4"/>
          <c:tx>
            <c:strRef>
              <c:f>Sheet1!$F$1</c:f>
              <c:strCache>
                <c:ptCount val="1"/>
                <c:pt idx="0">
                  <c:v>2015</c:v>
                </c:pt>
              </c:strCache>
            </c:strRef>
          </c:tx>
          <c:spPr>
            <a:blipFill>
              <a:blip xmlns:r="http://schemas.openxmlformats.org/officeDocument/2006/relationships" r:embed="rId7"/>
              <a:stretch>
                <a:fillRect/>
              </a:stretch>
            </a:blip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Infodata</c:v>
                </c:pt>
              </c:strCache>
            </c:strRef>
          </c:cat>
          <c:val>
            <c:numRef>
              <c:f>Sheet1!$F$2</c:f>
              <c:numCache>
                <c:formatCode>General</c:formatCode>
                <c:ptCount val="1"/>
                <c:pt idx="0">
                  <c:v>90</c:v>
                </c:pt>
              </c:numCache>
            </c:numRef>
          </c:val>
          <c:extLst>
            <c:ext xmlns:c16="http://schemas.microsoft.com/office/drawing/2014/chart" uri="{C3380CC4-5D6E-409C-BE32-E72D297353CC}">
              <c16:uniqueId val="{00000009-6AF2-4970-8D78-026FFCD782A0}"/>
            </c:ext>
          </c:extLst>
        </c:ser>
        <c:ser>
          <c:idx val="5"/>
          <c:order val="5"/>
          <c:tx>
            <c:strRef>
              <c:f>Sheet1!$G$1</c:f>
              <c:strCache>
                <c:ptCount val="1"/>
                <c:pt idx="0">
                  <c:v>2020</c:v>
                </c:pt>
              </c:strCache>
            </c:strRef>
          </c:tx>
          <c:spPr>
            <a:blipFill>
              <a:blip xmlns:r="http://schemas.openxmlformats.org/officeDocument/2006/relationships" r:embed="rId8"/>
              <a:stretch>
                <a:fillRect/>
              </a:stretch>
            </a:blip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Infodata</c:v>
                </c:pt>
              </c:strCache>
            </c:strRef>
          </c:cat>
          <c:val>
            <c:numRef>
              <c:f>Sheet1!$G$2</c:f>
              <c:numCache>
                <c:formatCode>General</c:formatCode>
                <c:ptCount val="1"/>
                <c:pt idx="0">
                  <c:v>60</c:v>
                </c:pt>
              </c:numCache>
            </c:numRef>
          </c:val>
          <c:extLst>
            <c:ext xmlns:c16="http://schemas.microsoft.com/office/drawing/2014/chart" uri="{C3380CC4-5D6E-409C-BE32-E72D297353CC}">
              <c16:uniqueId val="{0000000A-6AF2-4970-8D78-026FFCD782A0}"/>
            </c:ext>
          </c:extLst>
        </c:ser>
        <c:dLbls>
          <c:dLblPos val="outEnd"/>
          <c:showLegendKey val="0"/>
          <c:showVal val="1"/>
          <c:showCatName val="0"/>
          <c:showSerName val="0"/>
          <c:showPercent val="0"/>
          <c:showBubbleSize val="0"/>
        </c:dLbls>
        <c:gapWidth val="120"/>
        <c:overlap val="31"/>
        <c:axId val="199038816"/>
        <c:axId val="199039144"/>
      </c:barChart>
      <c:catAx>
        <c:axId val="199038816"/>
        <c:scaling>
          <c:orientation val="minMax"/>
        </c:scaling>
        <c:delete val="1"/>
        <c:axPos val="b"/>
        <c:numFmt formatCode="General" sourceLinked="1"/>
        <c:majorTickMark val="out"/>
        <c:minorTickMark val="none"/>
        <c:tickLblPos val="nextTo"/>
        <c:crossAx val="199039144"/>
        <c:crossesAt val="0"/>
        <c:auto val="1"/>
        <c:lblAlgn val="ctr"/>
        <c:lblOffset val="100"/>
        <c:noMultiLvlLbl val="0"/>
      </c:catAx>
      <c:valAx>
        <c:axId val="199039144"/>
        <c:scaling>
          <c:orientation val="minMax"/>
          <c:max val="120"/>
        </c:scaling>
        <c:delete val="0"/>
        <c:axPos val="l"/>
        <c:majorGridlines>
          <c:spPr>
            <a:ln w="9525" cap="flat" cmpd="sng" algn="ctr">
              <a:solidFill>
                <a:schemeClr val="bg2">
                  <a:lumMod val="75000"/>
                  <a:lumOff val="2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UA"/>
          </a:p>
        </c:txPr>
        <c:crossAx val="199038816"/>
        <c:crosses val="autoZero"/>
        <c:crossBetween val="between"/>
      </c:valAx>
      <c:spPr>
        <a:noFill/>
        <a:ln>
          <a:noFill/>
        </a:ln>
        <a:effectLst/>
      </c:spPr>
    </c:plotArea>
    <c:legend>
      <c:legendPos val="b"/>
      <c:layout>
        <c:manualLayout>
          <c:xMode val="edge"/>
          <c:yMode val="edge"/>
          <c:x val="0.13261607142857143"/>
          <c:y val="0.92864500000000005"/>
          <c:w val="0.76416589506172838"/>
          <c:h val="5.2540185185185183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ru-UA"/>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9">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Change</c:v>
                </c:pt>
              </c:strCache>
            </c:strRef>
          </c:tx>
          <c:spPr>
            <a:solidFill>
              <a:schemeClr val="accent1"/>
            </a:solidFill>
            <a:ln>
              <a:noFill/>
            </a:ln>
            <a:effectLst/>
          </c:spPr>
          <c:invertIfNegative val="0"/>
          <c:dPt>
            <c:idx val="1"/>
            <c:invertIfNegative val="0"/>
            <c:bubble3D val="0"/>
            <c:spPr>
              <a:solidFill>
                <a:schemeClr val="accent2"/>
              </a:solidFill>
              <a:ln>
                <a:noFill/>
              </a:ln>
              <a:effectLst/>
            </c:spPr>
            <c:extLst>
              <c:ext xmlns:c16="http://schemas.microsoft.com/office/drawing/2014/chart" uri="{C3380CC4-5D6E-409C-BE32-E72D297353CC}">
                <c16:uniqueId val="{00000006-5A9B-4AC0-A311-23BC345086C3}"/>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7-5A9B-4AC0-A311-23BC345086C3}"/>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8-5A9B-4AC0-A311-23BC345086C3}"/>
              </c:ext>
            </c:extLst>
          </c:dPt>
          <c:dPt>
            <c:idx val="4"/>
            <c:invertIfNegative val="0"/>
            <c:bubble3D val="0"/>
            <c:spPr>
              <a:solidFill>
                <a:schemeClr val="accent5"/>
              </a:solidFill>
              <a:ln>
                <a:noFill/>
              </a:ln>
              <a:effectLst/>
            </c:spPr>
            <c:extLst>
              <c:ext xmlns:c16="http://schemas.microsoft.com/office/drawing/2014/chart" uri="{C3380CC4-5D6E-409C-BE32-E72D297353CC}">
                <c16:uniqueId val="{00000009-5A9B-4AC0-A311-23BC345086C3}"/>
              </c:ext>
            </c:extLst>
          </c:dPt>
          <c:dPt>
            <c:idx val="5"/>
            <c:invertIfNegative val="0"/>
            <c:bubble3D val="0"/>
            <c:spPr>
              <a:solidFill>
                <a:schemeClr val="accent5">
                  <a:lumMod val="50000"/>
                </a:schemeClr>
              </a:solidFill>
              <a:ln>
                <a:noFill/>
              </a:ln>
              <a:effectLst/>
            </c:spPr>
            <c:extLst>
              <c:ext xmlns:c16="http://schemas.microsoft.com/office/drawing/2014/chart" uri="{C3380CC4-5D6E-409C-BE32-E72D297353CC}">
                <c16:uniqueId val="{0000000A-5A9B-4AC0-A311-23BC345086C3}"/>
              </c:ext>
            </c:extLst>
          </c:dPt>
          <c:dPt>
            <c:idx val="6"/>
            <c:invertIfNegative val="0"/>
            <c:bubble3D val="0"/>
            <c:spPr>
              <a:solidFill>
                <a:schemeClr val="accent6"/>
              </a:solidFill>
              <a:ln>
                <a:noFill/>
              </a:ln>
              <a:effectLst/>
            </c:spPr>
            <c:extLst>
              <c:ext xmlns:c16="http://schemas.microsoft.com/office/drawing/2014/chart" uri="{C3380CC4-5D6E-409C-BE32-E72D297353CC}">
                <c16:uniqueId val="{0000000B-5A9B-4AC0-A311-23BC345086C3}"/>
              </c:ext>
            </c:extLst>
          </c:dPt>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275</c:v>
                </c:pt>
                <c:pt idx="1">
                  <c:v>150</c:v>
                </c:pt>
                <c:pt idx="2">
                  <c:v>225</c:v>
                </c:pt>
                <c:pt idx="3">
                  <c:v>350</c:v>
                </c:pt>
                <c:pt idx="4">
                  <c:v>125</c:v>
                </c:pt>
                <c:pt idx="5">
                  <c:v>180</c:v>
                </c:pt>
                <c:pt idx="6">
                  <c:v>230</c:v>
                </c:pt>
              </c:numCache>
            </c:numRef>
          </c:val>
          <c:extLst>
            <c:ext xmlns:c16="http://schemas.microsoft.com/office/drawing/2014/chart" uri="{C3380CC4-5D6E-409C-BE32-E72D297353CC}">
              <c16:uniqueId val="{00000000-5A9B-4AC0-A311-23BC345086C3}"/>
            </c:ext>
          </c:extLst>
        </c:ser>
        <c:ser>
          <c:idx val="1"/>
          <c:order val="1"/>
          <c:tx>
            <c:strRef>
              <c:f>Sheet1!$C$1</c:f>
              <c:strCache>
                <c:ptCount val="1"/>
                <c:pt idx="0">
                  <c:v>NOT Change</c:v>
                </c:pt>
              </c:strCache>
            </c:strRef>
          </c:tx>
          <c:spPr>
            <a:blipFill>
              <a:blip xmlns:r="http://schemas.openxmlformats.org/officeDocument/2006/relationships" r:embed="rId3"/>
              <a:stretch>
                <a:fillRect/>
              </a:stretch>
            </a:blipFill>
            <a:ln>
              <a:noFill/>
            </a:ln>
            <a:effectLst/>
          </c:spPr>
          <c:invertIfNegative val="0"/>
          <c:dPt>
            <c:idx val="0"/>
            <c:invertIfNegative val="0"/>
            <c:bubble3D val="0"/>
            <c:spPr>
              <a:blipFill>
                <a:blip xmlns:r="http://schemas.openxmlformats.org/officeDocument/2006/relationships" r:embed="rId4"/>
                <a:stretch>
                  <a:fillRect/>
                </a:stretch>
              </a:blipFill>
              <a:ln>
                <a:noFill/>
              </a:ln>
              <a:effectLst/>
            </c:spPr>
            <c:extLst>
              <c:ext xmlns:c16="http://schemas.microsoft.com/office/drawing/2014/chart" uri="{C3380CC4-5D6E-409C-BE32-E72D297353CC}">
                <c16:uniqueId val="{00000005-5A9B-4AC0-A311-23BC345086C3}"/>
              </c:ext>
            </c:extLst>
          </c:dPt>
          <c:dPt>
            <c:idx val="1"/>
            <c:invertIfNegative val="0"/>
            <c:bubble3D val="0"/>
            <c:spPr>
              <a:blipFill>
                <a:blip xmlns:r="http://schemas.openxmlformats.org/officeDocument/2006/relationships" r:embed="rId5"/>
                <a:stretch>
                  <a:fillRect/>
                </a:stretch>
              </a:blipFill>
              <a:ln>
                <a:noFill/>
              </a:ln>
              <a:effectLst/>
            </c:spPr>
            <c:extLst>
              <c:ext xmlns:c16="http://schemas.microsoft.com/office/drawing/2014/chart" uri="{C3380CC4-5D6E-409C-BE32-E72D297353CC}">
                <c16:uniqueId val="{0000000C-5A9B-4AC0-A311-23BC345086C3}"/>
              </c:ext>
            </c:extLst>
          </c:dPt>
          <c:dPt>
            <c:idx val="2"/>
            <c:invertIfNegative val="0"/>
            <c:bubble3D val="0"/>
            <c:spPr>
              <a:blipFill>
                <a:blip xmlns:r="http://schemas.openxmlformats.org/officeDocument/2006/relationships" r:embed="rId6"/>
                <a:stretch>
                  <a:fillRect/>
                </a:stretch>
              </a:blipFill>
              <a:ln>
                <a:noFill/>
              </a:ln>
              <a:effectLst/>
            </c:spPr>
            <c:extLst>
              <c:ext xmlns:c16="http://schemas.microsoft.com/office/drawing/2014/chart" uri="{C3380CC4-5D6E-409C-BE32-E72D297353CC}">
                <c16:uniqueId val="{0000000D-5A9B-4AC0-A311-23BC345086C3}"/>
              </c:ext>
            </c:extLst>
          </c:dPt>
          <c:dPt>
            <c:idx val="3"/>
            <c:invertIfNegative val="0"/>
            <c:bubble3D val="0"/>
            <c:spPr>
              <a:blipFill>
                <a:blip xmlns:r="http://schemas.openxmlformats.org/officeDocument/2006/relationships" r:embed="rId7"/>
                <a:stretch>
                  <a:fillRect/>
                </a:stretch>
              </a:blipFill>
              <a:ln>
                <a:noFill/>
              </a:ln>
              <a:effectLst/>
            </c:spPr>
            <c:extLst>
              <c:ext xmlns:c16="http://schemas.microsoft.com/office/drawing/2014/chart" uri="{C3380CC4-5D6E-409C-BE32-E72D297353CC}">
                <c16:uniqueId val="{0000000E-5A9B-4AC0-A311-23BC345086C3}"/>
              </c:ext>
            </c:extLst>
          </c:dPt>
          <c:dPt>
            <c:idx val="4"/>
            <c:invertIfNegative val="0"/>
            <c:bubble3D val="0"/>
            <c:spPr>
              <a:blipFill>
                <a:blip xmlns:r="http://schemas.openxmlformats.org/officeDocument/2006/relationships" r:embed="rId8"/>
                <a:stretch>
                  <a:fillRect/>
                </a:stretch>
              </a:blipFill>
              <a:ln>
                <a:noFill/>
              </a:ln>
              <a:effectLst/>
            </c:spPr>
            <c:extLst>
              <c:ext xmlns:c16="http://schemas.microsoft.com/office/drawing/2014/chart" uri="{C3380CC4-5D6E-409C-BE32-E72D297353CC}">
                <c16:uniqueId val="{0000000F-5A9B-4AC0-A311-23BC345086C3}"/>
              </c:ext>
            </c:extLst>
          </c:dPt>
          <c:dPt>
            <c:idx val="5"/>
            <c:invertIfNegative val="0"/>
            <c:bubble3D val="0"/>
            <c:spPr>
              <a:blipFill>
                <a:blip xmlns:r="http://schemas.openxmlformats.org/officeDocument/2006/relationships" r:embed="rId9"/>
                <a:stretch>
                  <a:fillRect/>
                </a:stretch>
              </a:blipFill>
              <a:ln>
                <a:noFill/>
              </a:ln>
              <a:effectLst/>
            </c:spPr>
            <c:extLst>
              <c:ext xmlns:c16="http://schemas.microsoft.com/office/drawing/2014/chart" uri="{C3380CC4-5D6E-409C-BE32-E72D297353CC}">
                <c16:uniqueId val="{00000010-5A9B-4AC0-A311-23BC345086C3}"/>
              </c:ext>
            </c:extLst>
          </c:dPt>
          <c:dPt>
            <c:idx val="6"/>
            <c:invertIfNegative val="0"/>
            <c:bubble3D val="0"/>
            <c:spPr>
              <a:blipFill>
                <a:blip xmlns:r="http://schemas.openxmlformats.org/officeDocument/2006/relationships" r:embed="rId10"/>
                <a:stretch>
                  <a:fillRect/>
                </a:stretch>
              </a:blipFill>
              <a:ln>
                <a:noFill/>
              </a:ln>
              <a:effectLst/>
            </c:spPr>
            <c:extLst>
              <c:ext xmlns:c16="http://schemas.microsoft.com/office/drawing/2014/chart" uri="{C3380CC4-5D6E-409C-BE32-E72D297353CC}">
                <c16:uniqueId val="{00000011-5A9B-4AC0-A311-23BC345086C3}"/>
              </c:ext>
            </c:extLst>
          </c:dPt>
          <c:dLbls>
            <c:dLbl>
              <c:idx val="0"/>
              <c:tx>
                <c:rich>
                  <a:bodyPr/>
                  <a:lstStyle/>
                  <a:p>
                    <a:fld id="{0D1D4599-F9F8-4096-8F0B-71BB44151B34}" type="CELLRANGE">
                      <a:rPr lang="en-US"/>
                      <a:pPr/>
                      <a:t>[CELLRANGE]</a:t>
                    </a:fld>
                    <a:endParaRPr lang="ru-UA"/>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5A9B-4AC0-A311-23BC345086C3}"/>
                </c:ext>
              </c:extLst>
            </c:dLbl>
            <c:dLbl>
              <c:idx val="1"/>
              <c:tx>
                <c:rich>
                  <a:bodyPr/>
                  <a:lstStyle/>
                  <a:p>
                    <a:fld id="{00651AA3-4167-4A07-9268-F3048E064E15}" type="CELLRANGE">
                      <a:rPr lang="ru-UA"/>
                      <a:pPr/>
                      <a:t>[CELLRANGE]</a:t>
                    </a:fld>
                    <a:endParaRPr lang="ru-UA"/>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C-5A9B-4AC0-A311-23BC345086C3}"/>
                </c:ext>
              </c:extLst>
            </c:dLbl>
            <c:dLbl>
              <c:idx val="2"/>
              <c:tx>
                <c:rich>
                  <a:bodyPr/>
                  <a:lstStyle/>
                  <a:p>
                    <a:fld id="{C0A18388-CD66-4329-902A-C1B9E520A7FD}" type="CELLRANGE">
                      <a:rPr lang="ru-UA"/>
                      <a:pPr/>
                      <a:t>[CELLRANGE]</a:t>
                    </a:fld>
                    <a:endParaRPr lang="ru-UA"/>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5A9B-4AC0-A311-23BC345086C3}"/>
                </c:ext>
              </c:extLst>
            </c:dLbl>
            <c:dLbl>
              <c:idx val="3"/>
              <c:tx>
                <c:rich>
                  <a:bodyPr/>
                  <a:lstStyle/>
                  <a:p>
                    <a:fld id="{0AB4E6C2-A782-48E9-998E-67A379088698}" type="CELLRANGE">
                      <a:rPr lang="ru-UA"/>
                      <a:pPr/>
                      <a:t>[CELLRANGE]</a:t>
                    </a:fld>
                    <a:endParaRPr lang="ru-UA"/>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E-5A9B-4AC0-A311-23BC345086C3}"/>
                </c:ext>
              </c:extLst>
            </c:dLbl>
            <c:dLbl>
              <c:idx val="4"/>
              <c:tx>
                <c:rich>
                  <a:bodyPr/>
                  <a:lstStyle/>
                  <a:p>
                    <a:fld id="{8F1C3098-7D77-4B1C-9825-713DD5323DDB}" type="CELLRANGE">
                      <a:rPr lang="ru-UA"/>
                      <a:pPr/>
                      <a:t>[CELLRANGE]</a:t>
                    </a:fld>
                    <a:endParaRPr lang="ru-UA"/>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F-5A9B-4AC0-A311-23BC345086C3}"/>
                </c:ext>
              </c:extLst>
            </c:dLbl>
            <c:dLbl>
              <c:idx val="5"/>
              <c:tx>
                <c:rich>
                  <a:bodyPr/>
                  <a:lstStyle/>
                  <a:p>
                    <a:fld id="{28E80F69-BAAF-4232-9E3A-B34C33120EC6}" type="CELLRANGE">
                      <a:rPr lang="ru-UA"/>
                      <a:pPr/>
                      <a:t>[CELLRANGE]</a:t>
                    </a:fld>
                    <a:endParaRPr lang="ru-UA"/>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0-5A9B-4AC0-A311-23BC345086C3}"/>
                </c:ext>
              </c:extLst>
            </c:dLbl>
            <c:dLbl>
              <c:idx val="6"/>
              <c:tx>
                <c:rich>
                  <a:bodyPr/>
                  <a:lstStyle/>
                  <a:p>
                    <a:fld id="{2C99D2D2-73E8-46B5-B090-9853157F1E66}" type="CELLRANGE">
                      <a:rPr lang="ru-UA"/>
                      <a:pPr/>
                      <a:t>[CELLRANGE]</a:t>
                    </a:fld>
                    <a:endParaRPr lang="ru-UA"/>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1-5A9B-4AC0-A311-23BC345086C3}"/>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2"/>
                    </a:solidFill>
                    <a:latin typeface="+mn-lt"/>
                    <a:ea typeface="+mn-ea"/>
                    <a:cs typeface="+mn-cs"/>
                  </a:defRPr>
                </a:pPr>
                <a:endParaRPr lang="ru-UA"/>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cat>
            <c:strRef>
              <c:f>Sheet1!$A$2:$A$8</c:f>
              <c:strCache>
                <c:ptCount val="7"/>
                <c:pt idx="0">
                  <c:v>MON</c:v>
                </c:pt>
                <c:pt idx="1">
                  <c:v>TUE</c:v>
                </c:pt>
                <c:pt idx="2">
                  <c:v>WED</c:v>
                </c:pt>
                <c:pt idx="3">
                  <c:v>THU</c:v>
                </c:pt>
                <c:pt idx="4">
                  <c:v>FRI</c:v>
                </c:pt>
                <c:pt idx="5">
                  <c:v>SAT</c:v>
                </c:pt>
                <c:pt idx="6">
                  <c:v>SUN</c:v>
                </c:pt>
              </c:strCache>
            </c:strRef>
          </c:cat>
          <c:val>
            <c:numRef>
              <c:f>Sheet1!$C$2:$C$8</c:f>
              <c:numCache>
                <c:formatCode>General</c:formatCode>
                <c:ptCount val="7"/>
                <c:pt idx="0">
                  <c:v>110</c:v>
                </c:pt>
                <c:pt idx="1">
                  <c:v>110</c:v>
                </c:pt>
                <c:pt idx="2">
                  <c:v>110</c:v>
                </c:pt>
                <c:pt idx="3">
                  <c:v>110</c:v>
                </c:pt>
                <c:pt idx="4">
                  <c:v>110</c:v>
                </c:pt>
                <c:pt idx="5">
                  <c:v>110</c:v>
                </c:pt>
                <c:pt idx="6">
                  <c:v>110</c:v>
                </c:pt>
              </c:numCache>
            </c:numRef>
          </c:val>
          <c:extLst>
            <c:ext xmlns:c15="http://schemas.microsoft.com/office/drawing/2012/chart" uri="{02D57815-91ED-43cb-92C2-25804820EDAC}">
              <c15:datalabelsRange>
                <c15:f>Sheet1!$B$2:$B$8</c15:f>
                <c15:dlblRangeCache>
                  <c:ptCount val="7"/>
                  <c:pt idx="0">
                    <c:v>275</c:v>
                  </c:pt>
                  <c:pt idx="1">
                    <c:v>150</c:v>
                  </c:pt>
                  <c:pt idx="2">
                    <c:v>225</c:v>
                  </c:pt>
                  <c:pt idx="3">
                    <c:v>350</c:v>
                  </c:pt>
                  <c:pt idx="4">
                    <c:v>125</c:v>
                  </c:pt>
                  <c:pt idx="5">
                    <c:v>180</c:v>
                  </c:pt>
                  <c:pt idx="6">
                    <c:v>230</c:v>
                  </c:pt>
                </c15:dlblRangeCache>
              </c15:datalabelsRange>
            </c:ext>
            <c:ext xmlns:c16="http://schemas.microsoft.com/office/drawing/2014/chart" uri="{C3380CC4-5D6E-409C-BE32-E72D297353CC}">
              <c16:uniqueId val="{00000001-5A9B-4AC0-A311-23BC345086C3}"/>
            </c:ext>
          </c:extLst>
        </c:ser>
        <c:dLbls>
          <c:showLegendKey val="0"/>
          <c:showVal val="0"/>
          <c:showCatName val="0"/>
          <c:showSerName val="0"/>
          <c:showPercent val="0"/>
          <c:showBubbleSize val="0"/>
        </c:dLbls>
        <c:gapWidth val="36"/>
        <c:overlap val="100"/>
        <c:axId val="470267880"/>
        <c:axId val="470268208"/>
      </c:barChart>
      <c:catAx>
        <c:axId val="47026788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ru-UA"/>
          </a:p>
        </c:txPr>
        <c:crossAx val="470268208"/>
        <c:crosses val="autoZero"/>
        <c:auto val="1"/>
        <c:lblAlgn val="ctr"/>
        <c:lblOffset val="100"/>
        <c:noMultiLvlLbl val="0"/>
      </c:catAx>
      <c:valAx>
        <c:axId val="470268208"/>
        <c:scaling>
          <c:orientation val="minMax"/>
        </c:scaling>
        <c:delete val="1"/>
        <c:axPos val="l"/>
        <c:numFmt formatCode="General" sourceLinked="1"/>
        <c:majorTickMark val="out"/>
        <c:minorTickMark val="none"/>
        <c:tickLblPos val="nextTo"/>
        <c:crossAx val="47026788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1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09722222222222E-3"/>
          <c:y val="4.409722222222222E-3"/>
          <c:w val="0.98677083333333337"/>
          <c:h val="0.90491215277777781"/>
        </c:manualLayout>
      </c:layout>
      <c:barChart>
        <c:barDir val="col"/>
        <c:grouping val="clustered"/>
        <c:varyColors val="0"/>
        <c:ser>
          <c:idx val="1"/>
          <c:order val="0"/>
          <c:spPr>
            <a:blipFill>
              <a:blip xmlns:r="http://schemas.openxmlformats.org/officeDocument/2006/relationships" r:embed="rId3"/>
              <a:stretch>
                <a:fillRect/>
              </a:stretch>
            </a:blipFill>
            <a:ln>
              <a:noFill/>
            </a:ln>
            <a:effectLst/>
          </c:spPr>
          <c:invertIfNegative val="0"/>
          <c:pictureOptions>
            <c:pictureFormat val="stackScale"/>
            <c:pictureStackUnit val="0.1"/>
          </c:pictureOptions>
          <c:cat>
            <c:strRef>
              <c:f>Sheet1!$A$2:$A$8</c:f>
              <c:strCache>
                <c:ptCount val="7"/>
                <c:pt idx="0">
                  <c:v>Sun</c:v>
                </c:pt>
                <c:pt idx="1">
                  <c:v>Mon</c:v>
                </c:pt>
                <c:pt idx="2">
                  <c:v>Tue</c:v>
                </c:pt>
                <c:pt idx="3">
                  <c:v>Wed</c:v>
                </c:pt>
                <c:pt idx="4">
                  <c:v>Thu</c:v>
                </c:pt>
                <c:pt idx="5">
                  <c:v>Fri</c:v>
                </c:pt>
                <c:pt idx="6">
                  <c:v>Sat</c:v>
                </c:pt>
              </c:strCache>
            </c:strRef>
          </c:cat>
          <c:val>
            <c:numRef>
              <c:f>Sheet1!$D$2:$D$8</c:f>
              <c:numCache>
                <c:formatCode>0%</c:formatCode>
                <c:ptCount val="7"/>
                <c:pt idx="0">
                  <c:v>1</c:v>
                </c:pt>
                <c:pt idx="1">
                  <c:v>1</c:v>
                </c:pt>
                <c:pt idx="2">
                  <c:v>1</c:v>
                </c:pt>
                <c:pt idx="3">
                  <c:v>1</c:v>
                </c:pt>
                <c:pt idx="4">
                  <c:v>1</c:v>
                </c:pt>
                <c:pt idx="5">
                  <c:v>1</c:v>
                </c:pt>
                <c:pt idx="6">
                  <c:v>1</c:v>
                </c:pt>
              </c:numCache>
            </c:numRef>
          </c:val>
          <c:extLst>
            <c:ext xmlns:c16="http://schemas.microsoft.com/office/drawing/2014/chart" uri="{C3380CC4-5D6E-409C-BE32-E72D297353CC}">
              <c16:uniqueId val="{00000000-3470-4FD2-A9F9-5A70B6573426}"/>
            </c:ext>
          </c:extLst>
        </c:ser>
        <c:ser>
          <c:idx val="0"/>
          <c:order val="1"/>
          <c:spPr>
            <a:blipFill>
              <a:blip xmlns:r="http://schemas.openxmlformats.org/officeDocument/2006/relationships" r:embed="rId4"/>
              <a:stretch>
                <a:fillRect/>
              </a:stretch>
            </a:blipFill>
            <a:ln>
              <a:noFill/>
            </a:ln>
            <a:effectLst/>
          </c:spPr>
          <c:invertIfNegative val="0"/>
          <c:pictureOptions>
            <c:pictureFormat val="stackScale"/>
            <c:pictureStackUnit val="0.1"/>
          </c:pictureOptions>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FF0000"/>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Sun</c:v>
                </c:pt>
                <c:pt idx="1">
                  <c:v>Mon</c:v>
                </c:pt>
                <c:pt idx="2">
                  <c:v>Tue</c:v>
                </c:pt>
                <c:pt idx="3">
                  <c:v>Wed</c:v>
                </c:pt>
                <c:pt idx="4">
                  <c:v>Thu</c:v>
                </c:pt>
                <c:pt idx="5">
                  <c:v>Fri</c:v>
                </c:pt>
                <c:pt idx="6">
                  <c:v>Sat</c:v>
                </c:pt>
              </c:strCache>
            </c:strRef>
          </c:cat>
          <c:val>
            <c:numRef>
              <c:f>Sheet1!$C$2:$C$8</c:f>
              <c:numCache>
                <c:formatCode>0%</c:formatCode>
                <c:ptCount val="7"/>
                <c:pt idx="0">
                  <c:v>0.56000000000000005</c:v>
                </c:pt>
                <c:pt idx="1">
                  <c:v>0.37</c:v>
                </c:pt>
                <c:pt idx="2">
                  <c:v>0.49</c:v>
                </c:pt>
                <c:pt idx="3">
                  <c:v>0.72</c:v>
                </c:pt>
                <c:pt idx="4">
                  <c:v>0.32</c:v>
                </c:pt>
                <c:pt idx="5">
                  <c:v>0.67</c:v>
                </c:pt>
                <c:pt idx="6">
                  <c:v>0.39</c:v>
                </c:pt>
              </c:numCache>
            </c:numRef>
          </c:val>
          <c:extLst>
            <c:ext xmlns:c16="http://schemas.microsoft.com/office/drawing/2014/chart" uri="{C3380CC4-5D6E-409C-BE32-E72D297353CC}">
              <c16:uniqueId val="{00000001-3470-4FD2-A9F9-5A70B6573426}"/>
            </c:ext>
          </c:extLst>
        </c:ser>
        <c:dLbls>
          <c:showLegendKey val="0"/>
          <c:showVal val="0"/>
          <c:showCatName val="0"/>
          <c:showSerName val="0"/>
          <c:showPercent val="0"/>
          <c:showBubbleSize val="0"/>
        </c:dLbls>
        <c:gapWidth val="0"/>
        <c:overlap val="100"/>
        <c:axId val="507184008"/>
        <c:axId val="507179088"/>
      </c:barChart>
      <c:catAx>
        <c:axId val="50718400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UA"/>
          </a:p>
        </c:txPr>
        <c:crossAx val="507179088"/>
        <c:crosses val="autoZero"/>
        <c:auto val="1"/>
        <c:lblAlgn val="ctr"/>
        <c:lblOffset val="100"/>
        <c:noMultiLvlLbl val="0"/>
      </c:catAx>
      <c:valAx>
        <c:axId val="507179088"/>
        <c:scaling>
          <c:orientation val="minMax"/>
          <c:max val="1"/>
        </c:scaling>
        <c:delete val="1"/>
        <c:axPos val="l"/>
        <c:numFmt formatCode="0%" sourceLinked="1"/>
        <c:majorTickMark val="out"/>
        <c:minorTickMark val="none"/>
        <c:tickLblPos val="nextTo"/>
        <c:crossAx val="5071840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ru-UA"/>
    </a:p>
  </c:txPr>
  <c:externalData r:id="rId5">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0"/>
          <c:spPr>
            <a:blipFill>
              <a:blip xmlns:r="http://schemas.openxmlformats.org/officeDocument/2006/relationships" r:embed="rId3"/>
              <a:stretch>
                <a:fillRect/>
              </a:stretch>
            </a:blipFill>
            <a:ln>
              <a:noFill/>
            </a:ln>
            <a:effectLst/>
          </c:spPr>
          <c:invertIfNegative val="0"/>
          <c:pictureOptions>
            <c:pictureFormat val="stackScale"/>
            <c:pictureStackUnit val="0.1"/>
          </c:pictureOptions>
          <c:cat>
            <c:strRef>
              <c:f>Sheet1!$F$2:$F$8</c:f>
              <c:strCache>
                <c:ptCount val="7"/>
                <c:pt idx="0">
                  <c:v>Sun</c:v>
                </c:pt>
                <c:pt idx="1">
                  <c:v>Mon</c:v>
                </c:pt>
                <c:pt idx="2">
                  <c:v>Tue</c:v>
                </c:pt>
                <c:pt idx="3">
                  <c:v>Wed</c:v>
                </c:pt>
                <c:pt idx="4">
                  <c:v>Thu</c:v>
                </c:pt>
                <c:pt idx="5">
                  <c:v>Fri</c:v>
                </c:pt>
                <c:pt idx="6">
                  <c:v>Sat</c:v>
                </c:pt>
              </c:strCache>
            </c:strRef>
          </c:cat>
          <c:val>
            <c:numRef>
              <c:f>Sheet1!$I$2:$I$8</c:f>
              <c:numCache>
                <c:formatCode>0%</c:formatCode>
                <c:ptCount val="7"/>
                <c:pt idx="0">
                  <c:v>1</c:v>
                </c:pt>
                <c:pt idx="1">
                  <c:v>1</c:v>
                </c:pt>
                <c:pt idx="2">
                  <c:v>1</c:v>
                </c:pt>
                <c:pt idx="3">
                  <c:v>1</c:v>
                </c:pt>
                <c:pt idx="4">
                  <c:v>1</c:v>
                </c:pt>
                <c:pt idx="5">
                  <c:v>1</c:v>
                </c:pt>
                <c:pt idx="6">
                  <c:v>1</c:v>
                </c:pt>
              </c:numCache>
            </c:numRef>
          </c:val>
          <c:extLst>
            <c:ext xmlns:c16="http://schemas.microsoft.com/office/drawing/2014/chart" uri="{C3380CC4-5D6E-409C-BE32-E72D297353CC}">
              <c16:uniqueId val="{00000000-DC1B-430C-AAA4-1461E7A47641}"/>
            </c:ext>
          </c:extLst>
        </c:ser>
        <c:ser>
          <c:idx val="0"/>
          <c:order val="1"/>
          <c:spPr>
            <a:blipFill>
              <a:blip xmlns:r="http://schemas.openxmlformats.org/officeDocument/2006/relationships" r:embed="rId4"/>
              <a:stretch>
                <a:fillRect/>
              </a:stretch>
            </a:blipFill>
            <a:ln>
              <a:noFill/>
            </a:ln>
            <a:effectLst/>
          </c:spPr>
          <c:invertIfNegative val="0"/>
          <c:pictureOptions>
            <c:pictureFormat val="stackScale"/>
            <c:pictureStackUnit val="0.1"/>
          </c:pictureOptions>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2">
                        <a:lumMod val="75000"/>
                      </a:schemeClr>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Sheet1!$F$2:$F$8</c:f>
              <c:strCache>
                <c:ptCount val="7"/>
                <c:pt idx="0">
                  <c:v>Sun</c:v>
                </c:pt>
                <c:pt idx="1">
                  <c:v>Mon</c:v>
                </c:pt>
                <c:pt idx="2">
                  <c:v>Tue</c:v>
                </c:pt>
                <c:pt idx="3">
                  <c:v>Wed</c:v>
                </c:pt>
                <c:pt idx="4">
                  <c:v>Thu</c:v>
                </c:pt>
                <c:pt idx="5">
                  <c:v>Fri</c:v>
                </c:pt>
                <c:pt idx="6">
                  <c:v>Sat</c:v>
                </c:pt>
              </c:strCache>
            </c:strRef>
          </c:cat>
          <c:val>
            <c:numRef>
              <c:f>Sheet1!$H$2:$H$8</c:f>
              <c:numCache>
                <c:formatCode>0%</c:formatCode>
                <c:ptCount val="7"/>
                <c:pt idx="0">
                  <c:v>0.32</c:v>
                </c:pt>
                <c:pt idx="1">
                  <c:v>0.56000000000000005</c:v>
                </c:pt>
                <c:pt idx="2">
                  <c:v>0.89</c:v>
                </c:pt>
                <c:pt idx="3">
                  <c:v>0.42</c:v>
                </c:pt>
                <c:pt idx="4">
                  <c:v>0.15</c:v>
                </c:pt>
                <c:pt idx="5">
                  <c:v>0.51</c:v>
                </c:pt>
                <c:pt idx="6">
                  <c:v>0.23</c:v>
                </c:pt>
              </c:numCache>
            </c:numRef>
          </c:val>
          <c:extLst>
            <c:ext xmlns:c16="http://schemas.microsoft.com/office/drawing/2014/chart" uri="{C3380CC4-5D6E-409C-BE32-E72D297353CC}">
              <c16:uniqueId val="{00000001-DC1B-430C-AAA4-1461E7A47641}"/>
            </c:ext>
          </c:extLst>
        </c:ser>
        <c:dLbls>
          <c:showLegendKey val="0"/>
          <c:showVal val="0"/>
          <c:showCatName val="0"/>
          <c:showSerName val="0"/>
          <c:showPercent val="0"/>
          <c:showBubbleSize val="0"/>
        </c:dLbls>
        <c:gapWidth val="0"/>
        <c:overlap val="100"/>
        <c:axId val="507171872"/>
        <c:axId val="507170888"/>
      </c:barChart>
      <c:catAx>
        <c:axId val="50717187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UA"/>
          </a:p>
        </c:txPr>
        <c:crossAx val="507170888"/>
        <c:crosses val="autoZero"/>
        <c:auto val="1"/>
        <c:lblAlgn val="ctr"/>
        <c:lblOffset val="100"/>
        <c:noMultiLvlLbl val="0"/>
      </c:catAx>
      <c:valAx>
        <c:axId val="507170888"/>
        <c:scaling>
          <c:orientation val="minMax"/>
          <c:max val="1"/>
        </c:scaling>
        <c:delete val="1"/>
        <c:axPos val="l"/>
        <c:numFmt formatCode="0%" sourceLinked="1"/>
        <c:majorTickMark val="none"/>
        <c:minorTickMark val="none"/>
        <c:tickLblPos val="nextTo"/>
        <c:crossAx val="5071718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ru-UA"/>
    </a:p>
  </c:txPr>
  <c:externalData r:id="rId5">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281875396209979E-4"/>
          <c:y val="4.4576356139111924E-3"/>
          <c:w val="0.99913708415472513"/>
          <c:h val="0.88159080730237938"/>
        </c:manualLayout>
      </c:layout>
      <c:barChart>
        <c:barDir val="col"/>
        <c:grouping val="clustered"/>
        <c:varyColors val="0"/>
        <c:ser>
          <c:idx val="1"/>
          <c:order val="0"/>
          <c:spPr>
            <a:blipFill>
              <a:blip xmlns:r="http://schemas.openxmlformats.org/officeDocument/2006/relationships" r:embed="rId3"/>
              <a:stretch>
                <a:fillRect/>
              </a:stretch>
            </a:blipFill>
            <a:ln>
              <a:noFill/>
            </a:ln>
            <a:effectLst/>
          </c:spPr>
          <c:invertIfNegative val="0"/>
          <c:pictureOptions>
            <c:pictureFormat val="stackScale"/>
            <c:pictureStackUnit val="0.1"/>
          </c:pictureOptions>
          <c:cat>
            <c:strRef>
              <c:f>Sheet1!$A$2:$A$8</c:f>
              <c:strCache>
                <c:ptCount val="7"/>
                <c:pt idx="0">
                  <c:v>Sun</c:v>
                </c:pt>
                <c:pt idx="1">
                  <c:v>Mon</c:v>
                </c:pt>
                <c:pt idx="2">
                  <c:v>Tue</c:v>
                </c:pt>
                <c:pt idx="3">
                  <c:v>Wed</c:v>
                </c:pt>
                <c:pt idx="4">
                  <c:v>Thu</c:v>
                </c:pt>
                <c:pt idx="5">
                  <c:v>Fri</c:v>
                </c:pt>
                <c:pt idx="6">
                  <c:v>Sat</c:v>
                </c:pt>
              </c:strCache>
            </c:strRef>
          </c:cat>
          <c:val>
            <c:numRef>
              <c:f>Sheet1!$D$2:$D$8</c:f>
              <c:numCache>
                <c:formatCode>0%</c:formatCode>
                <c:ptCount val="7"/>
                <c:pt idx="0">
                  <c:v>1</c:v>
                </c:pt>
                <c:pt idx="1">
                  <c:v>1</c:v>
                </c:pt>
                <c:pt idx="2">
                  <c:v>1</c:v>
                </c:pt>
                <c:pt idx="3">
                  <c:v>1</c:v>
                </c:pt>
                <c:pt idx="4">
                  <c:v>1</c:v>
                </c:pt>
                <c:pt idx="5">
                  <c:v>1</c:v>
                </c:pt>
                <c:pt idx="6">
                  <c:v>1</c:v>
                </c:pt>
              </c:numCache>
            </c:numRef>
          </c:val>
          <c:extLst>
            <c:ext xmlns:c16="http://schemas.microsoft.com/office/drawing/2014/chart" uri="{C3380CC4-5D6E-409C-BE32-E72D297353CC}">
              <c16:uniqueId val="{00000000-B9D9-4CEC-B790-461D53A014F3}"/>
            </c:ext>
          </c:extLst>
        </c:ser>
        <c:ser>
          <c:idx val="0"/>
          <c:order val="1"/>
          <c:spPr>
            <a:blipFill>
              <a:blip xmlns:r="http://schemas.openxmlformats.org/officeDocument/2006/relationships" r:embed="rId4"/>
              <a:stretch>
                <a:fillRect/>
              </a:stretch>
            </a:blipFill>
            <a:ln>
              <a:noFill/>
            </a:ln>
            <a:effectLst/>
          </c:spPr>
          <c:invertIfNegative val="0"/>
          <c:pictureOptions>
            <c:pictureFormat val="stackScale"/>
            <c:pictureStackUnit val="0.1"/>
          </c:pictureOptions>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3"/>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Sun</c:v>
                </c:pt>
                <c:pt idx="1">
                  <c:v>Mon</c:v>
                </c:pt>
                <c:pt idx="2">
                  <c:v>Tue</c:v>
                </c:pt>
                <c:pt idx="3">
                  <c:v>Wed</c:v>
                </c:pt>
                <c:pt idx="4">
                  <c:v>Thu</c:v>
                </c:pt>
                <c:pt idx="5">
                  <c:v>Fri</c:v>
                </c:pt>
                <c:pt idx="6">
                  <c:v>Sat</c:v>
                </c:pt>
              </c:strCache>
            </c:strRef>
          </c:cat>
          <c:val>
            <c:numRef>
              <c:f>Sheet1!$C$2:$C$8</c:f>
              <c:numCache>
                <c:formatCode>0%</c:formatCode>
                <c:ptCount val="7"/>
                <c:pt idx="0">
                  <c:v>0.44</c:v>
                </c:pt>
                <c:pt idx="1">
                  <c:v>0.13</c:v>
                </c:pt>
                <c:pt idx="2">
                  <c:v>0.65</c:v>
                </c:pt>
                <c:pt idx="3">
                  <c:v>0.28999999999999998</c:v>
                </c:pt>
                <c:pt idx="4">
                  <c:v>0.35</c:v>
                </c:pt>
                <c:pt idx="5">
                  <c:v>0.78</c:v>
                </c:pt>
                <c:pt idx="6">
                  <c:v>0.56999999999999995</c:v>
                </c:pt>
              </c:numCache>
            </c:numRef>
          </c:val>
          <c:extLst>
            <c:ext xmlns:c16="http://schemas.microsoft.com/office/drawing/2014/chart" uri="{C3380CC4-5D6E-409C-BE32-E72D297353CC}">
              <c16:uniqueId val="{00000001-B9D9-4CEC-B790-461D53A014F3}"/>
            </c:ext>
          </c:extLst>
        </c:ser>
        <c:dLbls>
          <c:showLegendKey val="0"/>
          <c:showVal val="0"/>
          <c:showCatName val="0"/>
          <c:showSerName val="0"/>
          <c:showPercent val="0"/>
          <c:showBubbleSize val="0"/>
        </c:dLbls>
        <c:gapWidth val="0"/>
        <c:overlap val="100"/>
        <c:axId val="403105416"/>
        <c:axId val="403113288"/>
      </c:barChart>
      <c:catAx>
        <c:axId val="4031054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UA"/>
          </a:p>
        </c:txPr>
        <c:crossAx val="403113288"/>
        <c:crosses val="autoZero"/>
        <c:auto val="1"/>
        <c:lblAlgn val="ctr"/>
        <c:lblOffset val="100"/>
        <c:noMultiLvlLbl val="0"/>
      </c:catAx>
      <c:valAx>
        <c:axId val="403113288"/>
        <c:scaling>
          <c:orientation val="minMax"/>
          <c:max val="1"/>
        </c:scaling>
        <c:delete val="1"/>
        <c:axPos val="l"/>
        <c:numFmt formatCode="0%" sourceLinked="1"/>
        <c:majorTickMark val="out"/>
        <c:minorTickMark val="none"/>
        <c:tickLblPos val="nextTo"/>
        <c:crossAx val="4031054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ru-UA"/>
    </a:p>
  </c:txPr>
  <c:externalData r:id="rId5">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Step 01</c:v>
                </c:pt>
              </c:strCache>
            </c:strRef>
          </c:tx>
          <c:spPr>
            <a:blipFill>
              <a:blip xmlns:r="http://schemas.openxmlformats.org/officeDocument/2006/relationships" r:embed="rId3"/>
              <a:stretch>
                <a:fillRect/>
              </a:stretch>
            </a:blipFill>
            <a:ln>
              <a:noFill/>
            </a:ln>
            <a:effectLst/>
          </c:spPr>
          <c:invertIfNegative val="0"/>
          <c:dPt>
            <c:idx val="0"/>
            <c:invertIfNegative val="0"/>
            <c:bubble3D val="0"/>
            <c:spPr>
              <a:blipFill>
                <a:blip xmlns:r="http://schemas.openxmlformats.org/officeDocument/2006/relationships" r:embed="rId3"/>
                <a:stretch>
                  <a:fillRect/>
                </a:stretch>
              </a:blipFill>
              <a:ln>
                <a:noFill/>
              </a:ln>
              <a:effectLst/>
            </c:spPr>
            <c:extLst>
              <c:ext xmlns:c16="http://schemas.microsoft.com/office/drawing/2014/chart" uri="{C3380CC4-5D6E-409C-BE32-E72D297353CC}">
                <c16:uniqueId val="{00000001-1F79-4CEF-BC01-526DFE086D2A}"/>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Infodata</c:v>
                </c:pt>
              </c:strCache>
            </c:strRef>
          </c:cat>
          <c:val>
            <c:numRef>
              <c:f>Sheet1!$B$2</c:f>
              <c:numCache>
                <c:formatCode>0%</c:formatCode>
                <c:ptCount val="1"/>
                <c:pt idx="0">
                  <c:v>0.8</c:v>
                </c:pt>
              </c:numCache>
            </c:numRef>
          </c:val>
          <c:extLst>
            <c:ext xmlns:c16="http://schemas.microsoft.com/office/drawing/2014/chart" uri="{C3380CC4-5D6E-409C-BE32-E72D297353CC}">
              <c16:uniqueId val="{00000002-1F79-4CEF-BC01-526DFE086D2A}"/>
            </c:ext>
          </c:extLst>
        </c:ser>
        <c:ser>
          <c:idx val="1"/>
          <c:order val="1"/>
          <c:tx>
            <c:strRef>
              <c:f>Sheet1!$C$1</c:f>
              <c:strCache>
                <c:ptCount val="1"/>
                <c:pt idx="0">
                  <c:v>Step 02</c:v>
                </c:pt>
              </c:strCache>
            </c:strRef>
          </c:tx>
          <c:spPr>
            <a:blipFill>
              <a:blip xmlns:r="http://schemas.openxmlformats.org/officeDocument/2006/relationships" r:embed="rId4"/>
              <a:stretch>
                <a:fillRect/>
              </a:stretch>
            </a:blip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Infodata</c:v>
                </c:pt>
              </c:strCache>
            </c:strRef>
          </c:cat>
          <c:val>
            <c:numRef>
              <c:f>Sheet1!$C$2</c:f>
              <c:numCache>
                <c:formatCode>0%</c:formatCode>
                <c:ptCount val="1"/>
                <c:pt idx="0">
                  <c:v>0.6</c:v>
                </c:pt>
              </c:numCache>
            </c:numRef>
          </c:val>
          <c:extLst>
            <c:ext xmlns:c16="http://schemas.microsoft.com/office/drawing/2014/chart" uri="{C3380CC4-5D6E-409C-BE32-E72D297353CC}">
              <c16:uniqueId val="{00000003-1F79-4CEF-BC01-526DFE086D2A}"/>
            </c:ext>
          </c:extLst>
        </c:ser>
        <c:ser>
          <c:idx val="2"/>
          <c:order val="2"/>
          <c:tx>
            <c:strRef>
              <c:f>Sheet1!$D$1</c:f>
              <c:strCache>
                <c:ptCount val="1"/>
                <c:pt idx="0">
                  <c:v>Step 03</c:v>
                </c:pt>
              </c:strCache>
            </c:strRef>
          </c:tx>
          <c:spPr>
            <a:blipFill>
              <a:blip xmlns:r="http://schemas.openxmlformats.org/officeDocument/2006/relationships" r:embed="rId5"/>
              <a:stretch>
                <a:fillRect/>
              </a:stretch>
            </a:blipFill>
            <a:ln>
              <a:noFill/>
            </a:ln>
            <a:effectLst/>
          </c:spPr>
          <c:invertIfNegative val="0"/>
          <c:dPt>
            <c:idx val="0"/>
            <c:invertIfNegative val="0"/>
            <c:bubble3D val="0"/>
            <c:spPr>
              <a:blipFill>
                <a:blip xmlns:r="http://schemas.openxmlformats.org/officeDocument/2006/relationships" r:embed="rId5"/>
                <a:stretch>
                  <a:fillRect/>
                </a:stretch>
              </a:blipFill>
              <a:ln>
                <a:noFill/>
              </a:ln>
              <a:effectLst/>
            </c:spPr>
            <c:extLst>
              <c:ext xmlns:c16="http://schemas.microsoft.com/office/drawing/2014/chart" uri="{C3380CC4-5D6E-409C-BE32-E72D297353CC}">
                <c16:uniqueId val="{00000005-1F79-4CEF-BC01-526DFE086D2A}"/>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Infodata</c:v>
                </c:pt>
              </c:strCache>
            </c:strRef>
          </c:cat>
          <c:val>
            <c:numRef>
              <c:f>Sheet1!$D$2</c:f>
              <c:numCache>
                <c:formatCode>0%</c:formatCode>
                <c:ptCount val="1"/>
                <c:pt idx="0">
                  <c:v>0.7</c:v>
                </c:pt>
              </c:numCache>
            </c:numRef>
          </c:val>
          <c:extLst>
            <c:ext xmlns:c16="http://schemas.microsoft.com/office/drawing/2014/chart" uri="{C3380CC4-5D6E-409C-BE32-E72D297353CC}">
              <c16:uniqueId val="{00000006-1F79-4CEF-BC01-526DFE086D2A}"/>
            </c:ext>
          </c:extLst>
        </c:ser>
        <c:ser>
          <c:idx val="3"/>
          <c:order val="3"/>
          <c:tx>
            <c:strRef>
              <c:f>Sheet1!$E$1</c:f>
              <c:strCache>
                <c:ptCount val="1"/>
                <c:pt idx="0">
                  <c:v>Step 04</c:v>
                </c:pt>
              </c:strCache>
            </c:strRef>
          </c:tx>
          <c:spPr>
            <a:blipFill>
              <a:blip xmlns:r="http://schemas.openxmlformats.org/officeDocument/2006/relationships" r:embed="rId6"/>
              <a:stretch>
                <a:fillRect/>
              </a:stretch>
            </a:blipFill>
            <a:ln>
              <a:noFill/>
            </a:ln>
            <a:effectLst/>
          </c:spPr>
          <c:invertIfNegative val="0"/>
          <c:dPt>
            <c:idx val="0"/>
            <c:invertIfNegative val="0"/>
            <c:bubble3D val="0"/>
            <c:spPr>
              <a:blipFill>
                <a:blip xmlns:r="http://schemas.openxmlformats.org/officeDocument/2006/relationships" r:embed="rId6"/>
                <a:stretch>
                  <a:fillRect/>
                </a:stretch>
              </a:blipFill>
              <a:ln>
                <a:noFill/>
              </a:ln>
              <a:effectLst/>
            </c:spPr>
            <c:extLst>
              <c:ext xmlns:c16="http://schemas.microsoft.com/office/drawing/2014/chart" uri="{C3380CC4-5D6E-409C-BE32-E72D297353CC}">
                <c16:uniqueId val="{00000008-1F79-4CEF-BC01-526DFE086D2A}"/>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Infodata</c:v>
                </c:pt>
              </c:strCache>
            </c:strRef>
          </c:cat>
          <c:val>
            <c:numRef>
              <c:f>Sheet1!$E$2</c:f>
              <c:numCache>
                <c:formatCode>0%</c:formatCode>
                <c:ptCount val="1"/>
                <c:pt idx="0">
                  <c:v>0.5</c:v>
                </c:pt>
              </c:numCache>
            </c:numRef>
          </c:val>
          <c:extLst>
            <c:ext xmlns:c16="http://schemas.microsoft.com/office/drawing/2014/chart" uri="{C3380CC4-5D6E-409C-BE32-E72D297353CC}">
              <c16:uniqueId val="{00000009-1F79-4CEF-BC01-526DFE086D2A}"/>
            </c:ext>
          </c:extLst>
        </c:ser>
        <c:ser>
          <c:idx val="4"/>
          <c:order val="4"/>
          <c:tx>
            <c:strRef>
              <c:f>Sheet1!$F$1</c:f>
              <c:strCache>
                <c:ptCount val="1"/>
                <c:pt idx="0">
                  <c:v>Step 05</c:v>
                </c:pt>
              </c:strCache>
            </c:strRef>
          </c:tx>
          <c:spPr>
            <a:blipFill>
              <a:blip xmlns:r="http://schemas.openxmlformats.org/officeDocument/2006/relationships" r:embed="rId7"/>
              <a:stretch>
                <a:fillRect/>
              </a:stretch>
            </a:blipFill>
            <a:ln>
              <a:noFill/>
            </a:ln>
            <a:effectLst/>
          </c:spPr>
          <c:invertIfNegative val="0"/>
          <c:dPt>
            <c:idx val="0"/>
            <c:invertIfNegative val="0"/>
            <c:bubble3D val="0"/>
            <c:spPr>
              <a:blipFill>
                <a:blip xmlns:r="http://schemas.openxmlformats.org/officeDocument/2006/relationships" r:embed="rId7"/>
                <a:stretch>
                  <a:fillRect/>
                </a:stretch>
              </a:blipFill>
              <a:ln>
                <a:noFill/>
              </a:ln>
              <a:effectLst/>
            </c:spPr>
            <c:extLst>
              <c:ext xmlns:c16="http://schemas.microsoft.com/office/drawing/2014/chart" uri="{C3380CC4-5D6E-409C-BE32-E72D297353CC}">
                <c16:uniqueId val="{0000000B-1F79-4CEF-BC01-526DFE086D2A}"/>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Infodata</c:v>
                </c:pt>
              </c:strCache>
            </c:strRef>
          </c:cat>
          <c:val>
            <c:numRef>
              <c:f>Sheet1!$F$2</c:f>
              <c:numCache>
                <c:formatCode>0%</c:formatCode>
                <c:ptCount val="1"/>
                <c:pt idx="0">
                  <c:v>0.75</c:v>
                </c:pt>
              </c:numCache>
            </c:numRef>
          </c:val>
          <c:extLst>
            <c:ext xmlns:c16="http://schemas.microsoft.com/office/drawing/2014/chart" uri="{C3380CC4-5D6E-409C-BE32-E72D297353CC}">
              <c16:uniqueId val="{0000000C-1F79-4CEF-BC01-526DFE086D2A}"/>
            </c:ext>
          </c:extLst>
        </c:ser>
        <c:ser>
          <c:idx val="5"/>
          <c:order val="5"/>
          <c:tx>
            <c:strRef>
              <c:f>Sheet1!$G$1</c:f>
              <c:strCache>
                <c:ptCount val="1"/>
                <c:pt idx="0">
                  <c:v>Step 06</c:v>
                </c:pt>
              </c:strCache>
            </c:strRef>
          </c:tx>
          <c:spPr>
            <a:blipFill>
              <a:blip xmlns:r="http://schemas.openxmlformats.org/officeDocument/2006/relationships" r:embed="rId8"/>
              <a:stretch>
                <a:fillRect/>
              </a:stretch>
            </a:blip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Infodata</c:v>
                </c:pt>
              </c:strCache>
            </c:strRef>
          </c:cat>
          <c:val>
            <c:numRef>
              <c:f>Sheet1!$G$2</c:f>
              <c:numCache>
                <c:formatCode>0%</c:formatCode>
                <c:ptCount val="1"/>
                <c:pt idx="0">
                  <c:v>0.6</c:v>
                </c:pt>
              </c:numCache>
            </c:numRef>
          </c:val>
          <c:extLst>
            <c:ext xmlns:c16="http://schemas.microsoft.com/office/drawing/2014/chart" uri="{C3380CC4-5D6E-409C-BE32-E72D297353CC}">
              <c16:uniqueId val="{0000000D-1F79-4CEF-BC01-526DFE086D2A}"/>
            </c:ext>
          </c:extLst>
        </c:ser>
        <c:dLbls>
          <c:dLblPos val="outEnd"/>
          <c:showLegendKey val="0"/>
          <c:showVal val="1"/>
          <c:showCatName val="0"/>
          <c:showSerName val="0"/>
          <c:showPercent val="0"/>
          <c:showBubbleSize val="0"/>
        </c:dLbls>
        <c:gapWidth val="18"/>
        <c:overlap val="47"/>
        <c:axId val="199038816"/>
        <c:axId val="199039144"/>
      </c:barChart>
      <c:catAx>
        <c:axId val="199038816"/>
        <c:scaling>
          <c:orientation val="minMax"/>
        </c:scaling>
        <c:delete val="1"/>
        <c:axPos val="b"/>
        <c:numFmt formatCode="General" sourceLinked="1"/>
        <c:majorTickMark val="out"/>
        <c:minorTickMark val="none"/>
        <c:tickLblPos val="nextTo"/>
        <c:crossAx val="199039144"/>
        <c:crossesAt val="0"/>
        <c:auto val="1"/>
        <c:lblAlgn val="ctr"/>
        <c:lblOffset val="100"/>
        <c:noMultiLvlLbl val="0"/>
      </c:catAx>
      <c:valAx>
        <c:axId val="199039144"/>
        <c:scaling>
          <c:orientation val="minMax"/>
          <c:max val="1"/>
        </c:scaling>
        <c:delete val="1"/>
        <c:axPos val="l"/>
        <c:numFmt formatCode="0%" sourceLinked="1"/>
        <c:majorTickMark val="out"/>
        <c:minorTickMark val="none"/>
        <c:tickLblPos val="nextTo"/>
        <c:crossAx val="199038816"/>
        <c:crosses val="autoZero"/>
        <c:crossBetween val="between"/>
      </c:valAx>
      <c:spPr>
        <a:noFill/>
        <a:ln>
          <a:noFill/>
        </a:ln>
        <a:effectLst/>
      </c:spPr>
    </c:plotArea>
    <c:legend>
      <c:legendPos val="b"/>
      <c:layout>
        <c:manualLayout>
          <c:xMode val="edge"/>
          <c:yMode val="edge"/>
          <c:x val="3.2708454526343134E-2"/>
          <c:y val="0.94250514495347171"/>
          <c:w val="0.93458309094731373"/>
          <c:h val="4.3290309591982823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UA"/>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9">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solidFill>
              <a:schemeClr val="accent1"/>
            </a:solidFill>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785-4E4A-91F9-6403F017CCF3}"/>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7785-4E4A-91F9-6403F017CCF3}"/>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5-7785-4E4A-91F9-6403F017CCF3}"/>
              </c:ext>
            </c:extLst>
          </c:dPt>
          <c:dPt>
            <c:idx val="3"/>
            <c:bubble3D val="0"/>
            <c:spPr>
              <a:solidFill>
                <a:schemeClr val="accent1"/>
              </a:solidFill>
              <a:ln w="19050">
                <a:solidFill>
                  <a:schemeClr val="lt1"/>
                </a:solidFill>
              </a:ln>
              <a:effectLst/>
            </c:spPr>
            <c:extLst>
              <c:ext xmlns:c16="http://schemas.microsoft.com/office/drawing/2014/chart" uri="{C3380CC4-5D6E-409C-BE32-E72D297353CC}">
                <c16:uniqueId val="{00000007-7785-4E4A-91F9-6403F017CCF3}"/>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7785-4E4A-91F9-6403F017CCF3}"/>
              </c:ext>
            </c:extLst>
          </c:dPt>
          <c:dPt>
            <c:idx val="5"/>
            <c:bubble3D val="0"/>
            <c:spPr>
              <a:solidFill>
                <a:schemeClr val="accent1"/>
              </a:solidFill>
              <a:ln w="19050">
                <a:solidFill>
                  <a:schemeClr val="lt1"/>
                </a:solidFill>
              </a:ln>
              <a:effectLst/>
            </c:spPr>
            <c:extLst>
              <c:ext xmlns:c16="http://schemas.microsoft.com/office/drawing/2014/chart" uri="{C3380CC4-5D6E-409C-BE32-E72D297353CC}">
                <c16:uniqueId val="{0000000B-7785-4E4A-91F9-6403F017CCF3}"/>
              </c:ext>
            </c:extLst>
          </c:dPt>
          <c:dPt>
            <c:idx val="6"/>
            <c:bubble3D val="0"/>
            <c:spPr>
              <a:solidFill>
                <a:schemeClr val="accent1"/>
              </a:solidFill>
              <a:ln w="19050">
                <a:solidFill>
                  <a:schemeClr val="lt1"/>
                </a:solidFill>
              </a:ln>
              <a:effectLst/>
            </c:spPr>
            <c:extLst>
              <c:ext xmlns:c16="http://schemas.microsoft.com/office/drawing/2014/chart" uri="{C3380CC4-5D6E-409C-BE32-E72D297353CC}">
                <c16:uniqueId val="{0000000D-7785-4E4A-91F9-6403F017CCF3}"/>
              </c:ext>
            </c:extLst>
          </c:dPt>
          <c:dPt>
            <c:idx val="7"/>
            <c:bubble3D val="0"/>
            <c:spPr>
              <a:solidFill>
                <a:schemeClr val="accent1"/>
              </a:solidFill>
              <a:ln w="19050">
                <a:solidFill>
                  <a:schemeClr val="lt1"/>
                </a:solidFill>
              </a:ln>
              <a:effectLst/>
            </c:spPr>
            <c:extLst>
              <c:ext xmlns:c16="http://schemas.microsoft.com/office/drawing/2014/chart" uri="{C3380CC4-5D6E-409C-BE32-E72D297353CC}">
                <c16:uniqueId val="{0000000F-7785-4E4A-91F9-6403F017CCF3}"/>
              </c:ext>
            </c:extLst>
          </c:dPt>
          <c:dPt>
            <c:idx val="8"/>
            <c:bubble3D val="0"/>
            <c:spPr>
              <a:solidFill>
                <a:schemeClr val="accent1"/>
              </a:solidFill>
              <a:ln w="19050">
                <a:solidFill>
                  <a:schemeClr val="lt1"/>
                </a:solidFill>
              </a:ln>
              <a:effectLst/>
            </c:spPr>
            <c:extLst>
              <c:ext xmlns:c16="http://schemas.microsoft.com/office/drawing/2014/chart" uri="{C3380CC4-5D6E-409C-BE32-E72D297353CC}">
                <c16:uniqueId val="{00000011-7785-4E4A-91F9-6403F017CCF3}"/>
              </c:ext>
            </c:extLst>
          </c:dPt>
          <c:dPt>
            <c:idx val="9"/>
            <c:bubble3D val="0"/>
            <c:spPr>
              <a:solidFill>
                <a:schemeClr val="accent1"/>
              </a:solidFill>
              <a:ln w="19050">
                <a:solidFill>
                  <a:schemeClr val="lt1"/>
                </a:solidFill>
              </a:ln>
              <a:effectLst/>
            </c:spPr>
            <c:extLst>
              <c:ext xmlns:c16="http://schemas.microsoft.com/office/drawing/2014/chart" uri="{C3380CC4-5D6E-409C-BE32-E72D297353CC}">
                <c16:uniqueId val="{00000013-7785-4E4A-91F9-6403F017CCF3}"/>
              </c:ext>
            </c:extLst>
          </c:dPt>
          <c:dPt>
            <c:idx val="10"/>
            <c:bubble3D val="0"/>
            <c:spPr>
              <a:solidFill>
                <a:schemeClr val="accent1"/>
              </a:solidFill>
              <a:ln w="19050">
                <a:solidFill>
                  <a:schemeClr val="lt1"/>
                </a:solidFill>
              </a:ln>
              <a:effectLst/>
            </c:spPr>
            <c:extLst>
              <c:ext xmlns:c16="http://schemas.microsoft.com/office/drawing/2014/chart" uri="{C3380CC4-5D6E-409C-BE32-E72D297353CC}">
                <c16:uniqueId val="{00000015-7785-4E4A-91F9-6403F017CCF3}"/>
              </c:ext>
            </c:extLst>
          </c:dPt>
          <c:dPt>
            <c:idx val="11"/>
            <c:bubble3D val="0"/>
            <c:spPr>
              <a:solidFill>
                <a:schemeClr val="accent1"/>
              </a:solidFill>
              <a:ln w="19050">
                <a:solidFill>
                  <a:schemeClr val="lt1"/>
                </a:solidFill>
              </a:ln>
              <a:effectLst/>
            </c:spPr>
            <c:extLst>
              <c:ext xmlns:c16="http://schemas.microsoft.com/office/drawing/2014/chart" uri="{C3380CC4-5D6E-409C-BE32-E72D297353CC}">
                <c16:uniqueId val="{00000017-7785-4E4A-91F9-6403F017CCF3}"/>
              </c:ext>
            </c:extLst>
          </c:dPt>
          <c:dPt>
            <c:idx val="12"/>
            <c:bubble3D val="0"/>
            <c:spPr>
              <a:solidFill>
                <a:schemeClr val="accent1"/>
              </a:solidFill>
              <a:ln w="19050">
                <a:solidFill>
                  <a:schemeClr val="lt1"/>
                </a:solidFill>
              </a:ln>
              <a:effectLst/>
            </c:spPr>
            <c:extLst>
              <c:ext xmlns:c16="http://schemas.microsoft.com/office/drawing/2014/chart" uri="{C3380CC4-5D6E-409C-BE32-E72D297353CC}">
                <c16:uniqueId val="{00000019-7785-4E4A-91F9-6403F017CCF3}"/>
              </c:ext>
            </c:extLst>
          </c:dPt>
          <c:dPt>
            <c:idx val="13"/>
            <c:bubble3D val="0"/>
            <c:spPr>
              <a:solidFill>
                <a:schemeClr val="accent1"/>
              </a:solidFill>
              <a:ln w="19050">
                <a:solidFill>
                  <a:schemeClr val="lt1"/>
                </a:solidFill>
              </a:ln>
              <a:effectLst/>
            </c:spPr>
            <c:extLst>
              <c:ext xmlns:c16="http://schemas.microsoft.com/office/drawing/2014/chart" uri="{C3380CC4-5D6E-409C-BE32-E72D297353CC}">
                <c16:uniqueId val="{0000001B-7785-4E4A-91F9-6403F017CCF3}"/>
              </c:ext>
            </c:extLst>
          </c:dPt>
          <c:dPt>
            <c:idx val="14"/>
            <c:bubble3D val="0"/>
            <c:spPr>
              <a:solidFill>
                <a:schemeClr val="accent1"/>
              </a:solidFill>
              <a:ln w="19050">
                <a:solidFill>
                  <a:schemeClr val="lt1"/>
                </a:solidFill>
              </a:ln>
              <a:effectLst/>
            </c:spPr>
            <c:extLst>
              <c:ext xmlns:c16="http://schemas.microsoft.com/office/drawing/2014/chart" uri="{C3380CC4-5D6E-409C-BE32-E72D297353CC}">
                <c16:uniqueId val="{0000001D-7785-4E4A-91F9-6403F017CCF3}"/>
              </c:ext>
            </c:extLst>
          </c:dPt>
          <c:dPt>
            <c:idx val="15"/>
            <c:bubble3D val="0"/>
            <c:spPr>
              <a:solidFill>
                <a:schemeClr val="accent1"/>
              </a:solidFill>
              <a:ln w="19050">
                <a:solidFill>
                  <a:schemeClr val="lt1"/>
                </a:solidFill>
              </a:ln>
              <a:effectLst/>
            </c:spPr>
            <c:extLst>
              <c:ext xmlns:c16="http://schemas.microsoft.com/office/drawing/2014/chart" uri="{C3380CC4-5D6E-409C-BE32-E72D297353CC}">
                <c16:uniqueId val="{0000001F-7785-4E4A-91F9-6403F017CCF3}"/>
              </c:ext>
            </c:extLst>
          </c:dPt>
          <c:dPt>
            <c:idx val="16"/>
            <c:bubble3D val="0"/>
            <c:spPr>
              <a:solidFill>
                <a:schemeClr val="accent1"/>
              </a:solidFill>
              <a:ln w="19050">
                <a:solidFill>
                  <a:schemeClr val="lt1"/>
                </a:solidFill>
              </a:ln>
              <a:effectLst/>
            </c:spPr>
            <c:extLst>
              <c:ext xmlns:c16="http://schemas.microsoft.com/office/drawing/2014/chart" uri="{C3380CC4-5D6E-409C-BE32-E72D297353CC}">
                <c16:uniqueId val="{00000021-7785-4E4A-91F9-6403F017CCF3}"/>
              </c:ext>
            </c:extLst>
          </c:dPt>
          <c:dPt>
            <c:idx val="17"/>
            <c:bubble3D val="0"/>
            <c:spPr>
              <a:solidFill>
                <a:schemeClr val="accent1"/>
              </a:solidFill>
              <a:ln w="19050">
                <a:solidFill>
                  <a:schemeClr val="lt1"/>
                </a:solidFill>
              </a:ln>
              <a:effectLst/>
            </c:spPr>
            <c:extLst>
              <c:ext xmlns:c16="http://schemas.microsoft.com/office/drawing/2014/chart" uri="{C3380CC4-5D6E-409C-BE32-E72D297353CC}">
                <c16:uniqueId val="{00000023-7785-4E4A-91F9-6403F017CCF3}"/>
              </c:ext>
            </c:extLst>
          </c:dPt>
          <c:dPt>
            <c:idx val="18"/>
            <c:bubble3D val="0"/>
            <c:spPr>
              <a:solidFill>
                <a:schemeClr val="accent1"/>
              </a:solidFill>
              <a:ln w="19050">
                <a:solidFill>
                  <a:schemeClr val="lt1"/>
                </a:solidFill>
              </a:ln>
              <a:effectLst/>
            </c:spPr>
            <c:extLst>
              <c:ext xmlns:c16="http://schemas.microsoft.com/office/drawing/2014/chart" uri="{C3380CC4-5D6E-409C-BE32-E72D297353CC}">
                <c16:uniqueId val="{00000025-7785-4E4A-91F9-6403F017CCF3}"/>
              </c:ext>
            </c:extLst>
          </c:dPt>
          <c:dPt>
            <c:idx val="19"/>
            <c:bubble3D val="0"/>
            <c:spPr>
              <a:solidFill>
                <a:schemeClr val="accent1"/>
              </a:solidFill>
              <a:ln w="19050">
                <a:solidFill>
                  <a:schemeClr val="lt1"/>
                </a:solidFill>
              </a:ln>
              <a:effectLst/>
            </c:spPr>
            <c:extLst>
              <c:ext xmlns:c16="http://schemas.microsoft.com/office/drawing/2014/chart" uri="{C3380CC4-5D6E-409C-BE32-E72D297353CC}">
                <c16:uniqueId val="{00000027-7785-4E4A-91F9-6403F017CCF3}"/>
              </c:ext>
            </c:extLst>
          </c:dPt>
          <c:val>
            <c:numLit>
              <c:formatCode>General</c:formatCode>
              <c:ptCount val="20"/>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numLit>
          </c:val>
          <c:extLst>
            <c:ext xmlns:c16="http://schemas.microsoft.com/office/drawing/2014/chart" uri="{C3380CC4-5D6E-409C-BE32-E72D297353CC}">
              <c16:uniqueId val="{00000028-7785-4E4A-91F9-6403F017CCF3}"/>
            </c:ext>
          </c:extLst>
        </c:ser>
        <c:dLbls>
          <c:showLegendKey val="0"/>
          <c:showVal val="0"/>
          <c:showCatName val="0"/>
          <c:showSerName val="0"/>
          <c:showPercent val="0"/>
          <c:showBubbleSize val="0"/>
          <c:showLeaderLines val="1"/>
        </c:dLbls>
        <c:firstSliceAng val="0"/>
        <c:holeSize val="75"/>
      </c:doughnutChart>
      <c:doughnutChart>
        <c:varyColors val="1"/>
        <c:ser>
          <c:idx val="1"/>
          <c:order val="1"/>
          <c:tx>
            <c:strRef>
              <c:f>'Pie Chart'!$A$1</c:f>
              <c:strCache>
                <c:ptCount val="1"/>
                <c:pt idx="0">
                  <c:v>Level%</c:v>
                </c:pt>
              </c:strCache>
            </c:strRef>
          </c:tx>
          <c:dPt>
            <c:idx val="0"/>
            <c:bubble3D val="0"/>
            <c:spPr>
              <a:noFill/>
              <a:ln w="19050">
                <a:solidFill>
                  <a:schemeClr val="lt1"/>
                </a:solidFill>
              </a:ln>
              <a:effectLst/>
            </c:spPr>
            <c:extLst>
              <c:ext xmlns:c16="http://schemas.microsoft.com/office/drawing/2014/chart" uri="{C3380CC4-5D6E-409C-BE32-E72D297353CC}">
                <c16:uniqueId val="{0000002A-7785-4E4A-91F9-6403F017CCF3}"/>
              </c:ext>
            </c:extLst>
          </c:dPt>
          <c:dPt>
            <c:idx val="1"/>
            <c:bubble3D val="0"/>
            <c:spPr>
              <a:solidFill>
                <a:schemeClr val="bg1">
                  <a:alpha val="70000"/>
                </a:schemeClr>
              </a:solidFill>
              <a:ln w="19050">
                <a:solidFill>
                  <a:schemeClr val="lt1"/>
                </a:solidFill>
              </a:ln>
              <a:effectLst/>
            </c:spPr>
            <c:extLst>
              <c:ext xmlns:c16="http://schemas.microsoft.com/office/drawing/2014/chart" uri="{C3380CC4-5D6E-409C-BE32-E72D297353CC}">
                <c16:uniqueId val="{0000002C-7785-4E4A-91F9-6403F017CCF3}"/>
              </c:ext>
            </c:extLst>
          </c:dPt>
          <c:dLbls>
            <c:dLbl>
              <c:idx val="0"/>
              <c:layout>
                <c:manualLayout>
                  <c:x val="-0.28374017071995261"/>
                  <c:y val="-0.15537864290868028"/>
                </c:manualLayout>
              </c:layout>
              <c:spPr>
                <a:noFill/>
                <a:ln>
                  <a:noFill/>
                </a:ln>
                <a:effectLst/>
              </c:spPr>
              <c:txPr>
                <a:bodyPr rot="0" spcFirstLastPara="1" vertOverflow="ellipsis" vert="horz" wrap="square" lIns="38100" tIns="19050" rIns="38100" bIns="19050" anchor="ctr" anchorCtr="1">
                  <a:spAutoFit/>
                </a:bodyPr>
                <a:lstStyle/>
                <a:p>
                  <a:pPr>
                    <a:defRPr sz="3600" b="1" i="0" u="none" strike="noStrike" kern="1200" baseline="0">
                      <a:solidFill>
                        <a:schemeClr val="accent1"/>
                      </a:solidFill>
                      <a:latin typeface="Montserrat Medium" panose="00000600000000000000" pitchFamily="50" charset="-52"/>
                      <a:ea typeface="+mn-ea"/>
                      <a:cs typeface="+mn-cs"/>
                    </a:defRPr>
                  </a:pPr>
                  <a:endParaRPr lang="ru-UA"/>
                </a:p>
              </c:txPr>
              <c:showLegendKey val="0"/>
              <c:showVal val="1"/>
              <c:showCatName val="0"/>
              <c:showSerName val="0"/>
              <c:showPercent val="0"/>
              <c:showBubbleSize val="0"/>
              <c:extLst>
                <c:ext xmlns:c15="http://schemas.microsoft.com/office/drawing/2012/chart" uri="{CE6537A1-D6FC-4f65-9D91-7224C49458BB}">
                  <c15:layout>
                    <c:manualLayout>
                      <c:w val="0.3936250004714979"/>
                      <c:h val="0.40752988047808758"/>
                    </c:manualLayout>
                  </c15:layout>
                </c:ext>
                <c:ext xmlns:c16="http://schemas.microsoft.com/office/drawing/2014/chart" uri="{C3380CC4-5D6E-409C-BE32-E72D297353CC}">
                  <c16:uniqueId val="{0000002A-7785-4E4A-91F9-6403F017CCF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UA"/>
              </a:p>
            </c:txPr>
            <c:showLegendKey val="0"/>
            <c:showVal val="0"/>
            <c:showCatName val="0"/>
            <c:showSerName val="0"/>
            <c:showPercent val="0"/>
            <c:showBubbleSize val="0"/>
            <c:extLst>
              <c:ext xmlns:c15="http://schemas.microsoft.com/office/drawing/2012/chart" uri="{CE6537A1-D6FC-4f65-9D91-7224C49458BB}"/>
            </c:extLst>
          </c:dLbls>
          <c:val>
            <c:numRef>
              <c:f>'Pie Chart'!$B$1:$C$1</c:f>
              <c:numCache>
                <c:formatCode>0%</c:formatCode>
                <c:ptCount val="2"/>
                <c:pt idx="0">
                  <c:v>0.65</c:v>
                </c:pt>
                <c:pt idx="1">
                  <c:v>0.35</c:v>
                </c:pt>
              </c:numCache>
            </c:numRef>
          </c:val>
          <c:extLst>
            <c:ext xmlns:c16="http://schemas.microsoft.com/office/drawing/2014/chart" uri="{C3380CC4-5D6E-409C-BE32-E72D297353CC}">
              <c16:uniqueId val="{0000002D-7785-4E4A-91F9-6403F017CCF3}"/>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ru-UA"/>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'Pie Chart'!$A$2:$B$2</c:f>
              <c:strCache>
                <c:ptCount val="2"/>
                <c:pt idx="0">
                  <c:v>Productivity%</c:v>
                </c:pt>
                <c:pt idx="1">
                  <c:v>25%</c:v>
                </c:pt>
              </c:strCache>
            </c:strRef>
          </c:tx>
          <c:spPr>
            <a:solidFill>
              <a:schemeClr val="accent2"/>
            </a:solidFill>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AD46-4AC8-AA0F-8A959F50ABA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D46-4AC8-AA0F-8A959F50ABA8}"/>
              </c:ext>
            </c:extLst>
          </c:dPt>
          <c:dPt>
            <c:idx val="2"/>
            <c:bubble3D val="0"/>
            <c:spPr>
              <a:solidFill>
                <a:schemeClr val="accent2"/>
              </a:solidFill>
              <a:ln w="19050">
                <a:solidFill>
                  <a:schemeClr val="lt1"/>
                </a:solidFill>
              </a:ln>
              <a:effectLst/>
            </c:spPr>
            <c:extLst>
              <c:ext xmlns:c16="http://schemas.microsoft.com/office/drawing/2014/chart" uri="{C3380CC4-5D6E-409C-BE32-E72D297353CC}">
                <c16:uniqueId val="{00000005-AD46-4AC8-AA0F-8A959F50ABA8}"/>
              </c:ext>
            </c:extLst>
          </c:dPt>
          <c:dPt>
            <c:idx val="3"/>
            <c:bubble3D val="0"/>
            <c:spPr>
              <a:solidFill>
                <a:schemeClr val="accent2"/>
              </a:solidFill>
              <a:ln w="19050">
                <a:solidFill>
                  <a:schemeClr val="lt1"/>
                </a:solidFill>
              </a:ln>
              <a:effectLst/>
            </c:spPr>
            <c:extLst>
              <c:ext xmlns:c16="http://schemas.microsoft.com/office/drawing/2014/chart" uri="{C3380CC4-5D6E-409C-BE32-E72D297353CC}">
                <c16:uniqueId val="{00000007-AD46-4AC8-AA0F-8A959F50ABA8}"/>
              </c:ext>
            </c:extLst>
          </c:dPt>
          <c:dPt>
            <c:idx val="4"/>
            <c:bubble3D val="0"/>
            <c:spPr>
              <a:solidFill>
                <a:schemeClr val="accent2"/>
              </a:solidFill>
              <a:ln w="19050">
                <a:solidFill>
                  <a:schemeClr val="lt1"/>
                </a:solidFill>
              </a:ln>
              <a:effectLst/>
            </c:spPr>
            <c:extLst>
              <c:ext xmlns:c16="http://schemas.microsoft.com/office/drawing/2014/chart" uri="{C3380CC4-5D6E-409C-BE32-E72D297353CC}">
                <c16:uniqueId val="{00000009-AD46-4AC8-AA0F-8A959F50ABA8}"/>
              </c:ext>
            </c:extLst>
          </c:dPt>
          <c:dPt>
            <c:idx val="5"/>
            <c:bubble3D val="0"/>
            <c:spPr>
              <a:solidFill>
                <a:schemeClr val="accent2"/>
              </a:solidFill>
              <a:ln w="19050">
                <a:solidFill>
                  <a:schemeClr val="lt1"/>
                </a:solidFill>
              </a:ln>
              <a:effectLst/>
            </c:spPr>
            <c:extLst>
              <c:ext xmlns:c16="http://schemas.microsoft.com/office/drawing/2014/chart" uri="{C3380CC4-5D6E-409C-BE32-E72D297353CC}">
                <c16:uniqueId val="{0000000B-AD46-4AC8-AA0F-8A959F50ABA8}"/>
              </c:ext>
            </c:extLst>
          </c:dPt>
          <c:dPt>
            <c:idx val="6"/>
            <c:bubble3D val="0"/>
            <c:spPr>
              <a:solidFill>
                <a:schemeClr val="accent2"/>
              </a:solidFill>
              <a:ln w="19050">
                <a:solidFill>
                  <a:schemeClr val="lt1"/>
                </a:solidFill>
              </a:ln>
              <a:effectLst/>
            </c:spPr>
            <c:extLst>
              <c:ext xmlns:c16="http://schemas.microsoft.com/office/drawing/2014/chart" uri="{C3380CC4-5D6E-409C-BE32-E72D297353CC}">
                <c16:uniqueId val="{0000000D-AD46-4AC8-AA0F-8A959F50ABA8}"/>
              </c:ext>
            </c:extLst>
          </c:dPt>
          <c:dPt>
            <c:idx val="7"/>
            <c:bubble3D val="0"/>
            <c:spPr>
              <a:solidFill>
                <a:schemeClr val="accent2"/>
              </a:solidFill>
              <a:ln w="19050">
                <a:solidFill>
                  <a:schemeClr val="lt1"/>
                </a:solidFill>
              </a:ln>
              <a:effectLst/>
            </c:spPr>
            <c:extLst>
              <c:ext xmlns:c16="http://schemas.microsoft.com/office/drawing/2014/chart" uri="{C3380CC4-5D6E-409C-BE32-E72D297353CC}">
                <c16:uniqueId val="{0000000F-AD46-4AC8-AA0F-8A959F50ABA8}"/>
              </c:ext>
            </c:extLst>
          </c:dPt>
          <c:dPt>
            <c:idx val="8"/>
            <c:bubble3D val="0"/>
            <c:spPr>
              <a:solidFill>
                <a:schemeClr val="accent2"/>
              </a:solidFill>
              <a:ln w="19050">
                <a:solidFill>
                  <a:schemeClr val="lt1"/>
                </a:solidFill>
              </a:ln>
              <a:effectLst/>
            </c:spPr>
            <c:extLst>
              <c:ext xmlns:c16="http://schemas.microsoft.com/office/drawing/2014/chart" uri="{C3380CC4-5D6E-409C-BE32-E72D297353CC}">
                <c16:uniqueId val="{00000011-AD46-4AC8-AA0F-8A959F50ABA8}"/>
              </c:ext>
            </c:extLst>
          </c:dPt>
          <c:dPt>
            <c:idx val="9"/>
            <c:bubble3D val="0"/>
            <c:spPr>
              <a:solidFill>
                <a:schemeClr val="accent2"/>
              </a:solidFill>
              <a:ln w="19050">
                <a:solidFill>
                  <a:schemeClr val="lt1"/>
                </a:solidFill>
              </a:ln>
              <a:effectLst/>
            </c:spPr>
            <c:extLst>
              <c:ext xmlns:c16="http://schemas.microsoft.com/office/drawing/2014/chart" uri="{C3380CC4-5D6E-409C-BE32-E72D297353CC}">
                <c16:uniqueId val="{00000013-AD46-4AC8-AA0F-8A959F50ABA8}"/>
              </c:ext>
            </c:extLst>
          </c:dPt>
          <c:dPt>
            <c:idx val="10"/>
            <c:bubble3D val="0"/>
            <c:spPr>
              <a:solidFill>
                <a:schemeClr val="accent2"/>
              </a:solidFill>
              <a:ln w="19050">
                <a:solidFill>
                  <a:schemeClr val="lt1"/>
                </a:solidFill>
              </a:ln>
              <a:effectLst/>
            </c:spPr>
            <c:extLst>
              <c:ext xmlns:c16="http://schemas.microsoft.com/office/drawing/2014/chart" uri="{C3380CC4-5D6E-409C-BE32-E72D297353CC}">
                <c16:uniqueId val="{00000015-AD46-4AC8-AA0F-8A959F50ABA8}"/>
              </c:ext>
            </c:extLst>
          </c:dPt>
          <c:dPt>
            <c:idx val="11"/>
            <c:bubble3D val="0"/>
            <c:spPr>
              <a:solidFill>
                <a:schemeClr val="accent2"/>
              </a:solidFill>
              <a:ln w="19050">
                <a:solidFill>
                  <a:schemeClr val="lt1"/>
                </a:solidFill>
              </a:ln>
              <a:effectLst/>
            </c:spPr>
            <c:extLst>
              <c:ext xmlns:c16="http://schemas.microsoft.com/office/drawing/2014/chart" uri="{C3380CC4-5D6E-409C-BE32-E72D297353CC}">
                <c16:uniqueId val="{00000017-AD46-4AC8-AA0F-8A959F50ABA8}"/>
              </c:ext>
            </c:extLst>
          </c:dPt>
          <c:dPt>
            <c:idx val="12"/>
            <c:bubble3D val="0"/>
            <c:spPr>
              <a:solidFill>
                <a:schemeClr val="accent2"/>
              </a:solidFill>
              <a:ln w="19050">
                <a:solidFill>
                  <a:schemeClr val="lt1"/>
                </a:solidFill>
              </a:ln>
              <a:effectLst/>
            </c:spPr>
            <c:extLst>
              <c:ext xmlns:c16="http://schemas.microsoft.com/office/drawing/2014/chart" uri="{C3380CC4-5D6E-409C-BE32-E72D297353CC}">
                <c16:uniqueId val="{00000019-AD46-4AC8-AA0F-8A959F50ABA8}"/>
              </c:ext>
            </c:extLst>
          </c:dPt>
          <c:dPt>
            <c:idx val="13"/>
            <c:bubble3D val="0"/>
            <c:spPr>
              <a:solidFill>
                <a:schemeClr val="accent2"/>
              </a:solidFill>
              <a:ln w="19050">
                <a:solidFill>
                  <a:schemeClr val="lt1"/>
                </a:solidFill>
              </a:ln>
              <a:effectLst/>
            </c:spPr>
            <c:extLst>
              <c:ext xmlns:c16="http://schemas.microsoft.com/office/drawing/2014/chart" uri="{C3380CC4-5D6E-409C-BE32-E72D297353CC}">
                <c16:uniqueId val="{0000001B-AD46-4AC8-AA0F-8A959F50ABA8}"/>
              </c:ext>
            </c:extLst>
          </c:dPt>
          <c:dPt>
            <c:idx val="14"/>
            <c:bubble3D val="0"/>
            <c:spPr>
              <a:solidFill>
                <a:schemeClr val="accent2"/>
              </a:solidFill>
              <a:ln w="19050">
                <a:solidFill>
                  <a:schemeClr val="lt1"/>
                </a:solidFill>
              </a:ln>
              <a:effectLst/>
            </c:spPr>
            <c:extLst>
              <c:ext xmlns:c16="http://schemas.microsoft.com/office/drawing/2014/chart" uri="{C3380CC4-5D6E-409C-BE32-E72D297353CC}">
                <c16:uniqueId val="{0000001D-AD46-4AC8-AA0F-8A959F50ABA8}"/>
              </c:ext>
            </c:extLst>
          </c:dPt>
          <c:dPt>
            <c:idx val="15"/>
            <c:bubble3D val="0"/>
            <c:spPr>
              <a:solidFill>
                <a:schemeClr val="accent2"/>
              </a:solidFill>
              <a:ln w="19050">
                <a:solidFill>
                  <a:schemeClr val="lt1"/>
                </a:solidFill>
              </a:ln>
              <a:effectLst/>
            </c:spPr>
            <c:extLst>
              <c:ext xmlns:c16="http://schemas.microsoft.com/office/drawing/2014/chart" uri="{C3380CC4-5D6E-409C-BE32-E72D297353CC}">
                <c16:uniqueId val="{0000001F-AD46-4AC8-AA0F-8A959F50ABA8}"/>
              </c:ext>
            </c:extLst>
          </c:dPt>
          <c:dPt>
            <c:idx val="16"/>
            <c:bubble3D val="0"/>
            <c:spPr>
              <a:solidFill>
                <a:schemeClr val="accent2"/>
              </a:solidFill>
              <a:ln w="19050">
                <a:solidFill>
                  <a:schemeClr val="lt1"/>
                </a:solidFill>
              </a:ln>
              <a:effectLst/>
            </c:spPr>
            <c:extLst>
              <c:ext xmlns:c16="http://schemas.microsoft.com/office/drawing/2014/chart" uri="{C3380CC4-5D6E-409C-BE32-E72D297353CC}">
                <c16:uniqueId val="{00000021-AD46-4AC8-AA0F-8A959F50ABA8}"/>
              </c:ext>
            </c:extLst>
          </c:dPt>
          <c:dPt>
            <c:idx val="17"/>
            <c:bubble3D val="0"/>
            <c:spPr>
              <a:solidFill>
                <a:schemeClr val="accent2"/>
              </a:solidFill>
              <a:ln w="19050">
                <a:solidFill>
                  <a:schemeClr val="lt1"/>
                </a:solidFill>
              </a:ln>
              <a:effectLst/>
            </c:spPr>
            <c:extLst>
              <c:ext xmlns:c16="http://schemas.microsoft.com/office/drawing/2014/chart" uri="{C3380CC4-5D6E-409C-BE32-E72D297353CC}">
                <c16:uniqueId val="{00000023-AD46-4AC8-AA0F-8A959F50ABA8}"/>
              </c:ext>
            </c:extLst>
          </c:dPt>
          <c:dPt>
            <c:idx val="18"/>
            <c:bubble3D val="0"/>
            <c:spPr>
              <a:solidFill>
                <a:schemeClr val="accent2"/>
              </a:solidFill>
              <a:ln w="19050">
                <a:solidFill>
                  <a:schemeClr val="lt1"/>
                </a:solidFill>
              </a:ln>
              <a:effectLst/>
            </c:spPr>
            <c:extLst>
              <c:ext xmlns:c16="http://schemas.microsoft.com/office/drawing/2014/chart" uri="{C3380CC4-5D6E-409C-BE32-E72D297353CC}">
                <c16:uniqueId val="{00000025-AD46-4AC8-AA0F-8A959F50ABA8}"/>
              </c:ext>
            </c:extLst>
          </c:dPt>
          <c:dPt>
            <c:idx val="19"/>
            <c:bubble3D val="0"/>
            <c:spPr>
              <a:solidFill>
                <a:schemeClr val="accent2"/>
              </a:solidFill>
              <a:ln w="19050">
                <a:solidFill>
                  <a:schemeClr val="lt1"/>
                </a:solidFill>
              </a:ln>
              <a:effectLst/>
            </c:spPr>
            <c:extLst>
              <c:ext xmlns:c16="http://schemas.microsoft.com/office/drawing/2014/chart" uri="{C3380CC4-5D6E-409C-BE32-E72D297353CC}">
                <c16:uniqueId val="{00000027-AD46-4AC8-AA0F-8A959F50ABA8}"/>
              </c:ext>
            </c:extLst>
          </c:dPt>
          <c:val>
            <c:numLit>
              <c:formatCode>General</c:formatCode>
              <c:ptCount val="20"/>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numLit>
          </c:val>
          <c:extLst>
            <c:ext xmlns:c16="http://schemas.microsoft.com/office/drawing/2014/chart" uri="{C3380CC4-5D6E-409C-BE32-E72D297353CC}">
              <c16:uniqueId val="{00000028-AD46-4AC8-AA0F-8A959F50ABA8}"/>
            </c:ext>
          </c:extLst>
        </c:ser>
        <c:dLbls>
          <c:showLegendKey val="0"/>
          <c:showVal val="0"/>
          <c:showCatName val="0"/>
          <c:showSerName val="0"/>
          <c:showPercent val="0"/>
          <c:showBubbleSize val="0"/>
          <c:showLeaderLines val="1"/>
        </c:dLbls>
        <c:firstSliceAng val="0"/>
        <c:holeSize val="75"/>
      </c:doughnutChart>
      <c:doughnutChart>
        <c:varyColors val="1"/>
        <c:ser>
          <c:idx val="1"/>
          <c:order val="1"/>
          <c:tx>
            <c:strRef>
              <c:f>'Pie Chart'!$A$2</c:f>
              <c:strCache>
                <c:ptCount val="1"/>
                <c:pt idx="0">
                  <c:v>Productivity%</c:v>
                </c:pt>
              </c:strCache>
            </c:strRef>
          </c:tx>
          <c:dPt>
            <c:idx val="0"/>
            <c:bubble3D val="0"/>
            <c:spPr>
              <a:noFill/>
              <a:ln w="19050">
                <a:solidFill>
                  <a:schemeClr val="lt1"/>
                </a:solidFill>
              </a:ln>
              <a:effectLst/>
            </c:spPr>
            <c:extLst>
              <c:ext xmlns:c16="http://schemas.microsoft.com/office/drawing/2014/chart" uri="{C3380CC4-5D6E-409C-BE32-E72D297353CC}">
                <c16:uniqueId val="{0000002A-AD46-4AC8-AA0F-8A959F50ABA8}"/>
              </c:ext>
            </c:extLst>
          </c:dPt>
          <c:dPt>
            <c:idx val="1"/>
            <c:bubble3D val="0"/>
            <c:spPr>
              <a:solidFill>
                <a:schemeClr val="bg1">
                  <a:alpha val="70000"/>
                </a:schemeClr>
              </a:solidFill>
              <a:ln w="19050">
                <a:solidFill>
                  <a:schemeClr val="lt1"/>
                </a:solidFill>
              </a:ln>
              <a:effectLst/>
            </c:spPr>
            <c:extLst>
              <c:ext xmlns:c16="http://schemas.microsoft.com/office/drawing/2014/chart" uri="{C3380CC4-5D6E-409C-BE32-E72D297353CC}">
                <c16:uniqueId val="{0000002C-AD46-4AC8-AA0F-8A959F50ABA8}"/>
              </c:ext>
            </c:extLst>
          </c:dPt>
          <c:dLbls>
            <c:dLbl>
              <c:idx val="0"/>
              <c:layout>
                <c:manualLayout>
                  <c:x val="-0.22570632101830412"/>
                  <c:y val="0.24701179533833167"/>
                </c:manualLayout>
              </c:layout>
              <c:spPr>
                <a:noFill/>
                <a:ln>
                  <a:noFill/>
                </a:ln>
                <a:effectLst/>
              </c:spPr>
              <c:txPr>
                <a:bodyPr rot="0" spcFirstLastPara="1" vertOverflow="ellipsis" vert="horz" wrap="square" lIns="38100" tIns="19050" rIns="38100" bIns="19050" anchor="ctr" anchorCtr="1">
                  <a:spAutoFit/>
                </a:bodyPr>
                <a:lstStyle/>
                <a:p>
                  <a:pPr>
                    <a:defRPr sz="3600" b="1" i="0" u="none" strike="noStrike" kern="1200" baseline="0">
                      <a:solidFill>
                        <a:schemeClr val="accent2"/>
                      </a:solidFill>
                      <a:latin typeface="Montserrat Medium" panose="00000600000000000000" pitchFamily="50" charset="-52"/>
                      <a:ea typeface="+mn-ea"/>
                      <a:cs typeface="+mn-cs"/>
                    </a:defRPr>
                  </a:pPr>
                  <a:endParaRPr lang="ru-UA"/>
                </a:p>
              </c:txPr>
              <c:showLegendKey val="0"/>
              <c:showVal val="1"/>
              <c:showCatName val="0"/>
              <c:showSerName val="0"/>
              <c:showPercent val="0"/>
              <c:showBubbleSize val="0"/>
              <c:extLst>
                <c:ext xmlns:c15="http://schemas.microsoft.com/office/drawing/2012/chart" uri="{CE6537A1-D6FC-4f65-9D91-7224C49458BB}">
                  <c15:layout>
                    <c:manualLayout>
                      <c:w val="0.38686423209624049"/>
                      <c:h val="0.40752988047808758"/>
                    </c:manualLayout>
                  </c15:layout>
                </c:ext>
                <c:ext xmlns:c16="http://schemas.microsoft.com/office/drawing/2014/chart" uri="{C3380CC4-5D6E-409C-BE32-E72D297353CC}">
                  <c16:uniqueId val="{0000002A-AD46-4AC8-AA0F-8A959F50ABA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UA"/>
              </a:p>
            </c:txPr>
            <c:showLegendKey val="0"/>
            <c:showVal val="0"/>
            <c:showCatName val="0"/>
            <c:showSerName val="0"/>
            <c:showPercent val="0"/>
            <c:showBubbleSize val="0"/>
            <c:extLst>
              <c:ext xmlns:c15="http://schemas.microsoft.com/office/drawing/2012/chart" uri="{CE6537A1-D6FC-4f65-9D91-7224C49458BB}"/>
            </c:extLst>
          </c:dLbls>
          <c:val>
            <c:numRef>
              <c:f>'Pie Chart'!$B$2:$C$2</c:f>
              <c:numCache>
                <c:formatCode>0%</c:formatCode>
                <c:ptCount val="2"/>
                <c:pt idx="0">
                  <c:v>0.25</c:v>
                </c:pt>
                <c:pt idx="1">
                  <c:v>0.75</c:v>
                </c:pt>
              </c:numCache>
            </c:numRef>
          </c:val>
          <c:extLst>
            <c:ext xmlns:c16="http://schemas.microsoft.com/office/drawing/2014/chart" uri="{C3380CC4-5D6E-409C-BE32-E72D297353CC}">
              <c16:uniqueId val="{0000002D-AD46-4AC8-AA0F-8A959F50ABA8}"/>
            </c:ext>
          </c:extLst>
        </c:ser>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ru-UA"/>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solidFill>
              <a:schemeClr val="accent3"/>
            </a:solidFill>
          </c:spPr>
          <c:dPt>
            <c:idx val="0"/>
            <c:bubble3D val="0"/>
            <c:spPr>
              <a:solidFill>
                <a:schemeClr val="accent3"/>
              </a:solidFill>
              <a:ln w="19050">
                <a:solidFill>
                  <a:schemeClr val="lt1"/>
                </a:solidFill>
              </a:ln>
              <a:effectLst/>
            </c:spPr>
            <c:extLst>
              <c:ext xmlns:c16="http://schemas.microsoft.com/office/drawing/2014/chart" uri="{C3380CC4-5D6E-409C-BE32-E72D297353CC}">
                <c16:uniqueId val="{00000001-7887-4C38-9B71-4B06F0FAFD74}"/>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3-7887-4C38-9B71-4B06F0FAFD74}"/>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887-4C38-9B71-4B06F0FAFD74}"/>
              </c:ext>
            </c:extLst>
          </c:dPt>
          <c:dPt>
            <c:idx val="3"/>
            <c:bubble3D val="0"/>
            <c:spPr>
              <a:solidFill>
                <a:schemeClr val="accent3"/>
              </a:solidFill>
              <a:ln w="19050">
                <a:solidFill>
                  <a:schemeClr val="lt1"/>
                </a:solidFill>
              </a:ln>
              <a:effectLst/>
            </c:spPr>
            <c:extLst>
              <c:ext xmlns:c16="http://schemas.microsoft.com/office/drawing/2014/chart" uri="{C3380CC4-5D6E-409C-BE32-E72D297353CC}">
                <c16:uniqueId val="{00000007-7887-4C38-9B71-4B06F0FAFD74}"/>
              </c:ext>
            </c:extLst>
          </c:dPt>
          <c:dPt>
            <c:idx val="4"/>
            <c:bubble3D val="0"/>
            <c:spPr>
              <a:solidFill>
                <a:schemeClr val="accent3"/>
              </a:solidFill>
              <a:ln w="19050">
                <a:solidFill>
                  <a:schemeClr val="lt1"/>
                </a:solidFill>
              </a:ln>
              <a:effectLst/>
            </c:spPr>
            <c:extLst>
              <c:ext xmlns:c16="http://schemas.microsoft.com/office/drawing/2014/chart" uri="{C3380CC4-5D6E-409C-BE32-E72D297353CC}">
                <c16:uniqueId val="{00000009-7887-4C38-9B71-4B06F0FAFD74}"/>
              </c:ext>
            </c:extLst>
          </c:dPt>
          <c:dPt>
            <c:idx val="5"/>
            <c:bubble3D val="0"/>
            <c:spPr>
              <a:solidFill>
                <a:schemeClr val="accent3"/>
              </a:solidFill>
              <a:ln w="19050">
                <a:solidFill>
                  <a:schemeClr val="lt1"/>
                </a:solidFill>
              </a:ln>
              <a:effectLst/>
            </c:spPr>
            <c:extLst>
              <c:ext xmlns:c16="http://schemas.microsoft.com/office/drawing/2014/chart" uri="{C3380CC4-5D6E-409C-BE32-E72D297353CC}">
                <c16:uniqueId val="{0000000B-7887-4C38-9B71-4B06F0FAFD74}"/>
              </c:ext>
            </c:extLst>
          </c:dPt>
          <c:dPt>
            <c:idx val="6"/>
            <c:bubble3D val="0"/>
            <c:spPr>
              <a:solidFill>
                <a:schemeClr val="accent3"/>
              </a:solidFill>
              <a:ln w="19050">
                <a:solidFill>
                  <a:schemeClr val="lt1"/>
                </a:solidFill>
              </a:ln>
              <a:effectLst/>
            </c:spPr>
            <c:extLst>
              <c:ext xmlns:c16="http://schemas.microsoft.com/office/drawing/2014/chart" uri="{C3380CC4-5D6E-409C-BE32-E72D297353CC}">
                <c16:uniqueId val="{0000000D-7887-4C38-9B71-4B06F0FAFD74}"/>
              </c:ext>
            </c:extLst>
          </c:dPt>
          <c:dPt>
            <c:idx val="7"/>
            <c:bubble3D val="0"/>
            <c:spPr>
              <a:solidFill>
                <a:schemeClr val="accent3"/>
              </a:solidFill>
              <a:ln w="19050">
                <a:solidFill>
                  <a:schemeClr val="lt1"/>
                </a:solidFill>
              </a:ln>
              <a:effectLst/>
            </c:spPr>
            <c:extLst>
              <c:ext xmlns:c16="http://schemas.microsoft.com/office/drawing/2014/chart" uri="{C3380CC4-5D6E-409C-BE32-E72D297353CC}">
                <c16:uniqueId val="{0000000F-7887-4C38-9B71-4B06F0FAFD74}"/>
              </c:ext>
            </c:extLst>
          </c:dPt>
          <c:dPt>
            <c:idx val="8"/>
            <c:bubble3D val="0"/>
            <c:spPr>
              <a:solidFill>
                <a:schemeClr val="accent3"/>
              </a:solidFill>
              <a:ln w="19050">
                <a:solidFill>
                  <a:schemeClr val="lt1"/>
                </a:solidFill>
              </a:ln>
              <a:effectLst/>
            </c:spPr>
            <c:extLst>
              <c:ext xmlns:c16="http://schemas.microsoft.com/office/drawing/2014/chart" uri="{C3380CC4-5D6E-409C-BE32-E72D297353CC}">
                <c16:uniqueId val="{00000011-7887-4C38-9B71-4B06F0FAFD74}"/>
              </c:ext>
            </c:extLst>
          </c:dPt>
          <c:dPt>
            <c:idx val="9"/>
            <c:bubble3D val="0"/>
            <c:spPr>
              <a:solidFill>
                <a:schemeClr val="accent3"/>
              </a:solidFill>
              <a:ln w="19050">
                <a:solidFill>
                  <a:schemeClr val="lt1"/>
                </a:solidFill>
              </a:ln>
              <a:effectLst/>
            </c:spPr>
            <c:extLst>
              <c:ext xmlns:c16="http://schemas.microsoft.com/office/drawing/2014/chart" uri="{C3380CC4-5D6E-409C-BE32-E72D297353CC}">
                <c16:uniqueId val="{00000013-7887-4C38-9B71-4B06F0FAFD74}"/>
              </c:ext>
            </c:extLst>
          </c:dPt>
          <c:dPt>
            <c:idx val="10"/>
            <c:bubble3D val="0"/>
            <c:spPr>
              <a:solidFill>
                <a:schemeClr val="accent3"/>
              </a:solidFill>
              <a:ln w="19050">
                <a:solidFill>
                  <a:schemeClr val="lt1"/>
                </a:solidFill>
              </a:ln>
              <a:effectLst/>
            </c:spPr>
            <c:extLst>
              <c:ext xmlns:c16="http://schemas.microsoft.com/office/drawing/2014/chart" uri="{C3380CC4-5D6E-409C-BE32-E72D297353CC}">
                <c16:uniqueId val="{00000015-7887-4C38-9B71-4B06F0FAFD74}"/>
              </c:ext>
            </c:extLst>
          </c:dPt>
          <c:dPt>
            <c:idx val="11"/>
            <c:bubble3D val="0"/>
            <c:spPr>
              <a:solidFill>
                <a:schemeClr val="accent3"/>
              </a:solidFill>
              <a:ln w="19050">
                <a:solidFill>
                  <a:schemeClr val="lt1"/>
                </a:solidFill>
              </a:ln>
              <a:effectLst/>
            </c:spPr>
            <c:extLst>
              <c:ext xmlns:c16="http://schemas.microsoft.com/office/drawing/2014/chart" uri="{C3380CC4-5D6E-409C-BE32-E72D297353CC}">
                <c16:uniqueId val="{00000017-7887-4C38-9B71-4B06F0FAFD74}"/>
              </c:ext>
            </c:extLst>
          </c:dPt>
          <c:dPt>
            <c:idx val="12"/>
            <c:bubble3D val="0"/>
            <c:spPr>
              <a:solidFill>
                <a:schemeClr val="accent3"/>
              </a:solidFill>
              <a:ln w="19050">
                <a:solidFill>
                  <a:schemeClr val="lt1"/>
                </a:solidFill>
              </a:ln>
              <a:effectLst/>
            </c:spPr>
            <c:extLst>
              <c:ext xmlns:c16="http://schemas.microsoft.com/office/drawing/2014/chart" uri="{C3380CC4-5D6E-409C-BE32-E72D297353CC}">
                <c16:uniqueId val="{00000019-7887-4C38-9B71-4B06F0FAFD74}"/>
              </c:ext>
            </c:extLst>
          </c:dPt>
          <c:dPt>
            <c:idx val="13"/>
            <c:bubble3D val="0"/>
            <c:spPr>
              <a:solidFill>
                <a:schemeClr val="accent3"/>
              </a:solidFill>
              <a:ln w="19050">
                <a:solidFill>
                  <a:schemeClr val="lt1"/>
                </a:solidFill>
              </a:ln>
              <a:effectLst/>
            </c:spPr>
            <c:extLst>
              <c:ext xmlns:c16="http://schemas.microsoft.com/office/drawing/2014/chart" uri="{C3380CC4-5D6E-409C-BE32-E72D297353CC}">
                <c16:uniqueId val="{0000001B-7887-4C38-9B71-4B06F0FAFD74}"/>
              </c:ext>
            </c:extLst>
          </c:dPt>
          <c:dPt>
            <c:idx val="14"/>
            <c:bubble3D val="0"/>
            <c:spPr>
              <a:solidFill>
                <a:schemeClr val="accent3"/>
              </a:solidFill>
              <a:ln w="19050">
                <a:solidFill>
                  <a:schemeClr val="lt1"/>
                </a:solidFill>
              </a:ln>
              <a:effectLst/>
            </c:spPr>
            <c:extLst>
              <c:ext xmlns:c16="http://schemas.microsoft.com/office/drawing/2014/chart" uri="{C3380CC4-5D6E-409C-BE32-E72D297353CC}">
                <c16:uniqueId val="{0000001D-7887-4C38-9B71-4B06F0FAFD74}"/>
              </c:ext>
            </c:extLst>
          </c:dPt>
          <c:dPt>
            <c:idx val="15"/>
            <c:bubble3D val="0"/>
            <c:spPr>
              <a:solidFill>
                <a:schemeClr val="accent3"/>
              </a:solidFill>
              <a:ln w="19050">
                <a:solidFill>
                  <a:schemeClr val="lt1"/>
                </a:solidFill>
              </a:ln>
              <a:effectLst/>
            </c:spPr>
            <c:extLst>
              <c:ext xmlns:c16="http://schemas.microsoft.com/office/drawing/2014/chart" uri="{C3380CC4-5D6E-409C-BE32-E72D297353CC}">
                <c16:uniqueId val="{0000001F-7887-4C38-9B71-4B06F0FAFD74}"/>
              </c:ext>
            </c:extLst>
          </c:dPt>
          <c:dPt>
            <c:idx val="16"/>
            <c:bubble3D val="0"/>
            <c:spPr>
              <a:solidFill>
                <a:schemeClr val="accent3"/>
              </a:solidFill>
              <a:ln w="19050">
                <a:solidFill>
                  <a:schemeClr val="lt1"/>
                </a:solidFill>
              </a:ln>
              <a:effectLst/>
            </c:spPr>
            <c:extLst>
              <c:ext xmlns:c16="http://schemas.microsoft.com/office/drawing/2014/chart" uri="{C3380CC4-5D6E-409C-BE32-E72D297353CC}">
                <c16:uniqueId val="{00000021-7887-4C38-9B71-4B06F0FAFD74}"/>
              </c:ext>
            </c:extLst>
          </c:dPt>
          <c:dPt>
            <c:idx val="17"/>
            <c:bubble3D val="0"/>
            <c:spPr>
              <a:solidFill>
                <a:schemeClr val="accent3"/>
              </a:solidFill>
              <a:ln w="19050">
                <a:solidFill>
                  <a:schemeClr val="lt1"/>
                </a:solidFill>
              </a:ln>
              <a:effectLst/>
            </c:spPr>
            <c:extLst>
              <c:ext xmlns:c16="http://schemas.microsoft.com/office/drawing/2014/chart" uri="{C3380CC4-5D6E-409C-BE32-E72D297353CC}">
                <c16:uniqueId val="{00000023-7887-4C38-9B71-4B06F0FAFD74}"/>
              </c:ext>
            </c:extLst>
          </c:dPt>
          <c:dPt>
            <c:idx val="18"/>
            <c:bubble3D val="0"/>
            <c:spPr>
              <a:solidFill>
                <a:schemeClr val="accent3"/>
              </a:solidFill>
              <a:ln w="19050">
                <a:solidFill>
                  <a:schemeClr val="lt1"/>
                </a:solidFill>
              </a:ln>
              <a:effectLst/>
            </c:spPr>
            <c:extLst>
              <c:ext xmlns:c16="http://schemas.microsoft.com/office/drawing/2014/chart" uri="{C3380CC4-5D6E-409C-BE32-E72D297353CC}">
                <c16:uniqueId val="{00000025-7887-4C38-9B71-4B06F0FAFD74}"/>
              </c:ext>
            </c:extLst>
          </c:dPt>
          <c:dPt>
            <c:idx val="19"/>
            <c:bubble3D val="0"/>
            <c:spPr>
              <a:solidFill>
                <a:schemeClr val="accent3"/>
              </a:solidFill>
              <a:ln w="19050">
                <a:solidFill>
                  <a:schemeClr val="lt1"/>
                </a:solidFill>
              </a:ln>
              <a:effectLst/>
            </c:spPr>
            <c:extLst>
              <c:ext xmlns:c16="http://schemas.microsoft.com/office/drawing/2014/chart" uri="{C3380CC4-5D6E-409C-BE32-E72D297353CC}">
                <c16:uniqueId val="{00000027-7887-4C38-9B71-4B06F0FAFD74}"/>
              </c:ext>
            </c:extLst>
          </c:dPt>
          <c:val>
            <c:numLit>
              <c:formatCode>General</c:formatCode>
              <c:ptCount val="20"/>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numLit>
          </c:val>
          <c:extLst>
            <c:ext xmlns:c16="http://schemas.microsoft.com/office/drawing/2014/chart" uri="{C3380CC4-5D6E-409C-BE32-E72D297353CC}">
              <c16:uniqueId val="{00000028-7887-4C38-9B71-4B06F0FAFD74}"/>
            </c:ext>
          </c:extLst>
        </c:ser>
        <c:dLbls>
          <c:showLegendKey val="0"/>
          <c:showVal val="0"/>
          <c:showCatName val="0"/>
          <c:showSerName val="0"/>
          <c:showPercent val="0"/>
          <c:showBubbleSize val="0"/>
          <c:showLeaderLines val="1"/>
        </c:dLbls>
        <c:firstSliceAng val="0"/>
        <c:holeSize val="75"/>
      </c:doughnutChart>
      <c:doughnutChart>
        <c:varyColors val="1"/>
        <c:ser>
          <c:idx val="1"/>
          <c:order val="1"/>
          <c:tx>
            <c:strRef>
              <c:f>'Pie Chart'!$A$1</c:f>
              <c:strCache>
                <c:ptCount val="1"/>
                <c:pt idx="0">
                  <c:v>Level%</c:v>
                </c:pt>
              </c:strCache>
            </c:strRef>
          </c:tx>
          <c:dPt>
            <c:idx val="0"/>
            <c:bubble3D val="0"/>
            <c:spPr>
              <a:noFill/>
              <a:ln w="19050">
                <a:solidFill>
                  <a:schemeClr val="lt1"/>
                </a:solidFill>
              </a:ln>
              <a:effectLst/>
            </c:spPr>
            <c:extLst>
              <c:ext xmlns:c16="http://schemas.microsoft.com/office/drawing/2014/chart" uri="{C3380CC4-5D6E-409C-BE32-E72D297353CC}">
                <c16:uniqueId val="{0000002A-7887-4C38-9B71-4B06F0FAFD74}"/>
              </c:ext>
            </c:extLst>
          </c:dPt>
          <c:dPt>
            <c:idx val="1"/>
            <c:bubble3D val="0"/>
            <c:spPr>
              <a:solidFill>
                <a:schemeClr val="bg1">
                  <a:alpha val="70000"/>
                </a:schemeClr>
              </a:solidFill>
              <a:ln w="19050">
                <a:solidFill>
                  <a:schemeClr val="lt1"/>
                </a:solidFill>
              </a:ln>
              <a:effectLst/>
            </c:spPr>
            <c:extLst>
              <c:ext xmlns:c16="http://schemas.microsoft.com/office/drawing/2014/chart" uri="{C3380CC4-5D6E-409C-BE32-E72D297353CC}">
                <c16:uniqueId val="{0000002C-7887-4C38-9B71-4B06F0FAFD74}"/>
              </c:ext>
            </c:extLst>
          </c:dPt>
          <c:dLbls>
            <c:dLbl>
              <c:idx val="0"/>
              <c:layout>
                <c:manualLayout>
                  <c:x val="-0.28988933175365378"/>
                  <c:y val="0.13545801047777398"/>
                </c:manualLayout>
              </c:layout>
              <c:spPr>
                <a:noFill/>
                <a:ln>
                  <a:noFill/>
                </a:ln>
                <a:effectLst/>
              </c:spPr>
              <c:txPr>
                <a:bodyPr rot="0" spcFirstLastPara="1" vertOverflow="ellipsis" vert="horz" wrap="square" lIns="38100" tIns="19050" rIns="38100" bIns="19050" anchor="ctr" anchorCtr="1">
                  <a:spAutoFit/>
                </a:bodyPr>
                <a:lstStyle/>
                <a:p>
                  <a:pPr>
                    <a:defRPr sz="3600" b="1" i="0" u="none" strike="noStrike" kern="1200" baseline="0">
                      <a:solidFill>
                        <a:schemeClr val="accent3"/>
                      </a:solidFill>
                      <a:latin typeface="Montserrat Medium" panose="00000600000000000000" pitchFamily="50" charset="-52"/>
                      <a:ea typeface="+mn-ea"/>
                      <a:cs typeface="+mn-cs"/>
                    </a:defRPr>
                  </a:pPr>
                  <a:endParaRPr lang="ru-UA"/>
                </a:p>
              </c:txPr>
              <c:showLegendKey val="0"/>
              <c:showVal val="1"/>
              <c:showCatName val="0"/>
              <c:showSerName val="0"/>
              <c:showPercent val="0"/>
              <c:showBubbleSize val="0"/>
              <c:extLst>
                <c:ext xmlns:c15="http://schemas.microsoft.com/office/drawing/2012/chart" uri="{CE6537A1-D6FC-4f65-9D91-7224C49458BB}">
                  <c15:layout>
                    <c:manualLayout>
                      <c:w val="0.38148260366959685"/>
                      <c:h val="0.40752988047808758"/>
                    </c:manualLayout>
                  </c15:layout>
                </c:ext>
                <c:ext xmlns:c16="http://schemas.microsoft.com/office/drawing/2014/chart" uri="{C3380CC4-5D6E-409C-BE32-E72D297353CC}">
                  <c16:uniqueId val="{0000002A-7887-4C38-9B71-4B06F0FAFD7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UA"/>
              </a:p>
            </c:txPr>
            <c:showLegendKey val="0"/>
            <c:showVal val="0"/>
            <c:showCatName val="0"/>
            <c:showSerName val="0"/>
            <c:showPercent val="0"/>
            <c:showBubbleSize val="0"/>
            <c:extLst>
              <c:ext xmlns:c15="http://schemas.microsoft.com/office/drawing/2012/chart" uri="{CE6537A1-D6FC-4f65-9D91-7224C49458BB}"/>
            </c:extLst>
          </c:dLbls>
          <c:val>
            <c:numRef>
              <c:f>'Pie Chart'!$B$1:$C$1</c:f>
              <c:numCache>
                <c:formatCode>0%</c:formatCode>
                <c:ptCount val="2"/>
                <c:pt idx="0">
                  <c:v>0.37</c:v>
                </c:pt>
                <c:pt idx="1">
                  <c:v>0.63</c:v>
                </c:pt>
              </c:numCache>
            </c:numRef>
          </c:val>
          <c:extLst>
            <c:ext xmlns:c16="http://schemas.microsoft.com/office/drawing/2014/chart" uri="{C3380CC4-5D6E-409C-BE32-E72D297353CC}">
              <c16:uniqueId val="{0000002D-7887-4C38-9B71-4B06F0FAFD74}"/>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ru-UA"/>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chemeClr val="bg2">
                <a:alpha val="0"/>
              </a:schemeClr>
            </a:solidFill>
            <a:ln>
              <a:noFill/>
            </a:ln>
            <a:effectLst/>
          </c:spPr>
          <c:invertIfNegative val="0"/>
          <c:dLbls>
            <c:dLbl>
              <c:idx val="0"/>
              <c:layout>
                <c:manualLayout>
                  <c:x val="-2.8125000000000115E-2"/>
                  <c:y val="-6.093749625138433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F9E5-449A-9A06-D3778B57BB0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errBars>
            <c:errBarType val="minus"/>
            <c:errValType val="percentage"/>
            <c:noEndCap val="1"/>
            <c:val val="100"/>
            <c:spPr>
              <a:noFill/>
              <a:ln w="57150" cap="flat" cmpd="sng" algn="ctr">
                <a:solidFill>
                  <a:schemeClr val="accent1"/>
                </a:solidFill>
                <a:round/>
                <a:headEnd type="oval" w="lg" len="lg"/>
              </a:ln>
              <a:effectLst/>
            </c:spPr>
          </c:errBars>
          <c:cat>
            <c:strRef>
              <c:f>Sheet1!$A$2</c:f>
              <c:strCache>
                <c:ptCount val="1"/>
                <c:pt idx="0">
                  <c:v>Sales %</c:v>
                </c:pt>
              </c:strCache>
            </c:strRef>
          </c:cat>
          <c:val>
            <c:numRef>
              <c:f>Sheet1!$B$2</c:f>
              <c:numCache>
                <c:formatCode>0%</c:formatCode>
                <c:ptCount val="1"/>
                <c:pt idx="0">
                  <c:v>0.85</c:v>
                </c:pt>
              </c:numCache>
            </c:numRef>
          </c:val>
          <c:extLst>
            <c:ext xmlns:c16="http://schemas.microsoft.com/office/drawing/2014/chart" uri="{C3380CC4-5D6E-409C-BE32-E72D297353CC}">
              <c16:uniqueId val="{00000000-F9E5-449A-9A06-D3778B57BB0D}"/>
            </c:ext>
          </c:extLst>
        </c:ser>
        <c:ser>
          <c:idx val="1"/>
          <c:order val="1"/>
          <c:tx>
            <c:strRef>
              <c:f>Sheet1!$C$1</c:f>
              <c:strCache>
                <c:ptCount val="1"/>
                <c:pt idx="0">
                  <c:v>Series 2</c:v>
                </c:pt>
              </c:strCache>
            </c:strRef>
          </c:tx>
          <c:spPr>
            <a:solidFill>
              <a:schemeClr val="bg2">
                <a:alpha val="0"/>
              </a:schemeClr>
            </a:solidFill>
            <a:ln>
              <a:noFill/>
            </a:ln>
            <a:effectLst/>
          </c:spPr>
          <c:invertIfNegative val="0"/>
          <c:dLbls>
            <c:dLbl>
              <c:idx val="0"/>
              <c:layout>
                <c:manualLayout>
                  <c:x val="-2.8125000000000056E-2"/>
                  <c:y val="-5.624999653973938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F9E5-449A-9A06-D3778B57BB0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errBars>
            <c:errBarType val="minus"/>
            <c:errValType val="percentage"/>
            <c:noEndCap val="1"/>
            <c:val val="100"/>
            <c:spPr>
              <a:noFill/>
              <a:ln w="57150" cap="flat" cmpd="sng" algn="ctr">
                <a:solidFill>
                  <a:schemeClr val="accent2"/>
                </a:solidFill>
                <a:round/>
                <a:headEnd type="oval" w="lg" len="lg"/>
              </a:ln>
              <a:effectLst/>
            </c:spPr>
          </c:errBars>
          <c:cat>
            <c:strRef>
              <c:f>Sheet1!$A$2</c:f>
              <c:strCache>
                <c:ptCount val="1"/>
                <c:pt idx="0">
                  <c:v>Sales %</c:v>
                </c:pt>
              </c:strCache>
            </c:strRef>
          </c:cat>
          <c:val>
            <c:numRef>
              <c:f>Sheet1!$C$2</c:f>
              <c:numCache>
                <c:formatCode>0%</c:formatCode>
                <c:ptCount val="1"/>
                <c:pt idx="0">
                  <c:v>0.5</c:v>
                </c:pt>
              </c:numCache>
            </c:numRef>
          </c:val>
          <c:extLst>
            <c:ext xmlns:c16="http://schemas.microsoft.com/office/drawing/2014/chart" uri="{C3380CC4-5D6E-409C-BE32-E72D297353CC}">
              <c16:uniqueId val="{00000001-F9E5-449A-9A06-D3778B57BB0D}"/>
            </c:ext>
          </c:extLst>
        </c:ser>
        <c:ser>
          <c:idx val="2"/>
          <c:order val="2"/>
          <c:tx>
            <c:strRef>
              <c:f>Sheet1!$D$1</c:f>
              <c:strCache>
                <c:ptCount val="1"/>
                <c:pt idx="0">
                  <c:v>Series 3</c:v>
                </c:pt>
              </c:strCache>
            </c:strRef>
          </c:tx>
          <c:spPr>
            <a:solidFill>
              <a:schemeClr val="bg2">
                <a:alpha val="0"/>
              </a:schemeClr>
            </a:solidFill>
            <a:ln>
              <a:noFill/>
            </a:ln>
            <a:effectLst/>
          </c:spPr>
          <c:invertIfNegative val="0"/>
          <c:dLbls>
            <c:dLbl>
              <c:idx val="0"/>
              <c:layout>
                <c:manualLayout>
                  <c:x val="-2.5000000000000001E-2"/>
                  <c:y val="-5.859374639556194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F9E5-449A-9A06-D3778B57BB0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errBars>
            <c:errBarType val="minus"/>
            <c:errValType val="percentage"/>
            <c:noEndCap val="1"/>
            <c:val val="100"/>
            <c:spPr>
              <a:noFill/>
              <a:ln w="57150" cap="flat" cmpd="sng" algn="ctr">
                <a:solidFill>
                  <a:schemeClr val="accent3"/>
                </a:solidFill>
                <a:round/>
                <a:headEnd type="oval" w="lg" len="lg"/>
              </a:ln>
              <a:effectLst/>
            </c:spPr>
          </c:errBars>
          <c:cat>
            <c:strRef>
              <c:f>Sheet1!$A$2</c:f>
              <c:strCache>
                <c:ptCount val="1"/>
                <c:pt idx="0">
                  <c:v>Sales %</c:v>
                </c:pt>
              </c:strCache>
            </c:strRef>
          </c:cat>
          <c:val>
            <c:numRef>
              <c:f>Sheet1!$D$2</c:f>
              <c:numCache>
                <c:formatCode>0%</c:formatCode>
                <c:ptCount val="1"/>
                <c:pt idx="0">
                  <c:v>0.3</c:v>
                </c:pt>
              </c:numCache>
            </c:numRef>
          </c:val>
          <c:extLst>
            <c:ext xmlns:c16="http://schemas.microsoft.com/office/drawing/2014/chart" uri="{C3380CC4-5D6E-409C-BE32-E72D297353CC}">
              <c16:uniqueId val="{00000002-F9E5-449A-9A06-D3778B57BB0D}"/>
            </c:ext>
          </c:extLst>
        </c:ser>
        <c:ser>
          <c:idx val="3"/>
          <c:order val="3"/>
          <c:tx>
            <c:strRef>
              <c:f>Sheet1!$E$1</c:f>
              <c:strCache>
                <c:ptCount val="1"/>
                <c:pt idx="0">
                  <c:v>Series 4</c:v>
                </c:pt>
              </c:strCache>
            </c:strRef>
          </c:tx>
          <c:spPr>
            <a:solidFill>
              <a:schemeClr val="bg2">
                <a:alpha val="0"/>
              </a:schemeClr>
            </a:solidFill>
            <a:ln>
              <a:noFill/>
            </a:ln>
            <a:effectLst/>
          </c:spPr>
          <c:invertIfNegative val="0"/>
          <c:dLbls>
            <c:dLbl>
              <c:idx val="0"/>
              <c:layout>
                <c:manualLayout>
                  <c:x val="-2.5000000000000057E-2"/>
                  <c:y val="-6.093749625138433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9E5-449A-9A06-D3778B57BB0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errBars>
            <c:errBarType val="minus"/>
            <c:errValType val="percentage"/>
            <c:noEndCap val="1"/>
            <c:val val="100"/>
            <c:spPr>
              <a:noFill/>
              <a:ln w="57150" cap="flat" cmpd="sng" algn="ctr">
                <a:solidFill>
                  <a:schemeClr val="accent4"/>
                </a:solidFill>
                <a:round/>
                <a:headEnd type="oval" w="lg" len="lg"/>
              </a:ln>
              <a:effectLst/>
            </c:spPr>
          </c:errBars>
          <c:cat>
            <c:strRef>
              <c:f>Sheet1!$A$2</c:f>
              <c:strCache>
                <c:ptCount val="1"/>
                <c:pt idx="0">
                  <c:v>Sales %</c:v>
                </c:pt>
              </c:strCache>
            </c:strRef>
          </c:cat>
          <c:val>
            <c:numRef>
              <c:f>Sheet1!$E$2</c:f>
              <c:numCache>
                <c:formatCode>0%</c:formatCode>
                <c:ptCount val="1"/>
                <c:pt idx="0">
                  <c:v>0.45</c:v>
                </c:pt>
              </c:numCache>
            </c:numRef>
          </c:val>
          <c:extLst>
            <c:ext xmlns:c16="http://schemas.microsoft.com/office/drawing/2014/chart" uri="{C3380CC4-5D6E-409C-BE32-E72D297353CC}">
              <c16:uniqueId val="{00000003-F9E5-449A-9A06-D3778B57BB0D}"/>
            </c:ext>
          </c:extLst>
        </c:ser>
        <c:ser>
          <c:idx val="4"/>
          <c:order val="4"/>
          <c:tx>
            <c:strRef>
              <c:f>Sheet1!$F$1</c:f>
              <c:strCache>
                <c:ptCount val="1"/>
                <c:pt idx="0">
                  <c:v>Series 5</c:v>
                </c:pt>
              </c:strCache>
            </c:strRef>
          </c:tx>
          <c:spPr>
            <a:solidFill>
              <a:schemeClr val="bg2">
                <a:alpha val="0"/>
              </a:schemeClr>
            </a:solidFill>
            <a:ln>
              <a:noFill/>
            </a:ln>
            <a:effectLst/>
          </c:spPr>
          <c:invertIfNegative val="0"/>
          <c:dLbls>
            <c:dLbl>
              <c:idx val="0"/>
              <c:layout>
                <c:manualLayout>
                  <c:x val="-2.6562499999999999E-2"/>
                  <c:y val="-6.328124610720685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9E5-449A-9A06-D3778B57BB0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errBars>
            <c:errBarType val="minus"/>
            <c:errValType val="percentage"/>
            <c:noEndCap val="1"/>
            <c:val val="100"/>
            <c:spPr>
              <a:noFill/>
              <a:ln w="57150" cap="flat" cmpd="sng" algn="ctr">
                <a:solidFill>
                  <a:schemeClr val="accent5"/>
                </a:solidFill>
                <a:round/>
                <a:headEnd type="oval" w="lg" len="lg"/>
              </a:ln>
              <a:effectLst/>
            </c:spPr>
          </c:errBars>
          <c:cat>
            <c:strRef>
              <c:f>Sheet1!$A$2</c:f>
              <c:strCache>
                <c:ptCount val="1"/>
                <c:pt idx="0">
                  <c:v>Sales %</c:v>
                </c:pt>
              </c:strCache>
            </c:strRef>
          </c:cat>
          <c:val>
            <c:numRef>
              <c:f>Sheet1!$F$2</c:f>
              <c:numCache>
                <c:formatCode>0%</c:formatCode>
                <c:ptCount val="1"/>
                <c:pt idx="0">
                  <c:v>0.65</c:v>
                </c:pt>
              </c:numCache>
            </c:numRef>
          </c:val>
          <c:extLst>
            <c:ext xmlns:c16="http://schemas.microsoft.com/office/drawing/2014/chart" uri="{C3380CC4-5D6E-409C-BE32-E72D297353CC}">
              <c16:uniqueId val="{00000004-F9E5-449A-9A06-D3778B57BB0D}"/>
            </c:ext>
          </c:extLst>
        </c:ser>
        <c:ser>
          <c:idx val="5"/>
          <c:order val="5"/>
          <c:tx>
            <c:strRef>
              <c:f>Sheet1!$G$1</c:f>
              <c:strCache>
                <c:ptCount val="1"/>
                <c:pt idx="0">
                  <c:v>Series 6</c:v>
                </c:pt>
              </c:strCache>
            </c:strRef>
          </c:tx>
          <c:spPr>
            <a:solidFill>
              <a:schemeClr val="bg2">
                <a:alpha val="0"/>
              </a:schemeClr>
            </a:solidFill>
            <a:ln>
              <a:noFill/>
            </a:ln>
            <a:effectLst/>
          </c:spPr>
          <c:invertIfNegative val="0"/>
          <c:dLbls>
            <c:dLbl>
              <c:idx val="0"/>
              <c:layout>
                <c:manualLayout>
                  <c:x val="-2.6562500000000058E-2"/>
                  <c:y val="-6.328124610720681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9E5-449A-9A06-D3778B57BB0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errBars>
            <c:errBarType val="minus"/>
            <c:errValType val="percentage"/>
            <c:noEndCap val="1"/>
            <c:val val="100"/>
            <c:spPr>
              <a:noFill/>
              <a:ln w="57150" cap="flat" cmpd="sng" algn="ctr">
                <a:solidFill>
                  <a:schemeClr val="accent6"/>
                </a:solidFill>
                <a:round/>
                <a:headEnd type="oval" w="lg" len="lg"/>
              </a:ln>
              <a:effectLst/>
            </c:spPr>
          </c:errBars>
          <c:cat>
            <c:strRef>
              <c:f>Sheet1!$A$2</c:f>
              <c:strCache>
                <c:ptCount val="1"/>
                <c:pt idx="0">
                  <c:v>Sales %</c:v>
                </c:pt>
              </c:strCache>
            </c:strRef>
          </c:cat>
          <c:val>
            <c:numRef>
              <c:f>Sheet1!$G$2</c:f>
              <c:numCache>
                <c:formatCode>0%</c:formatCode>
                <c:ptCount val="1"/>
                <c:pt idx="0">
                  <c:v>0.53</c:v>
                </c:pt>
              </c:numCache>
            </c:numRef>
          </c:val>
          <c:extLst>
            <c:ext xmlns:c16="http://schemas.microsoft.com/office/drawing/2014/chart" uri="{C3380CC4-5D6E-409C-BE32-E72D297353CC}">
              <c16:uniqueId val="{00000005-F9E5-449A-9A06-D3778B57BB0D}"/>
            </c:ext>
          </c:extLst>
        </c:ser>
        <c:dLbls>
          <c:dLblPos val="outEnd"/>
          <c:showLegendKey val="0"/>
          <c:showVal val="1"/>
          <c:showCatName val="0"/>
          <c:showSerName val="0"/>
          <c:showPercent val="0"/>
          <c:showBubbleSize val="0"/>
        </c:dLbls>
        <c:gapWidth val="182"/>
        <c:axId val="692463480"/>
        <c:axId val="692467744"/>
      </c:barChart>
      <c:catAx>
        <c:axId val="692463480"/>
        <c:scaling>
          <c:orientation val="minMax"/>
        </c:scaling>
        <c:delete val="1"/>
        <c:axPos val="l"/>
        <c:numFmt formatCode="General" sourceLinked="1"/>
        <c:majorTickMark val="none"/>
        <c:minorTickMark val="none"/>
        <c:tickLblPos val="nextTo"/>
        <c:crossAx val="692467744"/>
        <c:crosses val="autoZero"/>
        <c:auto val="1"/>
        <c:lblAlgn val="ctr"/>
        <c:lblOffset val="100"/>
        <c:noMultiLvlLbl val="0"/>
      </c:catAx>
      <c:valAx>
        <c:axId val="692467744"/>
        <c:scaling>
          <c:orientation val="minMax"/>
          <c:max val="1"/>
        </c:scaling>
        <c:delete val="1"/>
        <c:axPos val="b"/>
        <c:numFmt formatCode="0%" sourceLinked="1"/>
        <c:majorTickMark val="none"/>
        <c:minorTickMark val="none"/>
        <c:tickLblPos val="nextTo"/>
        <c:crossAx val="69246348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20"/>
      <c:rotY val="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percentStacked"/>
        <c:varyColors val="0"/>
        <c:ser>
          <c:idx val="0"/>
          <c:order val="0"/>
          <c:tx>
            <c:strRef>
              <c:f>Sheet1!$B$1</c:f>
              <c:strCache>
                <c:ptCount val="1"/>
                <c:pt idx="0">
                  <c:v>Series 1</c:v>
                </c:pt>
              </c:strCache>
            </c:strRef>
          </c:tx>
          <c:spPr>
            <a:solidFill>
              <a:schemeClr val="accent3"/>
            </a:solidFill>
            <a:ln>
              <a:noFill/>
            </a:ln>
            <a:effectLst/>
            <a:sp3d/>
          </c:spPr>
          <c:invertIfNegative val="0"/>
          <c:dPt>
            <c:idx val="0"/>
            <c:invertIfNegative val="0"/>
            <c:bubble3D val="0"/>
            <c:spPr>
              <a:solidFill>
                <a:schemeClr val="accent6"/>
              </a:solidFill>
              <a:ln>
                <a:noFill/>
              </a:ln>
              <a:effectLst/>
              <a:sp3d/>
            </c:spPr>
            <c:extLst>
              <c:ext xmlns:c16="http://schemas.microsoft.com/office/drawing/2014/chart" uri="{C3380CC4-5D6E-409C-BE32-E72D297353CC}">
                <c16:uniqueId val="{00000001-7613-4FF8-982E-CA9108AFF490}"/>
              </c:ext>
            </c:extLst>
          </c:dPt>
          <c:dPt>
            <c:idx val="1"/>
            <c:invertIfNegative val="0"/>
            <c:bubble3D val="0"/>
            <c:spPr>
              <a:solidFill>
                <a:schemeClr val="accent1"/>
              </a:solidFill>
              <a:ln>
                <a:noFill/>
              </a:ln>
              <a:effectLst/>
              <a:sp3d/>
            </c:spPr>
            <c:extLst>
              <c:ext xmlns:c16="http://schemas.microsoft.com/office/drawing/2014/chart" uri="{C3380CC4-5D6E-409C-BE32-E72D297353CC}">
                <c16:uniqueId val="{00000003-7613-4FF8-982E-CA9108AFF490}"/>
              </c:ext>
            </c:extLst>
          </c:dPt>
          <c:dPt>
            <c:idx val="3"/>
            <c:invertIfNegative val="0"/>
            <c:bubble3D val="0"/>
            <c:spPr>
              <a:solidFill>
                <a:schemeClr val="accent4"/>
              </a:solidFill>
              <a:ln>
                <a:noFill/>
              </a:ln>
              <a:effectLst/>
              <a:sp3d/>
            </c:spPr>
            <c:extLst>
              <c:ext xmlns:c16="http://schemas.microsoft.com/office/drawing/2014/chart" uri="{C3380CC4-5D6E-409C-BE32-E72D297353CC}">
                <c16:uniqueId val="{00000005-7613-4FF8-982E-CA9108AFF490}"/>
              </c:ext>
            </c:extLst>
          </c:dPt>
          <c:dPt>
            <c:idx val="4"/>
            <c:invertIfNegative val="0"/>
            <c:bubble3D val="0"/>
            <c:spPr>
              <a:solidFill>
                <a:schemeClr val="accent5"/>
              </a:solidFill>
              <a:ln>
                <a:noFill/>
              </a:ln>
              <a:effectLst/>
              <a:sp3d/>
            </c:spPr>
            <c:extLst>
              <c:ext xmlns:c16="http://schemas.microsoft.com/office/drawing/2014/chart" uri="{C3380CC4-5D6E-409C-BE32-E72D297353CC}">
                <c16:uniqueId val="{00000007-7613-4FF8-982E-CA9108AFF490}"/>
              </c:ext>
            </c:extLst>
          </c:dPt>
          <c:dLbls>
            <c:dLbl>
              <c:idx val="4"/>
              <c:layout>
                <c:manualLayout>
                  <c:x val="1.0711979746766327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613-4FF8-982E-CA9108AFF490}"/>
                </c:ext>
              </c:extLst>
            </c:dLbl>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bg2"/>
                    </a:solidFill>
                    <a:latin typeface="Montserrat SemiBold" panose="00000700000000000000" pitchFamily="50" charset="-52"/>
                    <a:ea typeface="+mn-ea"/>
                    <a:cs typeface="+mn-cs"/>
                  </a:defRPr>
                </a:pPr>
                <a:endParaRPr lang="ru-U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Step 01</c:v>
                </c:pt>
                <c:pt idx="1">
                  <c:v>Step 02</c:v>
                </c:pt>
                <c:pt idx="2">
                  <c:v>Step 03</c:v>
                </c:pt>
                <c:pt idx="3">
                  <c:v>Step 04</c:v>
                </c:pt>
                <c:pt idx="4">
                  <c:v>Step 05</c:v>
                </c:pt>
              </c:strCache>
            </c:strRef>
          </c:cat>
          <c:val>
            <c:numRef>
              <c:f>Sheet1!$B$2:$B$6</c:f>
              <c:numCache>
                <c:formatCode>0%</c:formatCode>
                <c:ptCount val="5"/>
                <c:pt idx="0">
                  <c:v>0.8</c:v>
                </c:pt>
                <c:pt idx="1">
                  <c:v>0.45</c:v>
                </c:pt>
                <c:pt idx="2">
                  <c:v>0.65</c:v>
                </c:pt>
                <c:pt idx="3">
                  <c:v>0.75</c:v>
                </c:pt>
                <c:pt idx="4">
                  <c:v>0.25</c:v>
                </c:pt>
              </c:numCache>
            </c:numRef>
          </c:val>
          <c:extLst>
            <c:ext xmlns:c16="http://schemas.microsoft.com/office/drawing/2014/chart" uri="{C3380CC4-5D6E-409C-BE32-E72D297353CC}">
              <c16:uniqueId val="{00000008-7613-4FF8-982E-CA9108AFF490}"/>
            </c:ext>
          </c:extLst>
        </c:ser>
        <c:ser>
          <c:idx val="1"/>
          <c:order val="1"/>
          <c:tx>
            <c:strRef>
              <c:f>Sheet1!$C$1</c:f>
              <c:strCache>
                <c:ptCount val="1"/>
                <c:pt idx="0">
                  <c:v>Series 2</c:v>
                </c:pt>
              </c:strCache>
            </c:strRef>
          </c:tx>
          <c:spPr>
            <a:solidFill>
              <a:schemeClr val="bg2">
                <a:lumMod val="95000"/>
                <a:alpha val="22000"/>
              </a:schemeClr>
            </a:solidFill>
            <a:ln>
              <a:noFill/>
            </a:ln>
            <a:effectLst/>
            <a:sp3d/>
          </c:spPr>
          <c:invertIfNegative val="0"/>
          <c:cat>
            <c:strRef>
              <c:f>Sheet1!$A$2:$A$6</c:f>
              <c:strCache>
                <c:ptCount val="5"/>
                <c:pt idx="0">
                  <c:v>Step 01</c:v>
                </c:pt>
                <c:pt idx="1">
                  <c:v>Step 02</c:v>
                </c:pt>
                <c:pt idx="2">
                  <c:v>Step 03</c:v>
                </c:pt>
                <c:pt idx="3">
                  <c:v>Step 04</c:v>
                </c:pt>
                <c:pt idx="4">
                  <c:v>Step 05</c:v>
                </c:pt>
              </c:strCache>
            </c:strRef>
          </c:cat>
          <c:val>
            <c:numRef>
              <c:f>Sheet1!$C$2:$C$6</c:f>
              <c:numCache>
                <c:formatCode>0%</c:formatCode>
                <c:ptCount val="5"/>
                <c:pt idx="0">
                  <c:v>0.19999999999999996</c:v>
                </c:pt>
                <c:pt idx="1">
                  <c:v>0.55000000000000004</c:v>
                </c:pt>
                <c:pt idx="2">
                  <c:v>0.35</c:v>
                </c:pt>
                <c:pt idx="3">
                  <c:v>0.25</c:v>
                </c:pt>
                <c:pt idx="4">
                  <c:v>0.75</c:v>
                </c:pt>
              </c:numCache>
            </c:numRef>
          </c:val>
          <c:extLst>
            <c:ext xmlns:c16="http://schemas.microsoft.com/office/drawing/2014/chart" uri="{C3380CC4-5D6E-409C-BE32-E72D297353CC}">
              <c16:uniqueId val="{00000009-7613-4FF8-982E-CA9108AFF490}"/>
            </c:ext>
          </c:extLst>
        </c:ser>
        <c:dLbls>
          <c:showLegendKey val="0"/>
          <c:showVal val="0"/>
          <c:showCatName val="0"/>
          <c:showSerName val="0"/>
          <c:showPercent val="0"/>
          <c:showBubbleSize val="0"/>
        </c:dLbls>
        <c:gapWidth val="49"/>
        <c:gapDepth val="126"/>
        <c:shape val="cone"/>
        <c:axId val="493864552"/>
        <c:axId val="493861272"/>
        <c:axId val="0"/>
      </c:bar3DChart>
      <c:catAx>
        <c:axId val="493864552"/>
        <c:scaling>
          <c:orientation val="minMax"/>
        </c:scaling>
        <c:delete val="1"/>
        <c:axPos val="b"/>
        <c:numFmt formatCode="General" sourceLinked="1"/>
        <c:majorTickMark val="none"/>
        <c:minorTickMark val="none"/>
        <c:tickLblPos val="nextTo"/>
        <c:crossAx val="493861272"/>
        <c:crosses val="autoZero"/>
        <c:auto val="1"/>
        <c:lblAlgn val="ctr"/>
        <c:lblOffset val="100"/>
        <c:noMultiLvlLbl val="0"/>
      </c:catAx>
      <c:valAx>
        <c:axId val="493861272"/>
        <c:scaling>
          <c:orientation val="minMax"/>
        </c:scaling>
        <c:delete val="1"/>
        <c:axPos val="l"/>
        <c:numFmt formatCode="0%" sourceLinked="1"/>
        <c:majorTickMark val="none"/>
        <c:minorTickMark val="none"/>
        <c:tickLblPos val="nextTo"/>
        <c:crossAx val="4938645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2012</c:v>
                </c:pt>
              </c:strCache>
            </c:strRef>
          </c:tx>
          <c:spPr>
            <a:ln w="28575" cap="rnd">
              <a:solidFill>
                <a:schemeClr val="accent1"/>
              </a:solidFill>
              <a:round/>
            </a:ln>
            <a:effectLst/>
          </c:spPr>
          <c:marker>
            <c:symbol val="circle"/>
            <c:size val="9"/>
            <c:spPr>
              <a:solidFill>
                <a:schemeClr val="accent1"/>
              </a:solidFill>
              <a:ln w="9525">
                <a:noFill/>
                <a:headEnd type="triangle"/>
              </a:ln>
              <a:effectLst/>
            </c:spPr>
          </c:marker>
          <c:dPt>
            <c:idx val="1"/>
            <c:marker>
              <c:symbol val="circle"/>
              <c:size val="9"/>
              <c:spPr>
                <a:solidFill>
                  <a:schemeClr val="accent1"/>
                </a:solidFill>
                <a:ln w="19050">
                  <a:noFill/>
                  <a:headEnd type="triangle"/>
                </a:ln>
                <a:effectLst/>
              </c:spPr>
            </c:marker>
            <c:bubble3D val="0"/>
            <c:spPr>
              <a:ln w="19050" cap="rnd">
                <a:solidFill>
                  <a:schemeClr val="accent1"/>
                </a:solidFill>
                <a:round/>
              </a:ln>
              <a:effectLst/>
            </c:spPr>
            <c:extLst>
              <c:ext xmlns:c16="http://schemas.microsoft.com/office/drawing/2014/chart" uri="{C3380CC4-5D6E-409C-BE32-E72D297353CC}">
                <c16:uniqueId val="{00000003-AE77-4F68-9CF1-51A3C936AE86}"/>
              </c:ext>
            </c:extLst>
          </c:dPt>
          <c:dPt>
            <c:idx val="2"/>
            <c:marker>
              <c:symbol val="circle"/>
              <c:size val="9"/>
              <c:spPr>
                <a:solidFill>
                  <a:schemeClr val="accent1"/>
                </a:solidFill>
                <a:ln w="19050">
                  <a:noFill/>
                  <a:headEnd type="triangle"/>
                </a:ln>
                <a:effectLst/>
              </c:spPr>
            </c:marker>
            <c:bubble3D val="0"/>
            <c:spPr>
              <a:ln w="19050" cap="rnd">
                <a:solidFill>
                  <a:schemeClr val="accent1"/>
                </a:solidFill>
                <a:round/>
              </a:ln>
              <a:effectLst/>
            </c:spPr>
            <c:extLst>
              <c:ext xmlns:c16="http://schemas.microsoft.com/office/drawing/2014/chart" uri="{C3380CC4-5D6E-409C-BE32-E72D297353CC}">
                <c16:uniqueId val="{00000004-AE77-4F68-9CF1-51A3C936AE86}"/>
              </c:ext>
            </c:extLst>
          </c:dPt>
          <c:dPt>
            <c:idx val="3"/>
            <c:marker>
              <c:symbol val="circle"/>
              <c:size val="9"/>
              <c:spPr>
                <a:solidFill>
                  <a:schemeClr val="accent1"/>
                </a:solidFill>
                <a:ln w="19050">
                  <a:noFill/>
                  <a:headEnd type="triangle"/>
                </a:ln>
                <a:effectLst/>
              </c:spPr>
            </c:marker>
            <c:bubble3D val="0"/>
            <c:spPr>
              <a:ln w="19050" cap="rnd">
                <a:solidFill>
                  <a:schemeClr val="accent1"/>
                </a:solidFill>
                <a:round/>
              </a:ln>
              <a:effectLst/>
            </c:spPr>
            <c:extLst>
              <c:ext xmlns:c16="http://schemas.microsoft.com/office/drawing/2014/chart" uri="{C3380CC4-5D6E-409C-BE32-E72D297353CC}">
                <c16:uniqueId val="{00000005-AE77-4F68-9CF1-51A3C936AE86}"/>
              </c:ext>
            </c:extLst>
          </c:dPt>
          <c:cat>
            <c:strRef>
              <c:f>Sheet1!$A$2:$A$5</c:f>
              <c:strCache>
                <c:ptCount val="4"/>
                <c:pt idx="0">
                  <c:v>A</c:v>
                </c:pt>
                <c:pt idx="1">
                  <c:v>B</c:v>
                </c:pt>
                <c:pt idx="2">
                  <c:v>C</c:v>
                </c:pt>
                <c:pt idx="3">
                  <c:v>D</c:v>
                </c:pt>
              </c:strCache>
            </c:strRef>
          </c:cat>
          <c:val>
            <c:numRef>
              <c:f>Sheet1!$B$2:$B$5</c:f>
              <c:numCache>
                <c:formatCode>General</c:formatCode>
                <c:ptCount val="4"/>
                <c:pt idx="0">
                  <c:v>40</c:v>
                </c:pt>
                <c:pt idx="1">
                  <c:v>15</c:v>
                </c:pt>
                <c:pt idx="2">
                  <c:v>35</c:v>
                </c:pt>
                <c:pt idx="3">
                  <c:v>25</c:v>
                </c:pt>
              </c:numCache>
            </c:numRef>
          </c:val>
          <c:smooth val="0"/>
          <c:extLst>
            <c:ext xmlns:c16="http://schemas.microsoft.com/office/drawing/2014/chart" uri="{C3380CC4-5D6E-409C-BE32-E72D297353CC}">
              <c16:uniqueId val="{00000000-AE77-4F68-9CF1-51A3C936AE86}"/>
            </c:ext>
          </c:extLst>
        </c:ser>
        <c:ser>
          <c:idx val="1"/>
          <c:order val="1"/>
          <c:tx>
            <c:strRef>
              <c:f>Sheet1!$C$1</c:f>
              <c:strCache>
                <c:ptCount val="1"/>
                <c:pt idx="0">
                  <c:v>2016</c:v>
                </c:pt>
              </c:strCache>
            </c:strRef>
          </c:tx>
          <c:spPr>
            <a:ln w="19050" cap="rnd">
              <a:solidFill>
                <a:schemeClr val="accent2"/>
              </a:solidFill>
              <a:prstDash val="solid"/>
              <a:round/>
            </a:ln>
            <a:effectLst/>
          </c:spPr>
          <c:marker>
            <c:symbol val="circle"/>
            <c:size val="9"/>
            <c:spPr>
              <a:solidFill>
                <a:schemeClr val="accent2"/>
              </a:solidFill>
              <a:ln w="9525">
                <a:noFill/>
              </a:ln>
              <a:effectLst/>
            </c:spPr>
          </c:marker>
          <c:cat>
            <c:strRef>
              <c:f>Sheet1!$A$2:$A$5</c:f>
              <c:strCache>
                <c:ptCount val="4"/>
                <c:pt idx="0">
                  <c:v>A</c:v>
                </c:pt>
                <c:pt idx="1">
                  <c:v>B</c:v>
                </c:pt>
                <c:pt idx="2">
                  <c:v>C</c:v>
                </c:pt>
                <c:pt idx="3">
                  <c:v>D</c:v>
                </c:pt>
              </c:strCache>
            </c:strRef>
          </c:cat>
          <c:val>
            <c:numRef>
              <c:f>Sheet1!$C$2:$C$5</c:f>
              <c:numCache>
                <c:formatCode>General</c:formatCode>
                <c:ptCount val="4"/>
                <c:pt idx="0">
                  <c:v>24</c:v>
                </c:pt>
                <c:pt idx="1">
                  <c:v>44</c:v>
                </c:pt>
                <c:pt idx="2">
                  <c:v>21</c:v>
                </c:pt>
                <c:pt idx="3">
                  <c:v>37</c:v>
                </c:pt>
              </c:numCache>
            </c:numRef>
          </c:val>
          <c:smooth val="0"/>
          <c:extLst>
            <c:ext xmlns:c16="http://schemas.microsoft.com/office/drawing/2014/chart" uri="{C3380CC4-5D6E-409C-BE32-E72D297353CC}">
              <c16:uniqueId val="{00000001-AE77-4F68-9CF1-51A3C936AE86}"/>
            </c:ext>
          </c:extLst>
        </c:ser>
        <c:ser>
          <c:idx val="2"/>
          <c:order val="2"/>
          <c:tx>
            <c:strRef>
              <c:f>Sheet1!$D$1</c:f>
              <c:strCache>
                <c:ptCount val="1"/>
                <c:pt idx="0">
                  <c:v>2021</c:v>
                </c:pt>
              </c:strCache>
            </c:strRef>
          </c:tx>
          <c:spPr>
            <a:ln w="19050" cap="rnd">
              <a:solidFill>
                <a:schemeClr val="accent3"/>
              </a:solidFill>
              <a:round/>
            </a:ln>
            <a:effectLst/>
          </c:spPr>
          <c:marker>
            <c:symbol val="circle"/>
            <c:size val="9"/>
            <c:spPr>
              <a:solidFill>
                <a:schemeClr val="accent3"/>
              </a:solidFill>
              <a:ln w="9525">
                <a:noFill/>
              </a:ln>
              <a:effectLst/>
            </c:spPr>
          </c:marker>
          <c:cat>
            <c:strRef>
              <c:f>Sheet1!$A$2:$A$5</c:f>
              <c:strCache>
                <c:ptCount val="4"/>
                <c:pt idx="0">
                  <c:v>A</c:v>
                </c:pt>
                <c:pt idx="1">
                  <c:v>B</c:v>
                </c:pt>
                <c:pt idx="2">
                  <c:v>C</c:v>
                </c:pt>
                <c:pt idx="3">
                  <c:v>D</c:v>
                </c:pt>
              </c:strCache>
            </c:strRef>
          </c:cat>
          <c:val>
            <c:numRef>
              <c:f>Sheet1!$D$2:$D$5</c:f>
              <c:numCache>
                <c:formatCode>General</c:formatCode>
                <c:ptCount val="4"/>
                <c:pt idx="0">
                  <c:v>10</c:v>
                </c:pt>
                <c:pt idx="1">
                  <c:v>30</c:v>
                </c:pt>
                <c:pt idx="2">
                  <c:v>25</c:v>
                </c:pt>
                <c:pt idx="3">
                  <c:v>50</c:v>
                </c:pt>
              </c:numCache>
            </c:numRef>
          </c:val>
          <c:smooth val="0"/>
          <c:extLst>
            <c:ext xmlns:c16="http://schemas.microsoft.com/office/drawing/2014/chart" uri="{C3380CC4-5D6E-409C-BE32-E72D297353CC}">
              <c16:uniqueId val="{00000002-AE77-4F68-9CF1-51A3C936AE86}"/>
            </c:ext>
          </c:extLst>
        </c:ser>
        <c:dLbls>
          <c:showLegendKey val="0"/>
          <c:showVal val="0"/>
          <c:showCatName val="0"/>
          <c:showSerName val="0"/>
          <c:showPercent val="0"/>
          <c:showBubbleSize val="0"/>
        </c:dLbls>
        <c:marker val="1"/>
        <c:smooth val="0"/>
        <c:axId val="802391296"/>
        <c:axId val="802392936"/>
      </c:lineChart>
      <c:catAx>
        <c:axId val="80239129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ru-UA"/>
          </a:p>
        </c:txPr>
        <c:crossAx val="802392936"/>
        <c:crosses val="autoZero"/>
        <c:auto val="1"/>
        <c:lblAlgn val="ctr"/>
        <c:lblOffset val="100"/>
        <c:noMultiLvlLbl val="0"/>
      </c:catAx>
      <c:valAx>
        <c:axId val="802392936"/>
        <c:scaling>
          <c:orientation val="minMax"/>
          <c:min val="0"/>
        </c:scaling>
        <c:delete val="0"/>
        <c:axPos val="l"/>
        <c:majorGridlines>
          <c:spPr>
            <a:ln w="9525" cap="flat" cmpd="sng" algn="ctr">
              <a:solidFill>
                <a:schemeClr val="bg2">
                  <a:lumMod val="75000"/>
                  <a:lumOff val="2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ru-UA"/>
          </a:p>
        </c:txPr>
        <c:crossAx val="802391296"/>
        <c:crosses val="autoZero"/>
        <c:crossBetween val="between"/>
        <c:minorUnit val="2"/>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UA"/>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Sheet1!$B$1</c:f>
              <c:strCache>
                <c:ptCount val="1"/>
                <c:pt idx="0">
                  <c:v>2012</c:v>
                </c:pt>
              </c:strCache>
            </c:strRef>
          </c:tx>
          <c:spPr>
            <a:gradFill flip="none" rotWithShape="1">
              <a:gsLst>
                <a:gs pos="0">
                  <a:schemeClr val="accent5"/>
                </a:gs>
                <a:gs pos="100000">
                  <a:schemeClr val="accent5">
                    <a:alpha val="0"/>
                  </a:schemeClr>
                </a:gs>
              </a:gsLst>
              <a:lin ang="5400000" scaled="0"/>
              <a:tileRect/>
            </a:gradFill>
            <a:ln>
              <a:noFill/>
            </a:ln>
            <a:effectLst/>
          </c:spPr>
          <c:cat>
            <c:strRef>
              <c:f>Sheet1!$A$2:$A$11</c:f>
              <c:strCache>
                <c:ptCount val="5"/>
                <c:pt idx="0">
                  <c:v> </c:v>
                </c:pt>
                <c:pt idx="1">
                  <c:v> </c:v>
                </c:pt>
                <c:pt idx="2">
                  <c:v> </c:v>
                </c:pt>
                <c:pt idx="3">
                  <c:v> </c:v>
                </c:pt>
                <c:pt idx="4">
                  <c:v> </c:v>
                </c:pt>
              </c:strCache>
            </c:strRef>
          </c:cat>
          <c:val>
            <c:numRef>
              <c:f>Sheet1!$B$2:$B$11</c:f>
              <c:numCache>
                <c:formatCode>General</c:formatCode>
                <c:ptCount val="10"/>
                <c:pt idx="0">
                  <c:v>45</c:v>
                </c:pt>
                <c:pt idx="1">
                  <c:v>30</c:v>
                </c:pt>
                <c:pt idx="2">
                  <c:v>35</c:v>
                </c:pt>
                <c:pt idx="3">
                  <c:v>25</c:v>
                </c:pt>
                <c:pt idx="4">
                  <c:v>35</c:v>
                </c:pt>
                <c:pt idx="5">
                  <c:v>40</c:v>
                </c:pt>
                <c:pt idx="6">
                  <c:v>40</c:v>
                </c:pt>
                <c:pt idx="7">
                  <c:v>45</c:v>
                </c:pt>
                <c:pt idx="8">
                  <c:v>35</c:v>
                </c:pt>
                <c:pt idx="9">
                  <c:v>45</c:v>
                </c:pt>
              </c:numCache>
            </c:numRef>
          </c:val>
          <c:extLst>
            <c:ext xmlns:c16="http://schemas.microsoft.com/office/drawing/2014/chart" uri="{C3380CC4-5D6E-409C-BE32-E72D297353CC}">
              <c16:uniqueId val="{00000000-7F20-4B75-A563-2F294885E035}"/>
            </c:ext>
          </c:extLst>
        </c:ser>
        <c:ser>
          <c:idx val="1"/>
          <c:order val="1"/>
          <c:tx>
            <c:strRef>
              <c:f>Sheet1!$C$1</c:f>
              <c:strCache>
                <c:ptCount val="1"/>
                <c:pt idx="0">
                  <c:v>2016</c:v>
                </c:pt>
              </c:strCache>
            </c:strRef>
          </c:tx>
          <c:spPr>
            <a:gradFill>
              <a:gsLst>
                <a:gs pos="0">
                  <a:schemeClr val="accent4"/>
                </a:gs>
                <a:gs pos="100000">
                  <a:schemeClr val="accent4">
                    <a:alpha val="0"/>
                  </a:schemeClr>
                </a:gs>
              </a:gsLst>
              <a:lin ang="5400000" scaled="0"/>
            </a:gradFill>
            <a:ln>
              <a:noFill/>
            </a:ln>
            <a:effectLst/>
          </c:spPr>
          <c:cat>
            <c:strRef>
              <c:f>Sheet1!$A$2:$A$11</c:f>
              <c:strCache>
                <c:ptCount val="5"/>
                <c:pt idx="0">
                  <c:v> </c:v>
                </c:pt>
                <c:pt idx="1">
                  <c:v> </c:v>
                </c:pt>
                <c:pt idx="2">
                  <c:v> </c:v>
                </c:pt>
                <c:pt idx="3">
                  <c:v> </c:v>
                </c:pt>
                <c:pt idx="4">
                  <c:v> </c:v>
                </c:pt>
              </c:strCache>
            </c:strRef>
          </c:cat>
          <c:val>
            <c:numRef>
              <c:f>Sheet1!$C$2:$C$11</c:f>
              <c:numCache>
                <c:formatCode>General</c:formatCode>
                <c:ptCount val="10"/>
                <c:pt idx="0">
                  <c:v>15</c:v>
                </c:pt>
                <c:pt idx="1">
                  <c:v>25</c:v>
                </c:pt>
                <c:pt idx="2">
                  <c:v>10</c:v>
                </c:pt>
                <c:pt idx="3">
                  <c:v>30</c:v>
                </c:pt>
                <c:pt idx="4">
                  <c:v>25</c:v>
                </c:pt>
                <c:pt idx="5">
                  <c:v>15</c:v>
                </c:pt>
                <c:pt idx="6">
                  <c:v>30</c:v>
                </c:pt>
                <c:pt idx="7">
                  <c:v>20</c:v>
                </c:pt>
                <c:pt idx="8">
                  <c:v>30</c:v>
                </c:pt>
                <c:pt idx="9">
                  <c:v>45</c:v>
                </c:pt>
              </c:numCache>
            </c:numRef>
          </c:val>
          <c:extLst>
            <c:ext xmlns:c16="http://schemas.microsoft.com/office/drawing/2014/chart" uri="{C3380CC4-5D6E-409C-BE32-E72D297353CC}">
              <c16:uniqueId val="{00000001-7F20-4B75-A563-2F294885E035}"/>
            </c:ext>
          </c:extLst>
        </c:ser>
        <c:ser>
          <c:idx val="2"/>
          <c:order val="2"/>
          <c:tx>
            <c:strRef>
              <c:f>Sheet1!$D$1</c:f>
              <c:strCache>
                <c:ptCount val="1"/>
                <c:pt idx="0">
                  <c:v>2021</c:v>
                </c:pt>
              </c:strCache>
            </c:strRef>
          </c:tx>
          <c:spPr>
            <a:gradFill>
              <a:gsLst>
                <a:gs pos="0">
                  <a:schemeClr val="accent3"/>
                </a:gs>
                <a:gs pos="100000">
                  <a:schemeClr val="accent3">
                    <a:alpha val="0"/>
                  </a:schemeClr>
                </a:gs>
              </a:gsLst>
              <a:lin ang="5400000" scaled="0"/>
            </a:gradFill>
            <a:ln w="25400">
              <a:noFill/>
            </a:ln>
            <a:effectLst/>
          </c:spPr>
          <c:cat>
            <c:strRef>
              <c:f>Sheet1!$A$2:$A$11</c:f>
              <c:strCache>
                <c:ptCount val="5"/>
                <c:pt idx="0">
                  <c:v> </c:v>
                </c:pt>
                <c:pt idx="1">
                  <c:v> </c:v>
                </c:pt>
                <c:pt idx="2">
                  <c:v> </c:v>
                </c:pt>
                <c:pt idx="3">
                  <c:v> </c:v>
                </c:pt>
                <c:pt idx="4">
                  <c:v> </c:v>
                </c:pt>
              </c:strCache>
            </c:strRef>
          </c:cat>
          <c:val>
            <c:numRef>
              <c:f>Sheet1!$D$2:$D$11</c:f>
              <c:numCache>
                <c:formatCode>General</c:formatCode>
                <c:ptCount val="10"/>
                <c:pt idx="0">
                  <c:v>10</c:v>
                </c:pt>
                <c:pt idx="1">
                  <c:v>20</c:v>
                </c:pt>
                <c:pt idx="2">
                  <c:v>20</c:v>
                </c:pt>
                <c:pt idx="3">
                  <c:v>15</c:v>
                </c:pt>
                <c:pt idx="4">
                  <c:v>20</c:v>
                </c:pt>
                <c:pt idx="5">
                  <c:v>25</c:v>
                </c:pt>
                <c:pt idx="6">
                  <c:v>15</c:v>
                </c:pt>
                <c:pt idx="7">
                  <c:v>30</c:v>
                </c:pt>
                <c:pt idx="8">
                  <c:v>20</c:v>
                </c:pt>
                <c:pt idx="9">
                  <c:v>5</c:v>
                </c:pt>
              </c:numCache>
            </c:numRef>
          </c:val>
          <c:extLst>
            <c:ext xmlns:c16="http://schemas.microsoft.com/office/drawing/2014/chart" uri="{C3380CC4-5D6E-409C-BE32-E72D297353CC}">
              <c16:uniqueId val="{00000002-7F20-4B75-A563-2F294885E035}"/>
            </c:ext>
          </c:extLst>
        </c:ser>
        <c:dLbls>
          <c:showLegendKey val="0"/>
          <c:showVal val="0"/>
          <c:showCatName val="0"/>
          <c:showSerName val="0"/>
          <c:showPercent val="0"/>
          <c:showBubbleSize val="0"/>
        </c:dLbls>
        <c:axId val="905496120"/>
        <c:axId val="905496448"/>
      </c:areaChart>
      <c:catAx>
        <c:axId val="905496120"/>
        <c:scaling>
          <c:orientation val="minMax"/>
        </c:scaling>
        <c:delete val="1"/>
        <c:axPos val="b"/>
        <c:numFmt formatCode="General" sourceLinked="1"/>
        <c:majorTickMark val="out"/>
        <c:minorTickMark val="none"/>
        <c:tickLblPos val="nextTo"/>
        <c:crossAx val="905496448"/>
        <c:crosses val="autoZero"/>
        <c:auto val="1"/>
        <c:lblAlgn val="ctr"/>
        <c:lblOffset val="100"/>
        <c:noMultiLvlLbl val="0"/>
      </c:catAx>
      <c:valAx>
        <c:axId val="90549644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bg2">
                    <a:lumMod val="50000"/>
                    <a:lumOff val="50000"/>
                  </a:schemeClr>
                </a:solidFill>
                <a:latin typeface="+mn-lt"/>
                <a:ea typeface="+mn-ea"/>
                <a:cs typeface="+mn-cs"/>
              </a:defRPr>
            </a:pPr>
            <a:endParaRPr lang="ru-UA"/>
          </a:p>
        </c:txPr>
        <c:crossAx val="905496120"/>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sz="1197" b="0" i="0" u="none" strike="noStrike" kern="1200" baseline="0">
                <a:solidFill>
                  <a:schemeClr val="bg2">
                    <a:lumMod val="50000"/>
                    <a:lumOff val="50000"/>
                  </a:schemeClr>
                </a:solidFill>
                <a:latin typeface="+mn-lt"/>
                <a:ea typeface="+mn-ea"/>
                <a:cs typeface="+mn-cs"/>
              </a:defRPr>
            </a:pPr>
            <a:endParaRPr lang="ru-UA"/>
          </a:p>
        </c:txPr>
      </c:legendEntry>
      <c:legendEntry>
        <c:idx val="1"/>
        <c:txPr>
          <a:bodyPr rot="0" spcFirstLastPara="1" vertOverflow="ellipsis" vert="horz" wrap="square" anchor="ctr" anchorCtr="1"/>
          <a:lstStyle/>
          <a:p>
            <a:pPr>
              <a:defRPr sz="1197" b="0" i="0" u="none" strike="noStrike" kern="1200" baseline="0">
                <a:solidFill>
                  <a:schemeClr val="bg2">
                    <a:lumMod val="50000"/>
                    <a:lumOff val="50000"/>
                  </a:schemeClr>
                </a:solidFill>
                <a:latin typeface="+mn-lt"/>
                <a:ea typeface="+mn-ea"/>
                <a:cs typeface="+mn-cs"/>
              </a:defRPr>
            </a:pPr>
            <a:endParaRPr lang="ru-UA"/>
          </a:p>
        </c:txPr>
      </c:legendEntry>
      <c:legendEntry>
        <c:idx val="2"/>
        <c:txPr>
          <a:bodyPr rot="0" spcFirstLastPara="1" vertOverflow="ellipsis" vert="horz" wrap="square" anchor="ctr" anchorCtr="1"/>
          <a:lstStyle/>
          <a:p>
            <a:pPr>
              <a:defRPr sz="1197" b="0" i="0" u="none" strike="noStrike" kern="1200" baseline="0">
                <a:solidFill>
                  <a:schemeClr val="bg2">
                    <a:lumMod val="50000"/>
                    <a:lumOff val="50000"/>
                  </a:schemeClr>
                </a:solidFill>
                <a:latin typeface="+mn-lt"/>
                <a:ea typeface="+mn-ea"/>
                <a:cs typeface="+mn-cs"/>
              </a:defRPr>
            </a:pPr>
            <a:endParaRPr lang="ru-UA"/>
          </a:p>
        </c:txPr>
      </c:legendEntry>
      <c:layout>
        <c:manualLayout>
          <c:xMode val="edge"/>
          <c:yMode val="edge"/>
          <c:x val="0.10569648129921258"/>
          <c:y val="0.93357831363322386"/>
          <c:w val="0.78860691437007879"/>
          <c:h val="5.2359187231841339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UA"/>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ubbleChart>
        <c:varyColors val="0"/>
        <c:ser>
          <c:idx val="0"/>
          <c:order val="0"/>
          <c:tx>
            <c:strRef>
              <c:f>Sheet1!$B$1</c:f>
              <c:strCache>
                <c:ptCount val="1"/>
                <c:pt idx="0">
                  <c:v>Sales</c:v>
                </c:pt>
              </c:strCache>
            </c:strRef>
          </c:tx>
          <c:spPr>
            <a:solidFill>
              <a:schemeClr val="accent1">
                <a:alpha val="75000"/>
              </a:schemeClr>
            </a:solidFill>
            <a:ln>
              <a:noFill/>
            </a:ln>
            <a:effectLst>
              <a:outerShdw blurRad="101600" dist="63500" dir="2700000" algn="tl" rotWithShape="0">
                <a:prstClr val="black">
                  <a:alpha val="64000"/>
                </a:prstClr>
              </a:outerShdw>
            </a:effectLst>
          </c:spPr>
          <c:invertIfNegative val="0"/>
          <c:dPt>
            <c:idx val="0"/>
            <c:invertIfNegative val="0"/>
            <c:bubble3D val="0"/>
            <c:spPr>
              <a:solidFill>
                <a:schemeClr val="accent1"/>
              </a:solidFill>
              <a:ln>
                <a:noFill/>
              </a:ln>
              <a:effectLst>
                <a:outerShdw blurRad="101600" dist="63500" dir="2700000" algn="tl" rotWithShape="0">
                  <a:prstClr val="black">
                    <a:alpha val="64000"/>
                  </a:prstClr>
                </a:outerShdw>
              </a:effectLst>
            </c:spPr>
            <c:extLst>
              <c:ext xmlns:c16="http://schemas.microsoft.com/office/drawing/2014/chart" uri="{C3380CC4-5D6E-409C-BE32-E72D297353CC}">
                <c16:uniqueId val="{00000001-FA4E-4548-B8A3-51A61D0E3F59}"/>
              </c:ext>
            </c:extLst>
          </c:dPt>
          <c:dPt>
            <c:idx val="1"/>
            <c:invertIfNegative val="0"/>
            <c:bubble3D val="0"/>
            <c:spPr>
              <a:solidFill>
                <a:schemeClr val="accent6">
                  <a:lumMod val="60000"/>
                  <a:lumOff val="40000"/>
                </a:schemeClr>
              </a:solidFill>
              <a:ln>
                <a:noFill/>
              </a:ln>
              <a:effectLst>
                <a:outerShdw blurRad="101600" dist="63500" dir="2700000" algn="tl" rotWithShape="0">
                  <a:prstClr val="black">
                    <a:alpha val="64000"/>
                  </a:prstClr>
                </a:outerShdw>
              </a:effectLst>
            </c:spPr>
            <c:extLst>
              <c:ext xmlns:c16="http://schemas.microsoft.com/office/drawing/2014/chart" uri="{C3380CC4-5D6E-409C-BE32-E72D297353CC}">
                <c16:uniqueId val="{00000002-FA4E-4548-B8A3-51A61D0E3F59}"/>
              </c:ext>
            </c:extLst>
          </c:dPt>
          <c:dPt>
            <c:idx val="2"/>
            <c:invertIfNegative val="0"/>
            <c:bubble3D val="0"/>
            <c:spPr>
              <a:solidFill>
                <a:schemeClr val="accent3"/>
              </a:solidFill>
              <a:ln>
                <a:noFill/>
              </a:ln>
              <a:effectLst>
                <a:outerShdw blurRad="101600" dist="63500" dir="2700000" algn="tl" rotWithShape="0">
                  <a:prstClr val="black">
                    <a:alpha val="64000"/>
                  </a:prstClr>
                </a:outerShdw>
              </a:effectLst>
            </c:spPr>
            <c:extLst>
              <c:ext xmlns:c16="http://schemas.microsoft.com/office/drawing/2014/chart" uri="{C3380CC4-5D6E-409C-BE32-E72D297353CC}">
                <c16:uniqueId val="{00000003-FA4E-4548-B8A3-51A61D0E3F59}"/>
              </c:ext>
            </c:extLst>
          </c:dPt>
          <c:dPt>
            <c:idx val="3"/>
            <c:invertIfNegative val="0"/>
            <c:bubble3D val="0"/>
            <c:spPr>
              <a:solidFill>
                <a:schemeClr val="accent4"/>
              </a:solidFill>
              <a:ln>
                <a:noFill/>
              </a:ln>
              <a:effectLst>
                <a:outerShdw blurRad="101600" dist="63500" dir="2700000" algn="tl" rotWithShape="0">
                  <a:prstClr val="black">
                    <a:alpha val="64000"/>
                  </a:prstClr>
                </a:outerShdw>
              </a:effectLst>
            </c:spPr>
            <c:extLst>
              <c:ext xmlns:c16="http://schemas.microsoft.com/office/drawing/2014/chart" uri="{C3380CC4-5D6E-409C-BE32-E72D297353CC}">
                <c16:uniqueId val="{00000004-FA4E-4548-B8A3-51A61D0E3F59}"/>
              </c:ext>
            </c:extLst>
          </c:dPt>
          <c:dPt>
            <c:idx val="4"/>
            <c:invertIfNegative val="0"/>
            <c:bubble3D val="0"/>
            <c:spPr>
              <a:solidFill>
                <a:schemeClr val="accent2"/>
              </a:solidFill>
              <a:ln>
                <a:noFill/>
              </a:ln>
              <a:effectLst>
                <a:outerShdw blurRad="101600" dist="63500" dir="2700000" algn="tl" rotWithShape="0">
                  <a:prstClr val="black">
                    <a:alpha val="64000"/>
                  </a:prstClr>
                </a:outerShdw>
              </a:effectLst>
            </c:spPr>
            <c:extLst>
              <c:ext xmlns:c16="http://schemas.microsoft.com/office/drawing/2014/chart" uri="{C3380CC4-5D6E-409C-BE32-E72D297353CC}">
                <c16:uniqueId val="{00000005-FA4E-4548-B8A3-51A61D0E3F59}"/>
              </c:ext>
            </c:extLst>
          </c:dPt>
          <c:dPt>
            <c:idx val="5"/>
            <c:invertIfNegative val="0"/>
            <c:bubble3D val="0"/>
            <c:spPr>
              <a:solidFill>
                <a:schemeClr val="accent5"/>
              </a:solidFill>
              <a:ln>
                <a:noFill/>
              </a:ln>
              <a:effectLst>
                <a:outerShdw blurRad="101600" dist="63500" dir="2700000" algn="tl" rotWithShape="0">
                  <a:prstClr val="black">
                    <a:alpha val="64000"/>
                  </a:prstClr>
                </a:outerShdw>
              </a:effectLst>
            </c:spPr>
            <c:extLst>
              <c:ext xmlns:c16="http://schemas.microsoft.com/office/drawing/2014/chart" uri="{C3380CC4-5D6E-409C-BE32-E72D297353CC}">
                <c16:uniqueId val="{00000006-FA4E-4548-B8A3-51A61D0E3F59}"/>
              </c:ext>
            </c:extLst>
          </c:dPt>
          <c:dPt>
            <c:idx val="6"/>
            <c:invertIfNegative val="0"/>
            <c:bubble3D val="0"/>
            <c:spPr>
              <a:solidFill>
                <a:schemeClr val="accent6"/>
              </a:solidFill>
              <a:ln>
                <a:noFill/>
              </a:ln>
              <a:effectLst>
                <a:outerShdw blurRad="101600" dist="63500" dir="2700000" algn="tl" rotWithShape="0">
                  <a:prstClr val="black">
                    <a:alpha val="64000"/>
                  </a:prstClr>
                </a:outerShdw>
              </a:effectLst>
            </c:spPr>
            <c:extLst>
              <c:ext xmlns:c16="http://schemas.microsoft.com/office/drawing/2014/chart" uri="{C3380CC4-5D6E-409C-BE32-E72D297353CC}">
                <c16:uniqueId val="{00000007-FA4E-4548-B8A3-51A61D0E3F59}"/>
              </c:ext>
            </c:extLst>
          </c:dPt>
          <c:dLbls>
            <c:dLbl>
              <c:idx val="0"/>
              <c:tx>
                <c:rich>
                  <a:bodyPr/>
                  <a:lstStyle/>
                  <a:p>
                    <a:fld id="{BBD9851B-F4A3-49A5-B340-476D03AF71C4}" type="CELLRANGE">
                      <a:rPr lang="en-US"/>
                      <a:pPr/>
                      <a:t>[CELLRANGE]</a:t>
                    </a:fld>
                    <a:endParaRPr lang="ru-UA"/>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1-FA4E-4548-B8A3-51A61D0E3F59}"/>
                </c:ext>
              </c:extLst>
            </c:dLbl>
            <c:dLbl>
              <c:idx val="1"/>
              <c:tx>
                <c:rich>
                  <a:bodyPr/>
                  <a:lstStyle/>
                  <a:p>
                    <a:fld id="{057AF2EF-FE33-485A-AA2B-8E5113F1E80C}" type="CELLRANGE">
                      <a:rPr lang="ru-UA"/>
                      <a:pPr/>
                      <a:t>[CELLRANGE]</a:t>
                    </a:fld>
                    <a:endParaRPr lang="ru-UA"/>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FA4E-4548-B8A3-51A61D0E3F59}"/>
                </c:ext>
              </c:extLst>
            </c:dLbl>
            <c:dLbl>
              <c:idx val="2"/>
              <c:tx>
                <c:rich>
                  <a:bodyPr/>
                  <a:lstStyle/>
                  <a:p>
                    <a:fld id="{9FE2F085-14FE-4843-AF90-1375FF283B66}" type="CELLRANGE">
                      <a:rPr lang="ru-UA"/>
                      <a:pPr/>
                      <a:t>[CELLRANGE]</a:t>
                    </a:fld>
                    <a:endParaRPr lang="ru-UA"/>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FA4E-4548-B8A3-51A61D0E3F59}"/>
                </c:ext>
              </c:extLst>
            </c:dLbl>
            <c:dLbl>
              <c:idx val="3"/>
              <c:tx>
                <c:rich>
                  <a:bodyPr/>
                  <a:lstStyle/>
                  <a:p>
                    <a:fld id="{996DDEB1-290B-4CE4-ACC8-225DF9B4A4B2}" type="CELLRANGE">
                      <a:rPr lang="ru-UA"/>
                      <a:pPr/>
                      <a:t>[CELLRANGE]</a:t>
                    </a:fld>
                    <a:endParaRPr lang="ru-UA"/>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FA4E-4548-B8A3-51A61D0E3F59}"/>
                </c:ext>
              </c:extLst>
            </c:dLbl>
            <c:dLbl>
              <c:idx val="4"/>
              <c:tx>
                <c:rich>
                  <a:bodyPr/>
                  <a:lstStyle/>
                  <a:p>
                    <a:fld id="{5F943926-5DF2-4090-B44D-9B070ED16D26}" type="CELLRANGE">
                      <a:rPr lang="ru-UA"/>
                      <a:pPr/>
                      <a:t>[CELLRANGE]</a:t>
                    </a:fld>
                    <a:endParaRPr lang="ru-UA"/>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FA4E-4548-B8A3-51A61D0E3F59}"/>
                </c:ext>
              </c:extLst>
            </c:dLbl>
            <c:dLbl>
              <c:idx val="5"/>
              <c:tx>
                <c:rich>
                  <a:bodyPr/>
                  <a:lstStyle/>
                  <a:p>
                    <a:fld id="{22CA9303-C457-4E5C-9F72-48CF2B5E4ABF}" type="CELLRANGE">
                      <a:rPr lang="ru-UA"/>
                      <a:pPr/>
                      <a:t>[CELLRANGE]</a:t>
                    </a:fld>
                    <a:endParaRPr lang="ru-UA"/>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6-FA4E-4548-B8A3-51A61D0E3F59}"/>
                </c:ext>
              </c:extLst>
            </c:dLbl>
            <c:dLbl>
              <c:idx val="6"/>
              <c:tx>
                <c:rich>
                  <a:bodyPr/>
                  <a:lstStyle/>
                  <a:p>
                    <a:fld id="{06162470-173B-4F52-9C36-445117A17B3F}" type="CELLRANGE">
                      <a:rPr lang="ru-UA"/>
                      <a:pPr/>
                      <a:t>[CELLRANGE]</a:t>
                    </a:fld>
                    <a:endParaRPr lang="ru-UA"/>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FA4E-4548-B8A3-51A61D0E3F5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mn-lt"/>
                    <a:ea typeface="+mn-ea"/>
                    <a:cs typeface="+mn-cs"/>
                  </a:defRPr>
                </a:pPr>
                <a:endParaRPr lang="ru-UA"/>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xVal>
            <c:numRef>
              <c:f>Sheet1!$A$2:$A$8</c:f>
              <c:numCache>
                <c:formatCode>General</c:formatCode>
                <c:ptCount val="7"/>
                <c:pt idx="0">
                  <c:v>2009</c:v>
                </c:pt>
                <c:pt idx="1">
                  <c:v>2012</c:v>
                </c:pt>
                <c:pt idx="2">
                  <c:v>2014</c:v>
                </c:pt>
                <c:pt idx="3">
                  <c:v>2016</c:v>
                </c:pt>
                <c:pt idx="4">
                  <c:v>2018</c:v>
                </c:pt>
                <c:pt idx="5">
                  <c:v>2020</c:v>
                </c:pt>
                <c:pt idx="6">
                  <c:v>2022</c:v>
                </c:pt>
              </c:numCache>
            </c:numRef>
          </c:xVal>
          <c:yVal>
            <c:numRef>
              <c:f>Sheet1!$B$2:$B$8</c:f>
              <c:numCache>
                <c:formatCode>General</c:formatCode>
                <c:ptCount val="7"/>
                <c:pt idx="0">
                  <c:v>150</c:v>
                </c:pt>
                <c:pt idx="1">
                  <c:v>360</c:v>
                </c:pt>
                <c:pt idx="2">
                  <c:v>486</c:v>
                </c:pt>
                <c:pt idx="3">
                  <c:v>234</c:v>
                </c:pt>
                <c:pt idx="4">
                  <c:v>380</c:v>
                </c:pt>
                <c:pt idx="5">
                  <c:v>150</c:v>
                </c:pt>
                <c:pt idx="6">
                  <c:v>350</c:v>
                </c:pt>
              </c:numCache>
            </c:numRef>
          </c:yVal>
          <c:bubbleSize>
            <c:numRef>
              <c:f>Sheet1!$C$2:$C$8</c:f>
              <c:numCache>
                <c:formatCode>General</c:formatCode>
                <c:ptCount val="7"/>
                <c:pt idx="0">
                  <c:v>3256</c:v>
                </c:pt>
                <c:pt idx="1">
                  <c:v>4890</c:v>
                </c:pt>
                <c:pt idx="2">
                  <c:v>6078</c:v>
                </c:pt>
                <c:pt idx="3">
                  <c:v>7089</c:v>
                </c:pt>
                <c:pt idx="4">
                  <c:v>9089</c:v>
                </c:pt>
                <c:pt idx="5">
                  <c:v>6489</c:v>
                </c:pt>
                <c:pt idx="6">
                  <c:v>4063</c:v>
                </c:pt>
              </c:numCache>
            </c:numRef>
          </c:bubbleSize>
          <c:bubble3D val="0"/>
          <c:extLst>
            <c:ext xmlns:c15="http://schemas.microsoft.com/office/drawing/2012/chart" uri="{02D57815-91ED-43cb-92C2-25804820EDAC}">
              <c15:datalabelsRange>
                <c15:f>Sheet1!$C$2:$C$8</c15:f>
                <c15:dlblRangeCache>
                  <c:ptCount val="7"/>
                  <c:pt idx="0">
                    <c:v>3256</c:v>
                  </c:pt>
                  <c:pt idx="1">
                    <c:v>4890</c:v>
                  </c:pt>
                  <c:pt idx="2">
                    <c:v>6078</c:v>
                  </c:pt>
                  <c:pt idx="3">
                    <c:v>7089</c:v>
                  </c:pt>
                  <c:pt idx="4">
                    <c:v>9089</c:v>
                  </c:pt>
                  <c:pt idx="5">
                    <c:v>6489</c:v>
                  </c:pt>
                  <c:pt idx="6">
                    <c:v>4063</c:v>
                  </c:pt>
                </c15:dlblRangeCache>
              </c15:datalabelsRange>
            </c:ext>
            <c:ext xmlns:c16="http://schemas.microsoft.com/office/drawing/2014/chart" uri="{C3380CC4-5D6E-409C-BE32-E72D297353CC}">
              <c16:uniqueId val="{00000000-FA4E-4548-B8A3-51A61D0E3F59}"/>
            </c:ext>
          </c:extLst>
        </c:ser>
        <c:dLbls>
          <c:showLegendKey val="0"/>
          <c:showVal val="0"/>
          <c:showCatName val="0"/>
          <c:showSerName val="0"/>
          <c:showPercent val="0"/>
          <c:showBubbleSize val="0"/>
        </c:dLbls>
        <c:bubbleScale val="100"/>
        <c:showNegBubbles val="0"/>
        <c:axId val="455531032"/>
        <c:axId val="455531360"/>
      </c:bubbleChart>
      <c:valAx>
        <c:axId val="455531032"/>
        <c:scaling>
          <c:orientation val="minMax"/>
          <c:max val="2024"/>
        </c:scaling>
        <c:delete val="0"/>
        <c:axPos val="b"/>
        <c:majorGridlines>
          <c:spPr>
            <a:ln w="9525" cap="flat" cmpd="sng" algn="ctr">
              <a:solidFill>
                <a:schemeClr val="bg2">
                  <a:lumMod val="50000"/>
                  <a:lumOff val="50000"/>
                </a:schemeClr>
              </a:solid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UA"/>
          </a:p>
        </c:txPr>
        <c:crossAx val="455531360"/>
        <c:crosses val="autoZero"/>
        <c:crossBetween val="midCat"/>
      </c:valAx>
      <c:valAx>
        <c:axId val="455531360"/>
        <c:scaling>
          <c:orientation val="minMax"/>
        </c:scaling>
        <c:delete val="0"/>
        <c:axPos val="l"/>
        <c:majorGridlines>
          <c:spPr>
            <a:ln w="9525" cap="flat" cmpd="sng" algn="ctr">
              <a:solidFill>
                <a:schemeClr val="bg2">
                  <a:lumMod val="75000"/>
                  <a:lumOff val="25000"/>
                </a:schemeClr>
              </a:solid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ru-UA"/>
          </a:p>
        </c:txPr>
        <c:crossAx val="455531032"/>
        <c:crosses val="autoZero"/>
        <c:crossBetween val="midCat"/>
      </c:valAx>
      <c:spPr>
        <a:noFill/>
        <a:ln>
          <a:solidFill>
            <a:schemeClr val="bg2">
              <a:lumMod val="75000"/>
              <a:lumOff val="25000"/>
            </a:schemeClr>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0"/>
      <c:rotY val="1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cked"/>
        <c:varyColors val="0"/>
        <c:ser>
          <c:idx val="0"/>
          <c:order val="0"/>
          <c:tx>
            <c:strRef>
              <c:f>Sheet1!$B$1</c:f>
              <c:strCache>
                <c:ptCount val="1"/>
                <c:pt idx="0">
                  <c:v>Series 1</c:v>
                </c:pt>
              </c:strCache>
            </c:strRef>
          </c:tx>
          <c:spPr>
            <a:solidFill>
              <a:schemeClr val="accent1"/>
            </a:solidFill>
            <a:ln>
              <a:noFill/>
            </a:ln>
            <a:effectLst/>
            <a:sp3d/>
          </c:spPr>
          <c:invertIfNegative val="0"/>
          <c:dPt>
            <c:idx val="0"/>
            <c:invertIfNegative val="0"/>
            <c:bubble3D val="0"/>
            <c:spPr>
              <a:solidFill>
                <a:schemeClr val="accent1"/>
              </a:solidFill>
              <a:ln>
                <a:noFill/>
              </a:ln>
              <a:effectLst>
                <a:outerShdw blurRad="139700" sx="99000" sy="99000" algn="ctr" rotWithShape="0">
                  <a:prstClr val="black">
                    <a:alpha val="17000"/>
                  </a:prstClr>
                </a:outerShdw>
              </a:effectLst>
              <a:sp3d/>
            </c:spPr>
            <c:extLst>
              <c:ext xmlns:c16="http://schemas.microsoft.com/office/drawing/2014/chart" uri="{C3380CC4-5D6E-409C-BE32-E72D297353CC}">
                <c16:uniqueId val="{00000000-E816-454F-9C10-35AA56E27EB4}"/>
              </c:ext>
            </c:extLst>
          </c:dPt>
          <c:dLbls>
            <c:dLbl>
              <c:idx val="0"/>
              <c:layout>
                <c:manualLayout>
                  <c:x val="-0.28175928968446645"/>
                  <c:y val="-3.784825861585971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816-454F-9C10-35AA56E27EB4}"/>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accent1"/>
                    </a:solidFill>
                    <a:latin typeface="+mn-lt"/>
                    <a:ea typeface="+mn-ea"/>
                    <a:cs typeface="+mn-cs"/>
                  </a:defRPr>
                </a:pPr>
                <a:endParaRPr lang="ru-UA"/>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olidFill>
                      <a:round/>
                    </a:ln>
                    <a:effectLst/>
                  </c:spPr>
                </c15:leaderLines>
              </c:ext>
            </c:extLst>
          </c:dLbls>
          <c:cat>
            <c:strRef>
              <c:f>Sheet1!$A$2</c:f>
              <c:strCache>
                <c:ptCount val="1"/>
                <c:pt idx="0">
                  <c:v>Category 1</c:v>
                </c:pt>
              </c:strCache>
            </c:strRef>
          </c:cat>
          <c:val>
            <c:numRef>
              <c:f>Sheet1!$B$2</c:f>
              <c:numCache>
                <c:formatCode>0%</c:formatCode>
                <c:ptCount val="1"/>
                <c:pt idx="0">
                  <c:v>0.27</c:v>
                </c:pt>
              </c:numCache>
            </c:numRef>
          </c:val>
          <c:shape val="pyramidToMax"/>
          <c:extLst>
            <c:ext xmlns:c16="http://schemas.microsoft.com/office/drawing/2014/chart" uri="{C3380CC4-5D6E-409C-BE32-E72D297353CC}">
              <c16:uniqueId val="{00000001-E816-454F-9C10-35AA56E27EB4}"/>
            </c:ext>
          </c:extLst>
        </c:ser>
        <c:ser>
          <c:idx val="1"/>
          <c:order val="1"/>
          <c:tx>
            <c:strRef>
              <c:f>Sheet1!$C$1</c:f>
              <c:strCache>
                <c:ptCount val="1"/>
                <c:pt idx="0">
                  <c:v>Series 2</c:v>
                </c:pt>
              </c:strCache>
            </c:strRef>
          </c:tx>
          <c:spPr>
            <a:solidFill>
              <a:schemeClr val="accent2"/>
            </a:solidFill>
            <a:ln>
              <a:noFill/>
            </a:ln>
            <a:effectLst/>
            <a:sp3d/>
          </c:spPr>
          <c:invertIfNegative val="0"/>
          <c:dPt>
            <c:idx val="0"/>
            <c:invertIfNegative val="0"/>
            <c:bubble3D val="0"/>
            <c:spPr>
              <a:solidFill>
                <a:schemeClr val="accent3"/>
              </a:solidFill>
              <a:ln>
                <a:noFill/>
              </a:ln>
              <a:effectLst/>
              <a:sp3d/>
            </c:spPr>
            <c:extLst>
              <c:ext xmlns:c16="http://schemas.microsoft.com/office/drawing/2014/chart" uri="{C3380CC4-5D6E-409C-BE32-E72D297353CC}">
                <c16:uniqueId val="{00000003-E816-454F-9C10-35AA56E27EB4}"/>
              </c:ext>
            </c:extLst>
          </c:dPt>
          <c:dLbls>
            <c:dLbl>
              <c:idx val="0"/>
              <c:layout>
                <c:manualLayout>
                  <c:x val="0.28035750217359845"/>
                  <c:y val="-0.1219554999844368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816-454F-9C10-35AA56E27EB4}"/>
                </c:ext>
              </c:extLst>
            </c:dLbl>
            <c:spPr>
              <a:noFill/>
              <a:ln>
                <a:noFill/>
              </a:ln>
              <a:effectLst/>
            </c:spPr>
            <c:txPr>
              <a:bodyPr rot="0" spcFirstLastPara="1" vertOverflow="ellipsis" vert="horz" wrap="square" lIns="38100" tIns="19050" rIns="38100" bIns="19050" anchor="ctr" anchorCtr="0">
                <a:spAutoFit/>
              </a:bodyPr>
              <a:lstStyle/>
              <a:p>
                <a:pPr algn="ctr">
                  <a:defRPr lang="en-US" sz="1800" b="1" i="0" u="none" strike="noStrike" kern="1200" baseline="0">
                    <a:solidFill>
                      <a:schemeClr val="accent3"/>
                    </a:solidFill>
                    <a:latin typeface="+mn-lt"/>
                    <a:ea typeface="+mn-ea"/>
                    <a:cs typeface="+mn-cs"/>
                  </a:defRPr>
                </a:pPr>
                <a:endParaRPr lang="ru-UA"/>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olidFill>
                      <a:round/>
                    </a:ln>
                    <a:effectLst/>
                  </c:spPr>
                </c15:leaderLines>
              </c:ext>
            </c:extLst>
          </c:dLbls>
          <c:cat>
            <c:strRef>
              <c:f>Sheet1!$A$2</c:f>
              <c:strCache>
                <c:ptCount val="1"/>
                <c:pt idx="0">
                  <c:v>Category 1</c:v>
                </c:pt>
              </c:strCache>
            </c:strRef>
          </c:cat>
          <c:val>
            <c:numRef>
              <c:f>Sheet1!$C$2</c:f>
              <c:numCache>
                <c:formatCode>0%</c:formatCode>
                <c:ptCount val="1"/>
                <c:pt idx="0">
                  <c:v>0.17</c:v>
                </c:pt>
              </c:numCache>
            </c:numRef>
          </c:val>
          <c:shape val="pyramidToMax"/>
          <c:extLst>
            <c:ext xmlns:c16="http://schemas.microsoft.com/office/drawing/2014/chart" uri="{C3380CC4-5D6E-409C-BE32-E72D297353CC}">
              <c16:uniqueId val="{00000004-E816-454F-9C10-35AA56E27EB4}"/>
            </c:ext>
          </c:extLst>
        </c:ser>
        <c:ser>
          <c:idx val="2"/>
          <c:order val="2"/>
          <c:tx>
            <c:strRef>
              <c:f>Sheet1!$D$1</c:f>
              <c:strCache>
                <c:ptCount val="1"/>
                <c:pt idx="0">
                  <c:v>Series 3</c:v>
                </c:pt>
              </c:strCache>
            </c:strRef>
          </c:tx>
          <c:spPr>
            <a:solidFill>
              <a:schemeClr val="accent4"/>
            </a:solidFill>
            <a:ln>
              <a:noFill/>
            </a:ln>
            <a:effectLst/>
            <a:sp3d/>
          </c:spPr>
          <c:invertIfNegative val="0"/>
          <c:dLbls>
            <c:dLbl>
              <c:idx val="0"/>
              <c:layout>
                <c:manualLayout>
                  <c:x val="-0.15980377623895117"/>
                  <c:y val="-5.256702585536078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816-454F-9C10-35AA56E27EB4}"/>
                </c:ext>
              </c:extLst>
            </c:dLbl>
            <c:spPr>
              <a:noFill/>
              <a:ln>
                <a:noFill/>
              </a:ln>
              <a:effectLst/>
            </c:spPr>
            <c:txPr>
              <a:bodyPr rot="0" spcFirstLastPara="1" vertOverflow="ellipsis" vert="horz" wrap="square" lIns="38100" tIns="19050" rIns="38100" bIns="19050" anchor="ctr" anchorCtr="0">
                <a:spAutoFit/>
              </a:bodyPr>
              <a:lstStyle/>
              <a:p>
                <a:pPr algn="ctr">
                  <a:defRPr lang="en-US" sz="1800" b="1" i="0" u="none" strike="noStrike" kern="1200" baseline="0">
                    <a:solidFill>
                      <a:schemeClr val="accent4"/>
                    </a:solidFill>
                    <a:latin typeface="+mn-lt"/>
                    <a:ea typeface="+mn-ea"/>
                    <a:cs typeface="+mn-cs"/>
                  </a:defRPr>
                </a:pPr>
                <a:endParaRPr lang="ru-UA"/>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olidFill>
                      <a:round/>
                    </a:ln>
                    <a:effectLst/>
                  </c:spPr>
                </c15:leaderLines>
              </c:ext>
            </c:extLst>
          </c:dLbls>
          <c:cat>
            <c:strRef>
              <c:f>Sheet1!$A$2</c:f>
              <c:strCache>
                <c:ptCount val="1"/>
                <c:pt idx="0">
                  <c:v>Category 1</c:v>
                </c:pt>
              </c:strCache>
            </c:strRef>
          </c:cat>
          <c:val>
            <c:numRef>
              <c:f>Sheet1!$D$2</c:f>
              <c:numCache>
                <c:formatCode>0%</c:formatCode>
                <c:ptCount val="1"/>
                <c:pt idx="0">
                  <c:v>0.15</c:v>
                </c:pt>
              </c:numCache>
            </c:numRef>
          </c:val>
          <c:shape val="pyramidToMax"/>
          <c:extLst>
            <c:ext xmlns:c16="http://schemas.microsoft.com/office/drawing/2014/chart" uri="{C3380CC4-5D6E-409C-BE32-E72D297353CC}">
              <c16:uniqueId val="{00000006-E816-454F-9C10-35AA56E27EB4}"/>
            </c:ext>
          </c:extLst>
        </c:ser>
        <c:ser>
          <c:idx val="3"/>
          <c:order val="3"/>
          <c:tx>
            <c:strRef>
              <c:f>Sheet1!$E$1</c:f>
              <c:strCache>
                <c:ptCount val="1"/>
                <c:pt idx="0">
                  <c:v>Series 4</c:v>
                </c:pt>
              </c:strCache>
            </c:strRef>
          </c:tx>
          <c:spPr>
            <a:solidFill>
              <a:schemeClr val="accent5"/>
            </a:solidFill>
            <a:ln>
              <a:noFill/>
            </a:ln>
            <a:effectLst/>
            <a:sp3d/>
          </c:spPr>
          <c:invertIfNegative val="0"/>
          <c:dLbls>
            <c:dLbl>
              <c:idx val="0"/>
              <c:layout>
                <c:manualLayout>
                  <c:x val="0.20746455160846278"/>
                  <c:y val="-0.1030313706765069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816-454F-9C10-35AA56E27EB4}"/>
                </c:ext>
              </c:extLst>
            </c:dLbl>
            <c:spPr>
              <a:noFill/>
              <a:ln>
                <a:noFill/>
              </a:ln>
              <a:effectLst/>
            </c:spPr>
            <c:txPr>
              <a:bodyPr rot="0" spcFirstLastPara="1" vertOverflow="ellipsis" vert="horz" wrap="square" lIns="38100" tIns="19050" rIns="38100" bIns="19050" anchor="ctr" anchorCtr="0">
                <a:spAutoFit/>
              </a:bodyPr>
              <a:lstStyle/>
              <a:p>
                <a:pPr algn="ctr">
                  <a:defRPr lang="en-US" sz="1700" b="1" i="0" u="none" strike="noStrike" kern="1200" baseline="0">
                    <a:solidFill>
                      <a:schemeClr val="accent5"/>
                    </a:solidFill>
                    <a:latin typeface="+mn-lt"/>
                    <a:ea typeface="+mn-ea"/>
                    <a:cs typeface="+mn-cs"/>
                  </a:defRPr>
                </a:pPr>
                <a:endParaRPr lang="ru-UA"/>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olidFill>
                      <a:round/>
                    </a:ln>
                    <a:effectLst/>
                  </c:spPr>
                </c15:leaderLines>
              </c:ext>
            </c:extLst>
          </c:dLbls>
          <c:cat>
            <c:strRef>
              <c:f>Sheet1!$A$2</c:f>
              <c:strCache>
                <c:ptCount val="1"/>
                <c:pt idx="0">
                  <c:v>Category 1</c:v>
                </c:pt>
              </c:strCache>
            </c:strRef>
          </c:cat>
          <c:val>
            <c:numRef>
              <c:f>Sheet1!$E$2</c:f>
              <c:numCache>
                <c:formatCode>0%</c:formatCode>
                <c:ptCount val="1"/>
                <c:pt idx="0">
                  <c:v>0.16</c:v>
                </c:pt>
              </c:numCache>
            </c:numRef>
          </c:val>
          <c:shape val="pyramidToMax"/>
          <c:extLst>
            <c:ext xmlns:c16="http://schemas.microsoft.com/office/drawing/2014/chart" uri="{C3380CC4-5D6E-409C-BE32-E72D297353CC}">
              <c16:uniqueId val="{00000008-E816-454F-9C10-35AA56E27EB4}"/>
            </c:ext>
          </c:extLst>
        </c:ser>
        <c:ser>
          <c:idx val="4"/>
          <c:order val="4"/>
          <c:tx>
            <c:strRef>
              <c:f>Sheet1!$F$1</c:f>
              <c:strCache>
                <c:ptCount val="1"/>
                <c:pt idx="0">
                  <c:v>Series 5</c:v>
                </c:pt>
              </c:strCache>
            </c:strRef>
          </c:tx>
          <c:spPr>
            <a:solidFill>
              <a:schemeClr val="accent2"/>
            </a:solidFill>
            <a:ln>
              <a:noFill/>
            </a:ln>
            <a:effectLst/>
            <a:sp3d/>
          </c:spPr>
          <c:invertIfNegative val="0"/>
          <c:dLbls>
            <c:dLbl>
              <c:idx val="0"/>
              <c:layout>
                <c:manualLayout>
                  <c:x val="-6.3080437989059601E-2"/>
                  <c:y val="-7.7799198265933858E-2"/>
                </c:manualLayout>
              </c:layout>
              <c:spPr>
                <a:noFill/>
                <a:ln>
                  <a:noFill/>
                </a:ln>
                <a:effectLst/>
              </c:spPr>
              <c:txPr>
                <a:bodyPr rot="0" spcFirstLastPara="1" vertOverflow="ellipsis" vert="horz" wrap="square" lIns="38100" tIns="19050" rIns="38100" bIns="19050" anchor="ctr" anchorCtr="0">
                  <a:spAutoFit/>
                </a:bodyPr>
                <a:lstStyle/>
                <a:p>
                  <a:pPr algn="ctr">
                    <a:defRPr lang="en-US" sz="1400" b="1" i="0" u="none" strike="noStrike" kern="1200" baseline="0">
                      <a:solidFill>
                        <a:schemeClr val="accent2"/>
                      </a:solidFill>
                      <a:latin typeface="+mn-lt"/>
                      <a:ea typeface="+mn-ea"/>
                      <a:cs typeface="+mn-cs"/>
                    </a:defRPr>
                  </a:pPr>
                  <a:endParaRPr lang="ru-UA"/>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816-454F-9C10-35AA56E27EB4}"/>
                </c:ext>
              </c:extLst>
            </c:dLbl>
            <c:spPr>
              <a:noFill/>
              <a:ln>
                <a:noFill/>
              </a:ln>
              <a:effectLst/>
            </c:spPr>
            <c:txPr>
              <a:bodyPr rot="0" spcFirstLastPara="1" vertOverflow="ellipsis" vert="horz" wrap="square" lIns="38100" tIns="19050" rIns="38100" bIns="19050" anchor="ctr" anchorCtr="0">
                <a:spAutoFit/>
              </a:bodyPr>
              <a:lstStyle/>
              <a:p>
                <a:pPr algn="ctr">
                  <a:defRPr lang="en-US" sz="1800" b="1" i="0" u="none" strike="noStrike" kern="1200" baseline="0">
                    <a:solidFill>
                      <a:schemeClr val="accent2"/>
                    </a:solidFill>
                    <a:latin typeface="+mn-lt"/>
                    <a:ea typeface="+mn-ea"/>
                    <a:cs typeface="+mn-cs"/>
                  </a:defRPr>
                </a:pPr>
                <a:endParaRPr lang="ru-UA"/>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olidFill>
                      <a:round/>
                    </a:ln>
                    <a:effectLst/>
                  </c:spPr>
                </c15:leaderLines>
              </c:ext>
            </c:extLst>
          </c:dLbls>
          <c:cat>
            <c:strRef>
              <c:f>Sheet1!$A$2</c:f>
              <c:strCache>
                <c:ptCount val="1"/>
                <c:pt idx="0">
                  <c:v>Category 1</c:v>
                </c:pt>
              </c:strCache>
            </c:strRef>
          </c:cat>
          <c:val>
            <c:numRef>
              <c:f>Sheet1!$F$2</c:f>
              <c:numCache>
                <c:formatCode>0%</c:formatCode>
                <c:ptCount val="1"/>
                <c:pt idx="0">
                  <c:v>0.25</c:v>
                </c:pt>
              </c:numCache>
            </c:numRef>
          </c:val>
          <c:shape val="pyramidToMax"/>
          <c:extLst>
            <c:ext xmlns:c16="http://schemas.microsoft.com/office/drawing/2014/chart" uri="{C3380CC4-5D6E-409C-BE32-E72D297353CC}">
              <c16:uniqueId val="{0000000A-E816-454F-9C10-35AA56E27EB4}"/>
            </c:ext>
          </c:extLst>
        </c:ser>
        <c:dLbls>
          <c:showLegendKey val="0"/>
          <c:showVal val="1"/>
          <c:showCatName val="0"/>
          <c:showSerName val="0"/>
          <c:showPercent val="0"/>
          <c:showBubbleSize val="0"/>
        </c:dLbls>
        <c:gapWidth val="58"/>
        <c:shape val="pyramidToMax"/>
        <c:axId val="529830056"/>
        <c:axId val="529837272"/>
        <c:axId val="0"/>
      </c:bar3DChart>
      <c:catAx>
        <c:axId val="529830056"/>
        <c:scaling>
          <c:orientation val="minMax"/>
        </c:scaling>
        <c:delete val="1"/>
        <c:axPos val="b"/>
        <c:numFmt formatCode="General" sourceLinked="1"/>
        <c:majorTickMark val="out"/>
        <c:minorTickMark val="none"/>
        <c:tickLblPos val="nextTo"/>
        <c:crossAx val="529837272"/>
        <c:crosses val="autoZero"/>
        <c:auto val="1"/>
        <c:lblAlgn val="ctr"/>
        <c:lblOffset val="100"/>
        <c:noMultiLvlLbl val="0"/>
      </c:catAx>
      <c:valAx>
        <c:axId val="529837272"/>
        <c:scaling>
          <c:orientation val="minMax"/>
        </c:scaling>
        <c:delete val="1"/>
        <c:axPos val="l"/>
        <c:numFmt formatCode="0%" sourceLinked="1"/>
        <c:majorTickMark val="out"/>
        <c:minorTickMark val="none"/>
        <c:tickLblPos val="nextTo"/>
        <c:crossAx val="5298300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2009</c:v>
                </c:pt>
              </c:strCache>
            </c:strRef>
          </c:tx>
          <c:spPr>
            <a:solidFill>
              <a:schemeClr val="accent1"/>
            </a:solidFill>
            <a:ln>
              <a:noFill/>
            </a:ln>
            <a:effectLst/>
          </c:spPr>
          <c:invertIfNegative val="0"/>
          <c:dPt>
            <c:idx val="0"/>
            <c:invertIfNegative val="0"/>
            <c:bubble3D val="0"/>
            <c:spPr>
              <a:blipFill>
                <a:blip xmlns:r="http://schemas.openxmlformats.org/officeDocument/2006/relationships" r:embed="rId3"/>
                <a:stretch>
                  <a:fillRect/>
                </a:stretch>
              </a:blipFill>
              <a:ln>
                <a:noFill/>
              </a:ln>
              <a:effectLst/>
            </c:spPr>
            <c:extLst>
              <c:ext xmlns:c16="http://schemas.microsoft.com/office/drawing/2014/chart" uri="{C3380CC4-5D6E-409C-BE32-E72D297353CC}">
                <c16:uniqueId val="{00000005-9304-4961-B20B-27BBB1275B66}"/>
              </c:ext>
            </c:extLst>
          </c:dPt>
          <c:cat>
            <c:strRef>
              <c:f>Sheet1!$A$2</c:f>
              <c:strCache>
                <c:ptCount val="1"/>
                <c:pt idx="0">
                  <c:v>Sales</c:v>
                </c:pt>
              </c:strCache>
            </c:strRef>
          </c:cat>
          <c:val>
            <c:numRef>
              <c:f>Sheet1!$B$2</c:f>
              <c:numCache>
                <c:formatCode>General</c:formatCode>
                <c:ptCount val="1"/>
                <c:pt idx="0">
                  <c:v>17</c:v>
                </c:pt>
              </c:numCache>
            </c:numRef>
          </c:val>
          <c:extLst>
            <c:ext xmlns:c16="http://schemas.microsoft.com/office/drawing/2014/chart" uri="{C3380CC4-5D6E-409C-BE32-E72D297353CC}">
              <c16:uniqueId val="{00000000-9304-4961-B20B-27BBB1275B66}"/>
            </c:ext>
          </c:extLst>
        </c:ser>
        <c:ser>
          <c:idx val="1"/>
          <c:order val="1"/>
          <c:tx>
            <c:strRef>
              <c:f>Sheet1!$C$1</c:f>
              <c:strCache>
                <c:ptCount val="1"/>
                <c:pt idx="0">
                  <c:v>2012</c:v>
                </c:pt>
              </c:strCache>
            </c:strRef>
          </c:tx>
          <c:spPr>
            <a:blipFill>
              <a:blip xmlns:r="http://schemas.openxmlformats.org/officeDocument/2006/relationships" r:embed="rId4"/>
              <a:stretch>
                <a:fillRect/>
              </a:stretch>
            </a:blipFill>
            <a:ln>
              <a:noFill/>
            </a:ln>
            <a:effectLst/>
          </c:spPr>
          <c:invertIfNegative val="0"/>
          <c:dPt>
            <c:idx val="0"/>
            <c:invertIfNegative val="0"/>
            <c:bubble3D val="0"/>
            <c:spPr>
              <a:blipFill>
                <a:blip xmlns:r="http://schemas.openxmlformats.org/officeDocument/2006/relationships" r:embed="rId5"/>
                <a:stretch>
                  <a:fillRect/>
                </a:stretch>
              </a:blipFill>
              <a:ln>
                <a:noFill/>
              </a:ln>
              <a:effectLst/>
            </c:spPr>
            <c:extLst>
              <c:ext xmlns:c16="http://schemas.microsoft.com/office/drawing/2014/chart" uri="{C3380CC4-5D6E-409C-BE32-E72D297353CC}">
                <c16:uniqueId val="{00000006-F5D0-4671-8C59-23785B12BDEE}"/>
              </c:ext>
            </c:extLst>
          </c:dPt>
          <c:cat>
            <c:strRef>
              <c:f>Sheet1!$A$2</c:f>
              <c:strCache>
                <c:ptCount val="1"/>
                <c:pt idx="0">
                  <c:v>Sales</c:v>
                </c:pt>
              </c:strCache>
            </c:strRef>
          </c:cat>
          <c:val>
            <c:numRef>
              <c:f>Sheet1!$C$2</c:f>
              <c:numCache>
                <c:formatCode>General</c:formatCode>
                <c:ptCount val="1"/>
                <c:pt idx="0">
                  <c:v>15</c:v>
                </c:pt>
              </c:numCache>
            </c:numRef>
          </c:val>
          <c:extLst>
            <c:ext xmlns:c16="http://schemas.microsoft.com/office/drawing/2014/chart" uri="{C3380CC4-5D6E-409C-BE32-E72D297353CC}">
              <c16:uniqueId val="{00000001-9304-4961-B20B-27BBB1275B66}"/>
            </c:ext>
          </c:extLst>
        </c:ser>
        <c:ser>
          <c:idx val="2"/>
          <c:order val="2"/>
          <c:tx>
            <c:strRef>
              <c:f>Sheet1!$D$1</c:f>
              <c:strCache>
                <c:ptCount val="1"/>
                <c:pt idx="0">
                  <c:v>2016</c:v>
                </c:pt>
              </c:strCache>
            </c:strRef>
          </c:tx>
          <c:spPr>
            <a:blipFill>
              <a:blip xmlns:r="http://schemas.openxmlformats.org/officeDocument/2006/relationships" r:embed="rId6"/>
              <a:stretch>
                <a:fillRect/>
              </a:stretch>
            </a:blipFill>
            <a:ln>
              <a:noFill/>
            </a:ln>
            <a:effectLst/>
          </c:spPr>
          <c:invertIfNegative val="0"/>
          <c:dPt>
            <c:idx val="0"/>
            <c:invertIfNegative val="0"/>
            <c:bubble3D val="0"/>
            <c:spPr>
              <a:blipFill>
                <a:blip xmlns:r="http://schemas.openxmlformats.org/officeDocument/2006/relationships" r:embed="rId7"/>
                <a:stretch>
                  <a:fillRect/>
                </a:stretch>
              </a:blipFill>
              <a:ln>
                <a:noFill/>
              </a:ln>
              <a:effectLst/>
            </c:spPr>
            <c:extLst>
              <c:ext xmlns:c16="http://schemas.microsoft.com/office/drawing/2014/chart" uri="{C3380CC4-5D6E-409C-BE32-E72D297353CC}">
                <c16:uniqueId val="{00000005-F5D0-4671-8C59-23785B12BDEE}"/>
              </c:ext>
            </c:extLst>
          </c:dPt>
          <c:cat>
            <c:strRef>
              <c:f>Sheet1!$A$2</c:f>
              <c:strCache>
                <c:ptCount val="1"/>
                <c:pt idx="0">
                  <c:v>Sales</c:v>
                </c:pt>
              </c:strCache>
            </c:strRef>
          </c:cat>
          <c:val>
            <c:numRef>
              <c:f>Sheet1!$D$2</c:f>
              <c:numCache>
                <c:formatCode>General</c:formatCode>
                <c:ptCount val="1"/>
                <c:pt idx="0">
                  <c:v>26</c:v>
                </c:pt>
              </c:numCache>
            </c:numRef>
          </c:val>
          <c:extLst>
            <c:ext xmlns:c16="http://schemas.microsoft.com/office/drawing/2014/chart" uri="{C3380CC4-5D6E-409C-BE32-E72D297353CC}">
              <c16:uniqueId val="{00000002-9304-4961-B20B-27BBB1275B66}"/>
            </c:ext>
          </c:extLst>
        </c:ser>
        <c:ser>
          <c:idx val="3"/>
          <c:order val="3"/>
          <c:tx>
            <c:strRef>
              <c:f>Sheet1!$E$1</c:f>
              <c:strCache>
                <c:ptCount val="1"/>
                <c:pt idx="0">
                  <c:v>2018</c:v>
                </c:pt>
              </c:strCache>
            </c:strRef>
          </c:tx>
          <c:spPr>
            <a:blipFill>
              <a:blip xmlns:r="http://schemas.openxmlformats.org/officeDocument/2006/relationships" r:embed="rId8"/>
              <a:stretch>
                <a:fillRect/>
              </a:stretch>
            </a:blipFill>
            <a:ln>
              <a:noFill/>
            </a:ln>
            <a:effectLst/>
          </c:spPr>
          <c:invertIfNegative val="0"/>
          <c:dPt>
            <c:idx val="0"/>
            <c:invertIfNegative val="0"/>
            <c:bubble3D val="0"/>
            <c:spPr>
              <a:blipFill>
                <a:blip xmlns:r="http://schemas.openxmlformats.org/officeDocument/2006/relationships" r:embed="rId9"/>
                <a:stretch>
                  <a:fillRect/>
                </a:stretch>
              </a:blipFill>
              <a:ln>
                <a:noFill/>
              </a:ln>
              <a:effectLst/>
            </c:spPr>
            <c:extLst>
              <c:ext xmlns:c16="http://schemas.microsoft.com/office/drawing/2014/chart" uri="{C3380CC4-5D6E-409C-BE32-E72D297353CC}">
                <c16:uniqueId val="{00000004-F5D0-4671-8C59-23785B12BDEE}"/>
              </c:ext>
            </c:extLst>
          </c:dPt>
          <c:cat>
            <c:strRef>
              <c:f>Sheet1!$A$2</c:f>
              <c:strCache>
                <c:ptCount val="1"/>
                <c:pt idx="0">
                  <c:v>Sales</c:v>
                </c:pt>
              </c:strCache>
            </c:strRef>
          </c:cat>
          <c:val>
            <c:numRef>
              <c:f>Sheet1!$E$2</c:f>
              <c:numCache>
                <c:formatCode>General</c:formatCode>
                <c:ptCount val="1"/>
                <c:pt idx="0">
                  <c:v>18</c:v>
                </c:pt>
              </c:numCache>
            </c:numRef>
          </c:val>
          <c:extLst>
            <c:ext xmlns:c16="http://schemas.microsoft.com/office/drawing/2014/chart" uri="{C3380CC4-5D6E-409C-BE32-E72D297353CC}">
              <c16:uniqueId val="{00000003-9304-4961-B20B-27BBB1275B66}"/>
            </c:ext>
          </c:extLst>
        </c:ser>
        <c:ser>
          <c:idx val="4"/>
          <c:order val="4"/>
          <c:tx>
            <c:strRef>
              <c:f>Sheet1!$F$1</c:f>
              <c:strCache>
                <c:ptCount val="1"/>
                <c:pt idx="0">
                  <c:v>2021</c:v>
                </c:pt>
              </c:strCache>
            </c:strRef>
          </c:tx>
          <c:spPr>
            <a:solidFill>
              <a:schemeClr val="accent5"/>
            </a:solidFill>
            <a:ln>
              <a:noFill/>
            </a:ln>
            <a:effectLst/>
          </c:spPr>
          <c:invertIfNegative val="0"/>
          <c:dPt>
            <c:idx val="0"/>
            <c:invertIfNegative val="0"/>
            <c:bubble3D val="0"/>
            <c:spPr>
              <a:blipFill>
                <a:blip xmlns:r="http://schemas.openxmlformats.org/officeDocument/2006/relationships" r:embed="rId10"/>
                <a:stretch>
                  <a:fillRect/>
                </a:stretch>
              </a:blipFill>
              <a:ln>
                <a:noFill/>
              </a:ln>
              <a:effectLst/>
            </c:spPr>
            <c:extLst>
              <c:ext xmlns:c16="http://schemas.microsoft.com/office/drawing/2014/chart" uri="{C3380CC4-5D6E-409C-BE32-E72D297353CC}">
                <c16:uniqueId val="{00000006-9304-4961-B20B-27BBB1275B66}"/>
              </c:ext>
            </c:extLst>
          </c:dPt>
          <c:cat>
            <c:strRef>
              <c:f>Sheet1!$A$2</c:f>
              <c:strCache>
                <c:ptCount val="1"/>
                <c:pt idx="0">
                  <c:v>Sales</c:v>
                </c:pt>
              </c:strCache>
            </c:strRef>
          </c:cat>
          <c:val>
            <c:numRef>
              <c:f>Sheet1!$F$2</c:f>
              <c:numCache>
                <c:formatCode>General</c:formatCode>
                <c:ptCount val="1"/>
                <c:pt idx="0">
                  <c:v>24</c:v>
                </c:pt>
              </c:numCache>
            </c:numRef>
          </c:val>
          <c:extLst>
            <c:ext xmlns:c16="http://schemas.microsoft.com/office/drawing/2014/chart" uri="{C3380CC4-5D6E-409C-BE32-E72D297353CC}">
              <c16:uniqueId val="{00000004-9304-4961-B20B-27BBB1275B66}"/>
            </c:ext>
          </c:extLst>
        </c:ser>
        <c:dLbls>
          <c:showLegendKey val="0"/>
          <c:showVal val="0"/>
          <c:showCatName val="0"/>
          <c:showSerName val="0"/>
          <c:showPercent val="0"/>
          <c:showBubbleSize val="0"/>
        </c:dLbls>
        <c:gapWidth val="106"/>
        <c:overlap val="100"/>
        <c:axId val="865230368"/>
        <c:axId val="865230696"/>
      </c:barChart>
      <c:catAx>
        <c:axId val="865230368"/>
        <c:scaling>
          <c:orientation val="minMax"/>
        </c:scaling>
        <c:delete val="1"/>
        <c:axPos val="b"/>
        <c:numFmt formatCode="General" sourceLinked="1"/>
        <c:majorTickMark val="none"/>
        <c:minorTickMark val="none"/>
        <c:tickLblPos val="nextTo"/>
        <c:crossAx val="865230696"/>
        <c:crosses val="autoZero"/>
        <c:auto val="1"/>
        <c:lblAlgn val="ctr"/>
        <c:lblOffset val="100"/>
        <c:noMultiLvlLbl val="0"/>
      </c:catAx>
      <c:valAx>
        <c:axId val="865230696"/>
        <c:scaling>
          <c:orientation val="minMax"/>
        </c:scaling>
        <c:delete val="1"/>
        <c:axPos val="l"/>
        <c:numFmt formatCode="0%" sourceLinked="1"/>
        <c:majorTickMark val="none"/>
        <c:minorTickMark val="none"/>
        <c:tickLblPos val="nextTo"/>
        <c:crossAx val="8652303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1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c:spPr>
          <c:dPt>
            <c:idx val="0"/>
            <c:bubble3D val="0"/>
            <c:spPr>
              <a:solidFill>
                <a:schemeClr val="accent2"/>
              </a:solidFill>
              <a:ln w="19050">
                <a:noFill/>
              </a:ln>
              <a:effectLst/>
            </c:spPr>
            <c:extLst>
              <c:ext xmlns:c16="http://schemas.microsoft.com/office/drawing/2014/chart" uri="{C3380CC4-5D6E-409C-BE32-E72D297353CC}">
                <c16:uniqueId val="{00000001-EE31-4063-93BC-768DDD779816}"/>
              </c:ext>
            </c:extLst>
          </c:dPt>
          <c:dPt>
            <c:idx val="1"/>
            <c:bubble3D val="0"/>
            <c:spPr>
              <a:solidFill>
                <a:schemeClr val="bg2">
                  <a:lumMod val="95000"/>
                </a:schemeClr>
              </a:solidFill>
              <a:ln w="19050">
                <a:noFill/>
              </a:ln>
              <a:effectLst/>
            </c:spPr>
            <c:extLst>
              <c:ext xmlns:c16="http://schemas.microsoft.com/office/drawing/2014/chart" uri="{C3380CC4-5D6E-409C-BE32-E72D297353CC}">
                <c16:uniqueId val="{00000003-EE31-4063-93BC-768DDD779816}"/>
              </c:ext>
            </c:extLst>
          </c:dPt>
          <c:dLbls>
            <c:dLbl>
              <c:idx val="0"/>
              <c:layout>
                <c:manualLayout>
                  <c:x val="-0.11248465577564722"/>
                  <c:y val="-0.19403378645157651"/>
                </c:manualLayout>
              </c:layout>
              <c:tx>
                <c:rich>
                  <a:bodyPr rot="0" spcFirstLastPara="1" vertOverflow="ellipsis" vert="horz" wrap="square" lIns="38100" tIns="19050" rIns="38100" bIns="19050" anchor="ctr" anchorCtr="1">
                    <a:spAutoFit/>
                  </a:bodyPr>
                  <a:lstStyle/>
                  <a:p>
                    <a:pPr>
                      <a:defRPr sz="1800" b="1" i="0" u="none" strike="noStrike" kern="1200" baseline="0">
                        <a:solidFill>
                          <a:schemeClr val="bg2"/>
                        </a:solidFill>
                        <a:latin typeface="Montserrat SemiBold" panose="00000700000000000000" pitchFamily="50" charset="-52"/>
                        <a:ea typeface="+mn-ea"/>
                        <a:cs typeface="+mn-cs"/>
                      </a:defRPr>
                    </a:pPr>
                    <a:fld id="{F025C5BC-9A4C-4C2A-8A0B-1AEA00129629}" type="VALUE">
                      <a:rPr lang="en-US" sz="1800" b="1">
                        <a:solidFill>
                          <a:schemeClr val="bg2"/>
                        </a:solidFill>
                        <a:latin typeface="Montserrat SemiBold" panose="00000700000000000000" pitchFamily="50" charset="-52"/>
                      </a:rPr>
                      <a:pPr>
                        <a:defRPr sz="1800" b="1">
                          <a:solidFill>
                            <a:schemeClr val="bg2"/>
                          </a:solidFill>
                          <a:latin typeface="Montserrat SemiBold" panose="00000700000000000000" pitchFamily="50" charset="-52"/>
                        </a:defRPr>
                      </a:pPr>
                      <a:t>[VALUE]</a:t>
                    </a:fld>
                    <a:endParaRPr lang="ru-UA"/>
                  </a:p>
                </c:rich>
              </c:tx>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bg2"/>
                      </a:solidFill>
                      <a:latin typeface="Montserrat SemiBold" panose="00000700000000000000" pitchFamily="50" charset="-52"/>
                      <a:ea typeface="+mn-ea"/>
                      <a:cs typeface="+mn-cs"/>
                    </a:defRPr>
                  </a:pPr>
                  <a:endParaRPr lang="ru-UA"/>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EE31-4063-93BC-768DDD779816}"/>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solidFill>
                    <a:latin typeface="Montserrat Medium" panose="00000600000000000000" pitchFamily="50" charset="-52"/>
                    <a:ea typeface="+mn-ea"/>
                    <a:cs typeface="+mn-cs"/>
                  </a:defRPr>
                </a:pPr>
                <a:endParaRPr lang="ru-UA"/>
              </a:p>
            </c:txPr>
            <c:showLegendKey val="0"/>
            <c:showVal val="0"/>
            <c:showCatName val="0"/>
            <c:showSerName val="0"/>
            <c:showPercent val="0"/>
            <c:showBubbleSize val="0"/>
            <c:extLst>
              <c:ext xmlns:c15="http://schemas.microsoft.com/office/drawing/2012/chart" uri="{CE6537A1-D6FC-4f65-9D91-7224C49458BB}"/>
            </c:extLst>
          </c:dLbls>
          <c:cat>
            <c:strRef>
              <c:f>Sheet1!$A$2:$A$3</c:f>
              <c:strCache>
                <c:ptCount val="2"/>
                <c:pt idx="0">
                  <c:v>1st Qtr</c:v>
                </c:pt>
                <c:pt idx="1">
                  <c:v>2nd Qtr</c:v>
                </c:pt>
              </c:strCache>
            </c:strRef>
          </c:cat>
          <c:val>
            <c:numRef>
              <c:f>Sheet1!$B$2:$B$3</c:f>
              <c:numCache>
                <c:formatCode>0%</c:formatCode>
                <c:ptCount val="2"/>
                <c:pt idx="0">
                  <c:v>0.78</c:v>
                </c:pt>
                <c:pt idx="1">
                  <c:v>0.21999999999999997</c:v>
                </c:pt>
              </c:numCache>
            </c:numRef>
          </c:val>
          <c:extLst>
            <c:ext xmlns:c16="http://schemas.microsoft.com/office/drawing/2014/chart" uri="{C3380CC4-5D6E-409C-BE32-E72D297353CC}">
              <c16:uniqueId val="{00000004-EE31-4063-93BC-768DDD779816}"/>
            </c:ext>
          </c:extLst>
        </c:ser>
        <c:dLbls>
          <c:showLegendKey val="0"/>
          <c:showVal val="1"/>
          <c:showCatName val="0"/>
          <c:showSerName val="0"/>
          <c:showPercent val="0"/>
          <c:showBubbleSize val="0"/>
          <c:showLeaderLines val="1"/>
        </c:dLbls>
        <c:firstSliceAng val="0"/>
        <c:holeSize val="32"/>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c:spPr>
          <c:dPt>
            <c:idx val="0"/>
            <c:bubble3D val="0"/>
            <c:spPr>
              <a:solidFill>
                <a:schemeClr val="accent1"/>
              </a:solidFill>
              <a:ln w="19050">
                <a:noFill/>
              </a:ln>
              <a:effectLst/>
            </c:spPr>
            <c:extLst>
              <c:ext xmlns:c16="http://schemas.microsoft.com/office/drawing/2014/chart" uri="{C3380CC4-5D6E-409C-BE32-E72D297353CC}">
                <c16:uniqueId val="{00000001-E568-467A-B45A-AA07AAEB4B0F}"/>
              </c:ext>
            </c:extLst>
          </c:dPt>
          <c:dPt>
            <c:idx val="1"/>
            <c:bubble3D val="0"/>
            <c:spPr>
              <a:solidFill>
                <a:schemeClr val="bg2">
                  <a:lumMod val="95000"/>
                </a:schemeClr>
              </a:solidFill>
              <a:ln w="19050">
                <a:noFill/>
              </a:ln>
              <a:effectLst/>
            </c:spPr>
            <c:extLst>
              <c:ext xmlns:c16="http://schemas.microsoft.com/office/drawing/2014/chart" uri="{C3380CC4-5D6E-409C-BE32-E72D297353CC}">
                <c16:uniqueId val="{00000003-E568-467A-B45A-AA07AAEB4B0F}"/>
              </c:ext>
            </c:extLst>
          </c:dPt>
          <c:dLbls>
            <c:dLbl>
              <c:idx val="0"/>
              <c:layout>
                <c:manualLayout>
                  <c:x val="-0.1530666572278486"/>
                  <c:y val="0.11488803655028484"/>
                </c:manualLayout>
              </c:layout>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bg2"/>
                      </a:solidFill>
                      <a:latin typeface="Montserrat SemiBold" panose="00000700000000000000" pitchFamily="50" charset="-52"/>
                      <a:ea typeface="+mn-ea"/>
                      <a:cs typeface="+mn-cs"/>
                    </a:defRPr>
                  </a:pPr>
                  <a:endParaRPr lang="ru-UA"/>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568-467A-B45A-AA07AAEB4B0F}"/>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solidFill>
                    <a:latin typeface="Montserrat Medium" panose="00000600000000000000" pitchFamily="50" charset="-52"/>
                    <a:ea typeface="+mn-ea"/>
                    <a:cs typeface="+mn-cs"/>
                  </a:defRPr>
                </a:pPr>
                <a:endParaRPr lang="ru-UA"/>
              </a:p>
            </c:txPr>
            <c:showLegendKey val="0"/>
            <c:showVal val="0"/>
            <c:showCatName val="0"/>
            <c:showSerName val="0"/>
            <c:showPercent val="0"/>
            <c:showBubbleSize val="0"/>
            <c:extLst>
              <c:ext xmlns:c15="http://schemas.microsoft.com/office/drawing/2012/chart" uri="{CE6537A1-D6FC-4f65-9D91-7224C49458BB}"/>
            </c:extLst>
          </c:dLbls>
          <c:cat>
            <c:strRef>
              <c:f>Sheet1!$A$2:$A$3</c:f>
              <c:strCache>
                <c:ptCount val="2"/>
                <c:pt idx="0">
                  <c:v>1st Qtr</c:v>
                </c:pt>
                <c:pt idx="1">
                  <c:v>2nd Qtr</c:v>
                </c:pt>
              </c:strCache>
            </c:strRef>
          </c:cat>
          <c:val>
            <c:numRef>
              <c:f>Sheet1!$B$2:$B$3</c:f>
              <c:numCache>
                <c:formatCode>0%</c:formatCode>
                <c:ptCount val="2"/>
                <c:pt idx="0">
                  <c:v>0.35</c:v>
                </c:pt>
                <c:pt idx="1">
                  <c:v>0.65</c:v>
                </c:pt>
              </c:numCache>
            </c:numRef>
          </c:val>
          <c:extLst>
            <c:ext xmlns:c16="http://schemas.microsoft.com/office/drawing/2014/chart" uri="{C3380CC4-5D6E-409C-BE32-E72D297353CC}">
              <c16:uniqueId val="{00000004-E568-467A-B45A-AA07AAEB4B0F}"/>
            </c:ext>
          </c:extLst>
        </c:ser>
        <c:dLbls>
          <c:showLegendKey val="0"/>
          <c:showVal val="1"/>
          <c:showCatName val="0"/>
          <c:showSerName val="0"/>
          <c:showPercent val="0"/>
          <c:showBubbleSize val="0"/>
          <c:showLeaderLines val="0"/>
        </c:dLbls>
        <c:firstSliceAng val="0"/>
        <c:holeSize val="32"/>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c:spPr>
          <c:dPt>
            <c:idx val="0"/>
            <c:bubble3D val="0"/>
            <c:spPr>
              <a:solidFill>
                <a:schemeClr val="accent3"/>
              </a:solidFill>
              <a:ln w="19050">
                <a:noFill/>
              </a:ln>
              <a:effectLst/>
            </c:spPr>
            <c:extLst>
              <c:ext xmlns:c16="http://schemas.microsoft.com/office/drawing/2014/chart" uri="{C3380CC4-5D6E-409C-BE32-E72D297353CC}">
                <c16:uniqueId val="{00000001-838B-4836-875E-2870844FF8A3}"/>
              </c:ext>
            </c:extLst>
          </c:dPt>
          <c:dPt>
            <c:idx val="1"/>
            <c:bubble3D val="0"/>
            <c:spPr>
              <a:solidFill>
                <a:schemeClr val="bg2">
                  <a:lumMod val="95000"/>
                </a:schemeClr>
              </a:solidFill>
              <a:ln w="19050">
                <a:noFill/>
              </a:ln>
              <a:effectLst/>
            </c:spPr>
            <c:extLst>
              <c:ext xmlns:c16="http://schemas.microsoft.com/office/drawing/2014/chart" uri="{C3380CC4-5D6E-409C-BE32-E72D297353CC}">
                <c16:uniqueId val="{00000003-838B-4836-875E-2870844FF8A3}"/>
              </c:ext>
            </c:extLst>
          </c:dPt>
          <c:dLbls>
            <c:dLbl>
              <c:idx val="0"/>
              <c:layout>
                <c:manualLayout>
                  <c:x val="-0.16867511932484922"/>
                  <c:y val="-7.7628461842179475E-2"/>
                </c:manualLayout>
              </c:layout>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bg2"/>
                      </a:solidFill>
                      <a:latin typeface="Montserrat SemiBold" panose="00000700000000000000" pitchFamily="50" charset="-52"/>
                      <a:ea typeface="+mn-ea"/>
                      <a:cs typeface="+mn-cs"/>
                    </a:defRPr>
                  </a:pPr>
                  <a:endParaRPr lang="ru-UA"/>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38B-4836-875E-2870844FF8A3}"/>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solidFill>
                    <a:latin typeface="Montserrat Medium" panose="00000600000000000000" pitchFamily="50" charset="-52"/>
                    <a:ea typeface="+mn-ea"/>
                    <a:cs typeface="+mn-cs"/>
                  </a:defRPr>
                </a:pPr>
                <a:endParaRPr lang="ru-UA"/>
              </a:p>
            </c:txPr>
            <c:showLegendKey val="0"/>
            <c:showVal val="0"/>
            <c:showCatName val="0"/>
            <c:showSerName val="0"/>
            <c:showPercent val="0"/>
            <c:showBubbleSize val="0"/>
            <c:extLst>
              <c:ext xmlns:c15="http://schemas.microsoft.com/office/drawing/2012/chart" uri="{CE6537A1-D6FC-4f65-9D91-7224C49458BB}"/>
            </c:extLst>
          </c:dLbls>
          <c:cat>
            <c:strRef>
              <c:f>Sheet1!$A$2:$A$3</c:f>
              <c:strCache>
                <c:ptCount val="2"/>
                <c:pt idx="0">
                  <c:v>1st Qtr</c:v>
                </c:pt>
                <c:pt idx="1">
                  <c:v>2nd Qtr</c:v>
                </c:pt>
              </c:strCache>
            </c:strRef>
          </c:cat>
          <c:val>
            <c:numRef>
              <c:f>Sheet1!$B$2:$B$3</c:f>
              <c:numCache>
                <c:formatCode>0%</c:formatCode>
                <c:ptCount val="2"/>
                <c:pt idx="0">
                  <c:v>0.6</c:v>
                </c:pt>
                <c:pt idx="1">
                  <c:v>0.4</c:v>
                </c:pt>
              </c:numCache>
            </c:numRef>
          </c:val>
          <c:extLst>
            <c:ext xmlns:c16="http://schemas.microsoft.com/office/drawing/2014/chart" uri="{C3380CC4-5D6E-409C-BE32-E72D297353CC}">
              <c16:uniqueId val="{00000004-838B-4836-875E-2870844FF8A3}"/>
            </c:ext>
          </c:extLst>
        </c:ser>
        <c:dLbls>
          <c:showLegendKey val="0"/>
          <c:showVal val="1"/>
          <c:showCatName val="0"/>
          <c:showSerName val="0"/>
          <c:showPercent val="0"/>
          <c:showBubbleSize val="0"/>
          <c:showLeaderLines val="0"/>
        </c:dLbls>
        <c:firstSliceAng val="0"/>
        <c:holeSize val="32"/>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Series 1</c:v>
                </c:pt>
              </c:strCache>
            </c:strRef>
          </c:tx>
          <c:spPr>
            <a:solidFill>
              <a:schemeClr val="accent3"/>
            </a:solidFill>
            <a:ln>
              <a:noFill/>
            </a:ln>
            <a:effectLst/>
          </c:spPr>
          <c:invertIfNegative val="0"/>
          <c:cat>
            <c:strRef>
              <c:f>Sheet1!$A$2</c:f>
              <c:strCache>
                <c:ptCount val="1"/>
                <c:pt idx="0">
                  <c:v>Category%</c:v>
                </c:pt>
              </c:strCache>
            </c:strRef>
          </c:cat>
          <c:val>
            <c:numRef>
              <c:f>Sheet1!$B$2</c:f>
              <c:numCache>
                <c:formatCode>0%</c:formatCode>
                <c:ptCount val="1"/>
                <c:pt idx="0">
                  <c:v>0.65</c:v>
                </c:pt>
              </c:numCache>
            </c:numRef>
          </c:val>
          <c:extLst>
            <c:ext xmlns:c16="http://schemas.microsoft.com/office/drawing/2014/chart" uri="{C3380CC4-5D6E-409C-BE32-E72D297353CC}">
              <c16:uniqueId val="{00000000-F47F-4465-9040-A4FA244DC20C}"/>
            </c:ext>
          </c:extLst>
        </c:ser>
        <c:ser>
          <c:idx val="1"/>
          <c:order val="1"/>
          <c:tx>
            <c:strRef>
              <c:f>Sheet1!$C$1</c:f>
              <c:strCache>
                <c:ptCount val="1"/>
                <c:pt idx="0">
                  <c:v>Series 2</c:v>
                </c:pt>
              </c:strCache>
            </c:strRef>
          </c:tx>
          <c:spPr>
            <a:solidFill>
              <a:schemeClr val="bg2">
                <a:lumMod val="75000"/>
                <a:lumOff val="25000"/>
              </a:schemeClr>
            </a:solidFill>
            <a:ln>
              <a:noFill/>
            </a:ln>
            <a:effectLst/>
          </c:spPr>
          <c:invertIfNegative val="0"/>
          <c:dPt>
            <c:idx val="0"/>
            <c:invertIfNegative val="0"/>
            <c:bubble3D val="0"/>
            <c:spPr>
              <a:solidFill>
                <a:schemeClr val="bg2">
                  <a:lumMod val="75000"/>
                  <a:lumOff val="25000"/>
                </a:schemeClr>
              </a:solidFill>
              <a:ln>
                <a:noFill/>
              </a:ln>
              <a:effectLst/>
            </c:spPr>
            <c:extLst>
              <c:ext xmlns:c16="http://schemas.microsoft.com/office/drawing/2014/chart" uri="{C3380CC4-5D6E-409C-BE32-E72D297353CC}">
                <c16:uniqueId val="{00000000-A336-4811-9AB5-C904A5244B84}"/>
              </c:ext>
            </c:extLst>
          </c:dPt>
          <c:cat>
            <c:strRef>
              <c:f>Sheet1!$A$2</c:f>
              <c:strCache>
                <c:ptCount val="1"/>
                <c:pt idx="0">
                  <c:v>Category%</c:v>
                </c:pt>
              </c:strCache>
            </c:strRef>
          </c:cat>
          <c:val>
            <c:numRef>
              <c:f>Sheet1!$C$2</c:f>
              <c:numCache>
                <c:formatCode>0%</c:formatCode>
                <c:ptCount val="1"/>
                <c:pt idx="0">
                  <c:v>0.35</c:v>
                </c:pt>
              </c:numCache>
            </c:numRef>
          </c:val>
          <c:extLst>
            <c:ext xmlns:c16="http://schemas.microsoft.com/office/drawing/2014/chart" uri="{C3380CC4-5D6E-409C-BE32-E72D297353CC}">
              <c16:uniqueId val="{00000000-0878-47CB-BED5-F403AE98710B}"/>
            </c:ext>
          </c:extLst>
        </c:ser>
        <c:dLbls>
          <c:showLegendKey val="0"/>
          <c:showVal val="0"/>
          <c:showCatName val="0"/>
          <c:showSerName val="0"/>
          <c:showPercent val="0"/>
          <c:showBubbleSize val="0"/>
        </c:dLbls>
        <c:gapWidth val="150"/>
        <c:overlap val="100"/>
        <c:axId val="595252232"/>
        <c:axId val="595255840"/>
      </c:barChart>
      <c:catAx>
        <c:axId val="595252232"/>
        <c:scaling>
          <c:orientation val="minMax"/>
        </c:scaling>
        <c:delete val="1"/>
        <c:axPos val="b"/>
        <c:numFmt formatCode="General" sourceLinked="1"/>
        <c:majorTickMark val="none"/>
        <c:minorTickMark val="none"/>
        <c:tickLblPos val="nextTo"/>
        <c:crossAx val="595255840"/>
        <c:crosses val="autoZero"/>
        <c:auto val="1"/>
        <c:lblAlgn val="ctr"/>
        <c:lblOffset val="100"/>
        <c:noMultiLvlLbl val="0"/>
      </c:catAx>
      <c:valAx>
        <c:axId val="595255840"/>
        <c:scaling>
          <c:orientation val="minMax"/>
        </c:scaling>
        <c:delete val="1"/>
        <c:axPos val="l"/>
        <c:numFmt formatCode="0%" sourceLinked="1"/>
        <c:majorTickMark val="none"/>
        <c:minorTickMark val="none"/>
        <c:tickLblPos val="nextTo"/>
        <c:crossAx val="5952522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Series 1</c:v>
                </c:pt>
              </c:strCache>
            </c:strRef>
          </c:tx>
          <c:spPr>
            <a:solidFill>
              <a:schemeClr val="accent1"/>
            </a:solidFill>
            <a:ln>
              <a:noFill/>
            </a:ln>
            <a:effectLst/>
          </c:spPr>
          <c:invertIfNegative val="0"/>
          <c:cat>
            <c:strRef>
              <c:f>Sheet1!$A$2</c:f>
              <c:strCache>
                <c:ptCount val="1"/>
                <c:pt idx="0">
                  <c:v>Category 1</c:v>
                </c:pt>
              </c:strCache>
            </c:strRef>
          </c:cat>
          <c:val>
            <c:numRef>
              <c:f>Sheet1!$B$2</c:f>
              <c:numCache>
                <c:formatCode>0%</c:formatCode>
                <c:ptCount val="1"/>
                <c:pt idx="0">
                  <c:v>0.55000000000000004</c:v>
                </c:pt>
              </c:numCache>
            </c:numRef>
          </c:val>
          <c:extLst>
            <c:ext xmlns:c16="http://schemas.microsoft.com/office/drawing/2014/chart" uri="{C3380CC4-5D6E-409C-BE32-E72D297353CC}">
              <c16:uniqueId val="{00000000-F47F-4465-9040-A4FA244DC20C}"/>
            </c:ext>
          </c:extLst>
        </c:ser>
        <c:ser>
          <c:idx val="1"/>
          <c:order val="1"/>
          <c:tx>
            <c:strRef>
              <c:f>Sheet1!$C$1</c:f>
              <c:strCache>
                <c:ptCount val="1"/>
                <c:pt idx="0">
                  <c:v>Series 2</c:v>
                </c:pt>
              </c:strCache>
            </c:strRef>
          </c:tx>
          <c:spPr>
            <a:solidFill>
              <a:schemeClr val="bg2">
                <a:lumMod val="75000"/>
                <a:lumOff val="25000"/>
              </a:schemeClr>
            </a:solidFill>
            <a:ln>
              <a:noFill/>
            </a:ln>
            <a:effectLst/>
          </c:spPr>
          <c:invertIfNegative val="0"/>
          <c:dPt>
            <c:idx val="0"/>
            <c:invertIfNegative val="0"/>
            <c:bubble3D val="0"/>
            <c:spPr>
              <a:solidFill>
                <a:schemeClr val="bg2">
                  <a:lumMod val="75000"/>
                  <a:lumOff val="25000"/>
                </a:schemeClr>
              </a:solidFill>
              <a:ln>
                <a:noFill/>
              </a:ln>
              <a:effectLst/>
            </c:spPr>
            <c:extLst>
              <c:ext xmlns:c16="http://schemas.microsoft.com/office/drawing/2014/chart" uri="{C3380CC4-5D6E-409C-BE32-E72D297353CC}">
                <c16:uniqueId val="{00000000-1E0D-4DF7-B982-F13FE921B8C5}"/>
              </c:ext>
            </c:extLst>
          </c:dPt>
          <c:cat>
            <c:strRef>
              <c:f>Sheet1!$A$2</c:f>
              <c:strCache>
                <c:ptCount val="1"/>
                <c:pt idx="0">
                  <c:v>Category 1</c:v>
                </c:pt>
              </c:strCache>
            </c:strRef>
          </c:cat>
          <c:val>
            <c:numRef>
              <c:f>Sheet1!$C$2</c:f>
              <c:numCache>
                <c:formatCode>0%</c:formatCode>
                <c:ptCount val="1"/>
                <c:pt idx="0">
                  <c:v>0.44999999999999996</c:v>
                </c:pt>
              </c:numCache>
            </c:numRef>
          </c:val>
          <c:extLst>
            <c:ext xmlns:c16="http://schemas.microsoft.com/office/drawing/2014/chart" uri="{C3380CC4-5D6E-409C-BE32-E72D297353CC}">
              <c16:uniqueId val="{00000001-F47F-4465-9040-A4FA244DC20C}"/>
            </c:ext>
          </c:extLst>
        </c:ser>
        <c:dLbls>
          <c:showLegendKey val="0"/>
          <c:showVal val="0"/>
          <c:showCatName val="0"/>
          <c:showSerName val="0"/>
          <c:showPercent val="0"/>
          <c:showBubbleSize val="0"/>
        </c:dLbls>
        <c:gapWidth val="153"/>
        <c:overlap val="100"/>
        <c:axId val="595252232"/>
        <c:axId val="595255840"/>
      </c:barChart>
      <c:catAx>
        <c:axId val="595252232"/>
        <c:scaling>
          <c:orientation val="minMax"/>
        </c:scaling>
        <c:delete val="1"/>
        <c:axPos val="b"/>
        <c:numFmt formatCode="General" sourceLinked="1"/>
        <c:majorTickMark val="none"/>
        <c:minorTickMark val="none"/>
        <c:tickLblPos val="nextTo"/>
        <c:crossAx val="595255840"/>
        <c:crosses val="autoZero"/>
        <c:auto val="1"/>
        <c:lblAlgn val="ctr"/>
        <c:lblOffset val="100"/>
        <c:noMultiLvlLbl val="0"/>
      </c:catAx>
      <c:valAx>
        <c:axId val="595255840"/>
        <c:scaling>
          <c:orientation val="minMax"/>
        </c:scaling>
        <c:delete val="1"/>
        <c:axPos val="l"/>
        <c:numFmt formatCode="0%" sourceLinked="1"/>
        <c:majorTickMark val="none"/>
        <c:minorTickMark val="none"/>
        <c:tickLblPos val="nextTo"/>
        <c:crossAx val="5952522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STEP 01</c:v>
                </c:pt>
              </c:strCache>
            </c:strRef>
          </c:tx>
          <c:spPr>
            <a:solidFill>
              <a:schemeClr val="accent1"/>
            </a:solidFill>
            <a:ln w="63500">
              <a:solidFill>
                <a:schemeClr val="bg2"/>
              </a:solidFill>
            </a:ln>
            <a:effectLst/>
          </c:spPr>
          <c:invertIfNegative val="0"/>
          <c:dLbls>
            <c:dLbl>
              <c:idx val="0"/>
              <c:layout>
                <c:manualLayout>
                  <c:x val="2.3437499999999941E-2"/>
                  <c:y val="-3.0468748125692169E-2"/>
                </c:manualLayout>
              </c:layout>
              <c:tx>
                <c:rich>
                  <a:bodyPr/>
                  <a:lstStyle/>
                  <a:p>
                    <a:fld id="{11AF24CD-F22F-4DC5-9FD1-B138B063159A}" type="VALUE">
                      <a:rPr lang="en-US" sz="1800"/>
                      <a:pPr/>
                      <a:t>[VALUE]</a:t>
                    </a:fld>
                    <a:endParaRPr lang="ru-UA"/>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E4CD-4DB5-BAC5-BD02D2B77B3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c:formatCode>
                <c:ptCount val="1"/>
                <c:pt idx="0">
                  <c:v>0.27</c:v>
                </c:pt>
              </c:numCache>
            </c:numRef>
          </c:val>
          <c:extLst>
            <c:ext xmlns:c16="http://schemas.microsoft.com/office/drawing/2014/chart" uri="{C3380CC4-5D6E-409C-BE32-E72D297353CC}">
              <c16:uniqueId val="{00000000-1978-452F-B482-34C206421F9F}"/>
            </c:ext>
          </c:extLst>
        </c:ser>
        <c:ser>
          <c:idx val="1"/>
          <c:order val="1"/>
          <c:tx>
            <c:strRef>
              <c:f>Sheet1!$C$1</c:f>
              <c:strCache>
                <c:ptCount val="1"/>
                <c:pt idx="0">
                  <c:v>STEP 02</c:v>
                </c:pt>
              </c:strCache>
            </c:strRef>
          </c:tx>
          <c:spPr>
            <a:solidFill>
              <a:schemeClr val="accent2"/>
            </a:solidFill>
            <a:ln w="63500">
              <a:solidFill>
                <a:schemeClr val="bg2"/>
              </a:solidFill>
            </a:ln>
            <a:effectLst/>
          </c:spPr>
          <c:invertIfNegative val="0"/>
          <c:dLbls>
            <c:dLbl>
              <c:idx val="0"/>
              <c:layout>
                <c:manualLayout>
                  <c:x val="1.7187499999999942E-2"/>
                  <c:y val="-8.5936501967686754E-17"/>
                </c:manualLayout>
              </c:layout>
              <c:tx>
                <c:rich>
                  <a:bodyPr/>
                  <a:lstStyle/>
                  <a:p>
                    <a:fld id="{1F1E26F2-6F78-48B2-A053-F9BF3EE6B583}" type="VALUE">
                      <a:rPr lang="en-US" sz="1800"/>
                      <a:pPr/>
                      <a:t>[VALUE]</a:t>
                    </a:fld>
                    <a:endParaRPr lang="ru-UA"/>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E4CD-4DB5-BAC5-BD02D2B77B3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0%</c:formatCode>
                <c:ptCount val="1"/>
                <c:pt idx="0">
                  <c:v>0.13</c:v>
                </c:pt>
              </c:numCache>
            </c:numRef>
          </c:val>
          <c:extLst>
            <c:ext xmlns:c16="http://schemas.microsoft.com/office/drawing/2014/chart" uri="{C3380CC4-5D6E-409C-BE32-E72D297353CC}">
              <c16:uniqueId val="{00000004-1978-452F-B482-34C206421F9F}"/>
            </c:ext>
          </c:extLst>
        </c:ser>
        <c:ser>
          <c:idx val="2"/>
          <c:order val="2"/>
          <c:tx>
            <c:strRef>
              <c:f>Sheet1!$D$1</c:f>
              <c:strCache>
                <c:ptCount val="1"/>
                <c:pt idx="0">
                  <c:v>STEP 03</c:v>
                </c:pt>
              </c:strCache>
            </c:strRef>
          </c:tx>
          <c:spPr>
            <a:solidFill>
              <a:schemeClr val="accent3"/>
            </a:solidFill>
            <a:ln w="63500">
              <a:solidFill>
                <a:schemeClr val="bg2"/>
              </a:solidFill>
            </a:ln>
            <a:effectLst/>
          </c:spPr>
          <c:invertIfNegative val="0"/>
          <c:dLbls>
            <c:dLbl>
              <c:idx val="0"/>
              <c:layout>
                <c:manualLayout>
                  <c:x val="2.34375E-2"/>
                  <c:y val="0"/>
                </c:manualLayout>
              </c:layout>
              <c:tx>
                <c:rich>
                  <a:bodyPr/>
                  <a:lstStyle/>
                  <a:p>
                    <a:fld id="{83179D28-8EB0-4357-912D-9845BEB1D833}" type="VALUE">
                      <a:rPr lang="en-US" sz="1800"/>
                      <a:pPr/>
                      <a:t>[VALUE]</a:t>
                    </a:fld>
                    <a:endParaRPr lang="ru-UA"/>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E4CD-4DB5-BAC5-BD02D2B77B3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Sheet1!$D$2</c:f>
              <c:numCache>
                <c:formatCode>0%</c:formatCode>
                <c:ptCount val="1"/>
                <c:pt idx="0">
                  <c:v>0.2</c:v>
                </c:pt>
              </c:numCache>
            </c:numRef>
          </c:val>
          <c:extLst>
            <c:ext xmlns:c16="http://schemas.microsoft.com/office/drawing/2014/chart" uri="{C3380CC4-5D6E-409C-BE32-E72D297353CC}">
              <c16:uniqueId val="{00000005-1978-452F-B482-34C206421F9F}"/>
            </c:ext>
          </c:extLst>
        </c:ser>
        <c:ser>
          <c:idx val="3"/>
          <c:order val="3"/>
          <c:tx>
            <c:strRef>
              <c:f>Sheet1!$E$1</c:f>
              <c:strCache>
                <c:ptCount val="1"/>
                <c:pt idx="0">
                  <c:v>STEP 04</c:v>
                </c:pt>
              </c:strCache>
            </c:strRef>
          </c:tx>
          <c:spPr>
            <a:solidFill>
              <a:schemeClr val="accent4"/>
            </a:solidFill>
            <a:ln w="63500">
              <a:solidFill>
                <a:schemeClr val="bg2"/>
              </a:solidFill>
            </a:ln>
            <a:effectLst/>
          </c:spPr>
          <c:invertIfNegative val="0"/>
          <c:dLbls>
            <c:dLbl>
              <c:idx val="0"/>
              <c:layout>
                <c:manualLayout>
                  <c:x val="2.34375E-2"/>
                  <c:y val="-2.3437498558225175E-3"/>
                </c:manualLayout>
              </c:layout>
              <c:tx>
                <c:rich>
                  <a:bodyPr/>
                  <a:lstStyle/>
                  <a:p>
                    <a:fld id="{70B1FBA1-3A44-4DA6-9035-DED548E55160}" type="VALUE">
                      <a:rPr lang="en-US" sz="1800"/>
                      <a:pPr/>
                      <a:t>[VALUE]</a:t>
                    </a:fld>
                    <a:endParaRPr lang="ru-UA"/>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E4CD-4DB5-BAC5-BD02D2B77B3D}"/>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Sheet1!$E$2</c:f>
              <c:numCache>
                <c:formatCode>0%</c:formatCode>
                <c:ptCount val="1"/>
                <c:pt idx="0">
                  <c:v>0.15</c:v>
                </c:pt>
              </c:numCache>
            </c:numRef>
          </c:val>
          <c:extLst>
            <c:ext xmlns:c16="http://schemas.microsoft.com/office/drawing/2014/chart" uri="{C3380CC4-5D6E-409C-BE32-E72D297353CC}">
              <c16:uniqueId val="{00000006-1978-452F-B482-34C206421F9F}"/>
            </c:ext>
          </c:extLst>
        </c:ser>
        <c:ser>
          <c:idx val="4"/>
          <c:order val="4"/>
          <c:tx>
            <c:strRef>
              <c:f>Sheet1!$F$1</c:f>
              <c:strCache>
                <c:ptCount val="1"/>
                <c:pt idx="0">
                  <c:v>STEP 05</c:v>
                </c:pt>
              </c:strCache>
            </c:strRef>
          </c:tx>
          <c:spPr>
            <a:solidFill>
              <a:schemeClr val="accent5"/>
            </a:solidFill>
            <a:ln w="63500">
              <a:solidFill>
                <a:schemeClr val="bg2"/>
              </a:solidFill>
            </a:ln>
            <a:effectLst/>
          </c:spPr>
          <c:invertIfNegative val="0"/>
          <c:dLbls>
            <c:dLbl>
              <c:idx val="0"/>
              <c:layout>
                <c:manualLayout>
                  <c:x val="2.8125000000000001E-2"/>
                  <c:y val="2.3437498558224745E-3"/>
                </c:manualLayout>
              </c:layout>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4CD-4DB5-BAC5-BD02D2B77B3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Sheet1!$F$2</c:f>
              <c:numCache>
                <c:formatCode>0%</c:formatCode>
                <c:ptCount val="1"/>
                <c:pt idx="0">
                  <c:v>0.25</c:v>
                </c:pt>
              </c:numCache>
            </c:numRef>
          </c:val>
          <c:extLst>
            <c:ext xmlns:c16="http://schemas.microsoft.com/office/drawing/2014/chart" uri="{C3380CC4-5D6E-409C-BE32-E72D297353CC}">
              <c16:uniqueId val="{00000007-1978-452F-B482-34C206421F9F}"/>
            </c:ext>
          </c:extLst>
        </c:ser>
        <c:dLbls>
          <c:dLblPos val="ctr"/>
          <c:showLegendKey val="0"/>
          <c:showVal val="1"/>
          <c:showCatName val="0"/>
          <c:showSerName val="0"/>
          <c:showPercent val="0"/>
          <c:showBubbleSize val="0"/>
        </c:dLbls>
        <c:gapWidth val="59"/>
        <c:overlap val="100"/>
        <c:axId val="656544800"/>
        <c:axId val="656555296"/>
      </c:barChart>
      <c:catAx>
        <c:axId val="656544800"/>
        <c:scaling>
          <c:orientation val="minMax"/>
        </c:scaling>
        <c:delete val="1"/>
        <c:axPos val="b"/>
        <c:numFmt formatCode="General" sourceLinked="1"/>
        <c:majorTickMark val="none"/>
        <c:minorTickMark val="none"/>
        <c:tickLblPos val="nextTo"/>
        <c:crossAx val="656555296"/>
        <c:crosses val="autoZero"/>
        <c:auto val="1"/>
        <c:lblAlgn val="ctr"/>
        <c:lblOffset val="100"/>
        <c:noMultiLvlLbl val="0"/>
      </c:catAx>
      <c:valAx>
        <c:axId val="656555296"/>
        <c:scaling>
          <c:orientation val="minMax"/>
        </c:scaling>
        <c:delete val="1"/>
        <c:axPos val="l"/>
        <c:numFmt formatCode="0%" sourceLinked="1"/>
        <c:majorTickMark val="none"/>
        <c:minorTickMark val="none"/>
        <c:tickLblPos val="nextTo"/>
        <c:crossAx val="6565448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Water</c:v>
                </c:pt>
              </c:strCache>
            </c:strRef>
          </c:tx>
          <c:spPr>
            <a:solidFill>
              <a:schemeClr val="accent3"/>
            </a:solidFill>
            <a:ln>
              <a:noFill/>
            </a:ln>
            <a:effectLst/>
          </c:spPr>
          <c:invertIfNegative val="0"/>
          <c:dLbls>
            <c:dLbl>
              <c:idx val="0"/>
              <c:layout>
                <c:manualLayout>
                  <c:x val="9.6530910888857763E-3"/>
                  <c:y val="-0.2857894366725243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3DA-4C9F-9B2E-53B334CFD524}"/>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bg2"/>
                    </a:solidFill>
                    <a:latin typeface="+mn-lt"/>
                    <a:ea typeface="+mn-ea"/>
                    <a:cs typeface="+mn-cs"/>
                  </a:defRPr>
                </a:pPr>
                <a:endParaRPr lang="ru-UA"/>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c:v>
                </c:pt>
              </c:strCache>
            </c:strRef>
          </c:cat>
          <c:val>
            <c:numRef>
              <c:f>Sheet1!$B$2</c:f>
              <c:numCache>
                <c:formatCode>0%</c:formatCode>
                <c:ptCount val="1"/>
                <c:pt idx="0">
                  <c:v>0.75</c:v>
                </c:pt>
              </c:numCache>
            </c:numRef>
          </c:val>
          <c:extLst>
            <c:ext xmlns:c16="http://schemas.microsoft.com/office/drawing/2014/chart" uri="{C3380CC4-5D6E-409C-BE32-E72D297353CC}">
              <c16:uniqueId val="{00000000-973E-44CA-A43F-D3106F43490D}"/>
            </c:ext>
          </c:extLst>
        </c:ser>
        <c:ser>
          <c:idx val="1"/>
          <c:order val="1"/>
          <c:tx>
            <c:strRef>
              <c:f>Sheet1!$C$1</c:f>
              <c:strCache>
                <c:ptCount val="1"/>
                <c:pt idx="0">
                  <c:v>Other</c:v>
                </c:pt>
              </c:strCache>
            </c:strRef>
          </c:tx>
          <c:spPr>
            <a:solidFill>
              <a:schemeClr val="bg2">
                <a:lumMod val="50000"/>
                <a:lumOff val="50000"/>
              </a:schemeClr>
            </a:solidFill>
            <a:ln>
              <a:noFill/>
            </a:ln>
            <a:effectLst/>
          </c:spPr>
          <c:invertIfNegative val="0"/>
          <c:cat>
            <c:strRef>
              <c:f>Sheet1!$A$2</c:f>
              <c:strCache>
                <c:ptCount val="1"/>
                <c:pt idx="0">
                  <c:v>Category%</c:v>
                </c:pt>
              </c:strCache>
            </c:strRef>
          </c:cat>
          <c:val>
            <c:numRef>
              <c:f>Sheet1!$C$2</c:f>
              <c:numCache>
                <c:formatCode>0%</c:formatCode>
                <c:ptCount val="1"/>
                <c:pt idx="0">
                  <c:v>0.25</c:v>
                </c:pt>
              </c:numCache>
            </c:numRef>
          </c:val>
          <c:extLst>
            <c:ext xmlns:c16="http://schemas.microsoft.com/office/drawing/2014/chart" uri="{C3380CC4-5D6E-409C-BE32-E72D297353CC}">
              <c16:uniqueId val="{00000001-973E-44CA-A43F-D3106F43490D}"/>
            </c:ext>
          </c:extLst>
        </c:ser>
        <c:dLbls>
          <c:showLegendKey val="0"/>
          <c:showVal val="0"/>
          <c:showCatName val="0"/>
          <c:showSerName val="0"/>
          <c:showPercent val="0"/>
          <c:showBubbleSize val="0"/>
        </c:dLbls>
        <c:gapWidth val="150"/>
        <c:overlap val="100"/>
        <c:axId val="595252232"/>
        <c:axId val="595255840"/>
      </c:barChart>
      <c:catAx>
        <c:axId val="595252232"/>
        <c:scaling>
          <c:orientation val="minMax"/>
        </c:scaling>
        <c:delete val="1"/>
        <c:axPos val="b"/>
        <c:numFmt formatCode="General" sourceLinked="1"/>
        <c:majorTickMark val="none"/>
        <c:minorTickMark val="none"/>
        <c:tickLblPos val="nextTo"/>
        <c:crossAx val="595255840"/>
        <c:crosses val="autoZero"/>
        <c:auto val="1"/>
        <c:lblAlgn val="ctr"/>
        <c:lblOffset val="100"/>
        <c:noMultiLvlLbl val="0"/>
      </c:catAx>
      <c:valAx>
        <c:axId val="595255840"/>
        <c:scaling>
          <c:orientation val="minMax"/>
        </c:scaling>
        <c:delete val="1"/>
        <c:axPos val="l"/>
        <c:numFmt formatCode="0%" sourceLinked="1"/>
        <c:majorTickMark val="none"/>
        <c:minorTickMark val="none"/>
        <c:tickLblPos val="nextTo"/>
        <c:crossAx val="5952522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Water</c:v>
                </c:pt>
              </c:strCache>
            </c:strRef>
          </c:tx>
          <c:spPr>
            <a:ln>
              <a:noFill/>
            </a:ln>
          </c:spPr>
          <c:dPt>
            <c:idx val="0"/>
            <c:bubble3D val="0"/>
            <c:spPr>
              <a:solidFill>
                <a:schemeClr val="accent3"/>
              </a:solidFill>
              <a:ln w="19050">
                <a:noFill/>
              </a:ln>
              <a:effectLst/>
            </c:spPr>
            <c:extLst>
              <c:ext xmlns:c16="http://schemas.microsoft.com/office/drawing/2014/chart" uri="{C3380CC4-5D6E-409C-BE32-E72D297353CC}">
                <c16:uniqueId val="{00000001-664B-4A54-B9F7-B441E0DFD145}"/>
              </c:ext>
            </c:extLst>
          </c:dPt>
          <c:dPt>
            <c:idx val="1"/>
            <c:bubble3D val="0"/>
            <c:spPr>
              <a:solidFill>
                <a:schemeClr val="bg2">
                  <a:lumMod val="90000"/>
                  <a:lumOff val="10000"/>
                </a:schemeClr>
              </a:solidFill>
              <a:ln w="19050">
                <a:noFill/>
              </a:ln>
              <a:effectLst/>
            </c:spPr>
            <c:extLst>
              <c:ext xmlns:c16="http://schemas.microsoft.com/office/drawing/2014/chart" uri="{C3380CC4-5D6E-409C-BE32-E72D297353CC}">
                <c16:uniqueId val="{00000003-664B-4A54-B9F7-B441E0DFD145}"/>
              </c:ext>
            </c:extLst>
          </c:dPt>
          <c:cat>
            <c:strRef>
              <c:f>Sheet1!$A$2:$A$3</c:f>
              <c:strCache>
                <c:ptCount val="2"/>
                <c:pt idx="0">
                  <c:v>1st Qtr</c:v>
                </c:pt>
                <c:pt idx="1">
                  <c:v>2nd Qtr</c:v>
                </c:pt>
              </c:strCache>
            </c:strRef>
          </c:cat>
          <c:val>
            <c:numRef>
              <c:f>Sheet1!$B$2:$B$3</c:f>
              <c:numCache>
                <c:formatCode>0%</c:formatCode>
                <c:ptCount val="2"/>
                <c:pt idx="0">
                  <c:v>0.75</c:v>
                </c:pt>
                <c:pt idx="1">
                  <c:v>0.25</c:v>
                </c:pt>
              </c:numCache>
            </c:numRef>
          </c:val>
          <c:extLst>
            <c:ext xmlns:c16="http://schemas.microsoft.com/office/drawing/2014/chart" uri="{C3380CC4-5D6E-409C-BE32-E72D297353CC}">
              <c16:uniqueId val="{00000004-664B-4A54-B9F7-B441E0DFD14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Water</c:v>
                </c:pt>
              </c:strCache>
            </c:strRef>
          </c:tx>
          <c:spPr>
            <a:ln>
              <a:noFill/>
            </a:ln>
          </c:spPr>
          <c:dPt>
            <c:idx val="0"/>
            <c:bubble3D val="0"/>
            <c:spPr>
              <a:solidFill>
                <a:schemeClr val="accent3"/>
              </a:solidFill>
              <a:ln w="19050">
                <a:noFill/>
              </a:ln>
              <a:effectLst/>
            </c:spPr>
            <c:extLst>
              <c:ext xmlns:c16="http://schemas.microsoft.com/office/drawing/2014/chart" uri="{C3380CC4-5D6E-409C-BE32-E72D297353CC}">
                <c16:uniqueId val="{00000001-664B-4A54-B9F7-B441E0DFD145}"/>
              </c:ext>
            </c:extLst>
          </c:dPt>
          <c:dPt>
            <c:idx val="1"/>
            <c:bubble3D val="0"/>
            <c:spPr>
              <a:solidFill>
                <a:schemeClr val="bg2">
                  <a:lumMod val="90000"/>
                  <a:lumOff val="10000"/>
                </a:schemeClr>
              </a:solidFill>
              <a:ln w="19050">
                <a:noFill/>
              </a:ln>
              <a:effectLst/>
            </c:spPr>
            <c:extLst>
              <c:ext xmlns:c16="http://schemas.microsoft.com/office/drawing/2014/chart" uri="{C3380CC4-5D6E-409C-BE32-E72D297353CC}">
                <c16:uniqueId val="{00000003-664B-4A54-B9F7-B441E0DFD145}"/>
              </c:ext>
            </c:extLst>
          </c:dPt>
          <c:cat>
            <c:strRef>
              <c:f>Sheet1!$A$2:$A$3</c:f>
              <c:strCache>
                <c:ptCount val="2"/>
                <c:pt idx="0">
                  <c:v>1st Qtr</c:v>
                </c:pt>
                <c:pt idx="1">
                  <c:v>2nd Qtr</c:v>
                </c:pt>
              </c:strCache>
            </c:strRef>
          </c:cat>
          <c:val>
            <c:numRef>
              <c:f>Sheet1!$B$2:$B$3</c:f>
              <c:numCache>
                <c:formatCode>0%</c:formatCode>
                <c:ptCount val="2"/>
                <c:pt idx="0">
                  <c:v>0.8</c:v>
                </c:pt>
                <c:pt idx="1">
                  <c:v>0.19999999999999996</c:v>
                </c:pt>
              </c:numCache>
            </c:numRef>
          </c:val>
          <c:extLst>
            <c:ext xmlns:c16="http://schemas.microsoft.com/office/drawing/2014/chart" uri="{C3380CC4-5D6E-409C-BE32-E72D297353CC}">
              <c16:uniqueId val="{00000004-664B-4A54-B9F7-B441E0DFD14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Water</c:v>
                </c:pt>
              </c:strCache>
            </c:strRef>
          </c:tx>
          <c:spPr>
            <a:ln>
              <a:noFill/>
            </a:ln>
          </c:spPr>
          <c:dPt>
            <c:idx val="0"/>
            <c:bubble3D val="0"/>
            <c:spPr>
              <a:solidFill>
                <a:schemeClr val="accent3"/>
              </a:solidFill>
              <a:ln w="19050">
                <a:noFill/>
              </a:ln>
              <a:effectLst/>
            </c:spPr>
            <c:extLst>
              <c:ext xmlns:c16="http://schemas.microsoft.com/office/drawing/2014/chart" uri="{C3380CC4-5D6E-409C-BE32-E72D297353CC}">
                <c16:uniqueId val="{00000001-664B-4A54-B9F7-B441E0DFD145}"/>
              </c:ext>
            </c:extLst>
          </c:dPt>
          <c:dPt>
            <c:idx val="1"/>
            <c:bubble3D val="0"/>
            <c:spPr>
              <a:solidFill>
                <a:schemeClr val="bg2">
                  <a:lumMod val="90000"/>
                  <a:lumOff val="10000"/>
                </a:schemeClr>
              </a:solidFill>
              <a:ln w="19050">
                <a:noFill/>
              </a:ln>
              <a:effectLst/>
            </c:spPr>
            <c:extLst>
              <c:ext xmlns:c16="http://schemas.microsoft.com/office/drawing/2014/chart" uri="{C3380CC4-5D6E-409C-BE32-E72D297353CC}">
                <c16:uniqueId val="{00000003-664B-4A54-B9F7-B441E0DFD145}"/>
              </c:ext>
            </c:extLst>
          </c:dPt>
          <c:cat>
            <c:strRef>
              <c:f>Sheet1!$A$2:$A$3</c:f>
              <c:strCache>
                <c:ptCount val="2"/>
                <c:pt idx="0">
                  <c:v>1st Qtr</c:v>
                </c:pt>
                <c:pt idx="1">
                  <c:v>2nd Qtr</c:v>
                </c:pt>
              </c:strCache>
            </c:strRef>
          </c:cat>
          <c:val>
            <c:numRef>
              <c:f>Sheet1!$B$2:$B$3</c:f>
              <c:numCache>
                <c:formatCode>0%</c:formatCode>
                <c:ptCount val="2"/>
                <c:pt idx="0">
                  <c:v>0.79</c:v>
                </c:pt>
                <c:pt idx="1">
                  <c:v>0.20999999999999996</c:v>
                </c:pt>
              </c:numCache>
            </c:numRef>
          </c:val>
          <c:extLst>
            <c:ext xmlns:c16="http://schemas.microsoft.com/office/drawing/2014/chart" uri="{C3380CC4-5D6E-409C-BE32-E72D297353CC}">
              <c16:uniqueId val="{00000004-664B-4A54-B9F7-B441E0DFD14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Water</c:v>
                </c:pt>
              </c:strCache>
            </c:strRef>
          </c:tx>
          <c:spPr>
            <a:ln>
              <a:noFill/>
            </a:ln>
          </c:spPr>
          <c:dPt>
            <c:idx val="0"/>
            <c:bubble3D val="0"/>
            <c:spPr>
              <a:solidFill>
                <a:schemeClr val="accent3"/>
              </a:solidFill>
              <a:ln w="19050">
                <a:noFill/>
              </a:ln>
              <a:effectLst/>
            </c:spPr>
            <c:extLst>
              <c:ext xmlns:c16="http://schemas.microsoft.com/office/drawing/2014/chart" uri="{C3380CC4-5D6E-409C-BE32-E72D297353CC}">
                <c16:uniqueId val="{00000001-664B-4A54-B9F7-B441E0DFD145}"/>
              </c:ext>
            </c:extLst>
          </c:dPt>
          <c:dPt>
            <c:idx val="1"/>
            <c:bubble3D val="0"/>
            <c:spPr>
              <a:solidFill>
                <a:schemeClr val="bg2">
                  <a:lumMod val="90000"/>
                  <a:lumOff val="10000"/>
                </a:schemeClr>
              </a:solidFill>
              <a:ln w="19050">
                <a:noFill/>
              </a:ln>
              <a:effectLst/>
            </c:spPr>
            <c:extLst>
              <c:ext xmlns:c16="http://schemas.microsoft.com/office/drawing/2014/chart" uri="{C3380CC4-5D6E-409C-BE32-E72D297353CC}">
                <c16:uniqueId val="{00000003-664B-4A54-B9F7-B441E0DFD145}"/>
              </c:ext>
            </c:extLst>
          </c:dPt>
          <c:cat>
            <c:strRef>
              <c:f>Sheet1!$A$2:$A$3</c:f>
              <c:strCache>
                <c:ptCount val="2"/>
                <c:pt idx="0">
                  <c:v>1st Qtr</c:v>
                </c:pt>
                <c:pt idx="1">
                  <c:v>2nd Qtr</c:v>
                </c:pt>
              </c:strCache>
            </c:strRef>
          </c:cat>
          <c:val>
            <c:numRef>
              <c:f>Sheet1!$B$2:$B$3</c:f>
              <c:numCache>
                <c:formatCode>0%</c:formatCode>
                <c:ptCount val="2"/>
                <c:pt idx="0">
                  <c:v>0.35</c:v>
                </c:pt>
                <c:pt idx="1">
                  <c:v>0.65</c:v>
                </c:pt>
              </c:numCache>
            </c:numRef>
          </c:val>
          <c:extLst>
            <c:ext xmlns:c16="http://schemas.microsoft.com/office/drawing/2014/chart" uri="{C3380CC4-5D6E-409C-BE32-E72D297353CC}">
              <c16:uniqueId val="{00000004-664B-4A54-B9F7-B441E0DFD14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Water</c:v>
                </c:pt>
              </c:strCache>
            </c:strRef>
          </c:tx>
          <c:spPr>
            <a:ln>
              <a:noFill/>
            </a:ln>
          </c:spPr>
          <c:dPt>
            <c:idx val="0"/>
            <c:bubble3D val="0"/>
            <c:spPr>
              <a:solidFill>
                <a:schemeClr val="accent3"/>
              </a:solidFill>
              <a:ln w="19050">
                <a:noFill/>
              </a:ln>
              <a:effectLst/>
            </c:spPr>
            <c:extLst>
              <c:ext xmlns:c16="http://schemas.microsoft.com/office/drawing/2014/chart" uri="{C3380CC4-5D6E-409C-BE32-E72D297353CC}">
                <c16:uniqueId val="{00000001-664B-4A54-B9F7-B441E0DFD145}"/>
              </c:ext>
            </c:extLst>
          </c:dPt>
          <c:dPt>
            <c:idx val="1"/>
            <c:bubble3D val="0"/>
            <c:spPr>
              <a:solidFill>
                <a:schemeClr val="bg2">
                  <a:lumMod val="90000"/>
                  <a:lumOff val="10000"/>
                </a:schemeClr>
              </a:solidFill>
              <a:ln w="19050">
                <a:noFill/>
              </a:ln>
              <a:effectLst/>
            </c:spPr>
            <c:extLst>
              <c:ext xmlns:c16="http://schemas.microsoft.com/office/drawing/2014/chart" uri="{C3380CC4-5D6E-409C-BE32-E72D297353CC}">
                <c16:uniqueId val="{00000003-664B-4A54-B9F7-B441E0DFD145}"/>
              </c:ext>
            </c:extLst>
          </c:dPt>
          <c:cat>
            <c:strRef>
              <c:f>Sheet1!$A$2:$A$3</c:f>
              <c:strCache>
                <c:ptCount val="2"/>
                <c:pt idx="0">
                  <c:v>1st Qtr</c:v>
                </c:pt>
                <c:pt idx="1">
                  <c:v>2nd Qtr</c:v>
                </c:pt>
              </c:strCache>
            </c:strRef>
          </c:cat>
          <c:val>
            <c:numRef>
              <c:f>Sheet1!$B$2:$B$3</c:f>
              <c:numCache>
                <c:formatCode>0%</c:formatCode>
                <c:ptCount val="2"/>
                <c:pt idx="0">
                  <c:v>0.8</c:v>
                </c:pt>
                <c:pt idx="1">
                  <c:v>0.19999999999999996</c:v>
                </c:pt>
              </c:numCache>
            </c:numRef>
          </c:val>
          <c:extLst>
            <c:ext xmlns:c16="http://schemas.microsoft.com/office/drawing/2014/chart" uri="{C3380CC4-5D6E-409C-BE32-E72D297353CC}">
              <c16:uniqueId val="{00000004-664B-4A54-B9F7-B441E0DFD14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Water</c:v>
                </c:pt>
              </c:strCache>
            </c:strRef>
          </c:tx>
          <c:spPr>
            <a:ln>
              <a:noFill/>
            </a:ln>
          </c:spPr>
          <c:dPt>
            <c:idx val="0"/>
            <c:bubble3D val="0"/>
            <c:spPr>
              <a:solidFill>
                <a:schemeClr val="accent3"/>
              </a:solidFill>
              <a:ln w="19050">
                <a:noFill/>
              </a:ln>
              <a:effectLst/>
            </c:spPr>
            <c:extLst>
              <c:ext xmlns:c16="http://schemas.microsoft.com/office/drawing/2014/chart" uri="{C3380CC4-5D6E-409C-BE32-E72D297353CC}">
                <c16:uniqueId val="{00000001-664B-4A54-B9F7-B441E0DFD145}"/>
              </c:ext>
            </c:extLst>
          </c:dPt>
          <c:dPt>
            <c:idx val="1"/>
            <c:bubble3D val="0"/>
            <c:spPr>
              <a:solidFill>
                <a:schemeClr val="bg2">
                  <a:lumMod val="90000"/>
                  <a:lumOff val="10000"/>
                </a:schemeClr>
              </a:solidFill>
              <a:ln w="19050">
                <a:noFill/>
              </a:ln>
              <a:effectLst/>
            </c:spPr>
            <c:extLst>
              <c:ext xmlns:c16="http://schemas.microsoft.com/office/drawing/2014/chart" uri="{C3380CC4-5D6E-409C-BE32-E72D297353CC}">
                <c16:uniqueId val="{00000003-664B-4A54-B9F7-B441E0DFD145}"/>
              </c:ext>
            </c:extLst>
          </c:dPt>
          <c:cat>
            <c:strRef>
              <c:f>Sheet1!$A$2:$A$3</c:f>
              <c:strCache>
                <c:ptCount val="2"/>
                <c:pt idx="0">
                  <c:v>1st Qtr</c:v>
                </c:pt>
                <c:pt idx="1">
                  <c:v>2nd Qtr</c:v>
                </c:pt>
              </c:strCache>
            </c:strRef>
          </c:cat>
          <c:val>
            <c:numRef>
              <c:f>Sheet1!$B$2:$B$3</c:f>
              <c:numCache>
                <c:formatCode>0%</c:formatCode>
                <c:ptCount val="2"/>
                <c:pt idx="0">
                  <c:v>0.22</c:v>
                </c:pt>
                <c:pt idx="1">
                  <c:v>0.78</c:v>
                </c:pt>
              </c:numCache>
            </c:numRef>
          </c:val>
          <c:extLst>
            <c:ext xmlns:c16="http://schemas.microsoft.com/office/drawing/2014/chart" uri="{C3380CC4-5D6E-409C-BE32-E72D297353CC}">
              <c16:uniqueId val="{00000004-664B-4A54-B9F7-B441E0DFD14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w="38100"/>
          </c:spPr>
          <c:dPt>
            <c:idx val="0"/>
            <c:bubble3D val="0"/>
            <c:spPr>
              <a:solidFill>
                <a:schemeClr val="accent1"/>
              </a:solidFill>
              <a:ln w="38100">
                <a:solidFill>
                  <a:schemeClr val="lt1"/>
                </a:solidFill>
              </a:ln>
              <a:effectLst/>
            </c:spPr>
            <c:extLst>
              <c:ext xmlns:c16="http://schemas.microsoft.com/office/drawing/2014/chart" uri="{C3380CC4-5D6E-409C-BE32-E72D297353CC}">
                <c16:uniqueId val="{00000001-2FD5-4014-9E89-87518D99D010}"/>
              </c:ext>
            </c:extLst>
          </c:dPt>
          <c:dPt>
            <c:idx val="1"/>
            <c:bubble3D val="0"/>
            <c:spPr>
              <a:solidFill>
                <a:schemeClr val="accent2"/>
              </a:solidFill>
              <a:ln w="38100">
                <a:solidFill>
                  <a:schemeClr val="lt1"/>
                </a:solidFill>
              </a:ln>
              <a:effectLst/>
            </c:spPr>
            <c:extLst>
              <c:ext xmlns:c16="http://schemas.microsoft.com/office/drawing/2014/chart" uri="{C3380CC4-5D6E-409C-BE32-E72D297353CC}">
                <c16:uniqueId val="{00000003-2FD5-4014-9E89-87518D99D010}"/>
              </c:ext>
            </c:extLst>
          </c:dPt>
          <c:dPt>
            <c:idx val="2"/>
            <c:bubble3D val="0"/>
            <c:spPr>
              <a:solidFill>
                <a:schemeClr val="accent3"/>
              </a:solidFill>
              <a:ln w="38100">
                <a:solidFill>
                  <a:schemeClr val="lt1"/>
                </a:solidFill>
              </a:ln>
              <a:effectLst/>
            </c:spPr>
            <c:extLst>
              <c:ext xmlns:c16="http://schemas.microsoft.com/office/drawing/2014/chart" uri="{C3380CC4-5D6E-409C-BE32-E72D297353CC}">
                <c16:uniqueId val="{00000005-2FD5-4014-9E89-87518D99D010}"/>
              </c:ext>
            </c:extLst>
          </c:dPt>
          <c:dPt>
            <c:idx val="3"/>
            <c:bubble3D val="0"/>
            <c:spPr>
              <a:solidFill>
                <a:schemeClr val="accent4"/>
              </a:solidFill>
              <a:ln w="38100">
                <a:solidFill>
                  <a:schemeClr val="lt1"/>
                </a:solidFill>
              </a:ln>
              <a:effectLst/>
            </c:spPr>
            <c:extLst>
              <c:ext xmlns:c16="http://schemas.microsoft.com/office/drawing/2014/chart" uri="{C3380CC4-5D6E-409C-BE32-E72D297353CC}">
                <c16:uniqueId val="{00000007-2FD5-4014-9E89-87518D99D010}"/>
              </c:ext>
            </c:extLst>
          </c:dPt>
          <c:dPt>
            <c:idx val="4"/>
            <c:bubble3D val="0"/>
            <c:spPr>
              <a:solidFill>
                <a:schemeClr val="accent5"/>
              </a:solidFill>
              <a:ln w="38100">
                <a:solidFill>
                  <a:schemeClr val="lt1"/>
                </a:solidFill>
              </a:ln>
              <a:effectLst/>
            </c:spPr>
            <c:extLst>
              <c:ext xmlns:c16="http://schemas.microsoft.com/office/drawing/2014/chart" uri="{C3380CC4-5D6E-409C-BE32-E72D297353CC}">
                <c16:uniqueId val="{00000009-2FD5-4014-9E89-87518D99D010}"/>
              </c:ext>
            </c:extLst>
          </c:dPt>
          <c:cat>
            <c:strRef>
              <c:f>Sheet1!$A$2:$A$6</c:f>
              <c:strCache>
                <c:ptCount val="5"/>
                <c:pt idx="0">
                  <c:v>B</c:v>
                </c:pt>
                <c:pt idx="1">
                  <c:v>C</c:v>
                </c:pt>
                <c:pt idx="2">
                  <c:v>D</c:v>
                </c:pt>
                <c:pt idx="3">
                  <c:v>E</c:v>
                </c:pt>
                <c:pt idx="4">
                  <c:v>A</c:v>
                </c:pt>
              </c:strCache>
            </c:strRef>
          </c:cat>
          <c:val>
            <c:numRef>
              <c:f>Sheet1!$B$2:$B$6</c:f>
              <c:numCache>
                <c:formatCode>General</c:formatCode>
                <c:ptCount val="5"/>
                <c:pt idx="0">
                  <c:v>13</c:v>
                </c:pt>
                <c:pt idx="1">
                  <c:v>29</c:v>
                </c:pt>
                <c:pt idx="2">
                  <c:v>13</c:v>
                </c:pt>
                <c:pt idx="3">
                  <c:v>27</c:v>
                </c:pt>
                <c:pt idx="4">
                  <c:v>18</c:v>
                </c:pt>
              </c:numCache>
            </c:numRef>
          </c:val>
          <c:extLst>
            <c:ext xmlns:c16="http://schemas.microsoft.com/office/drawing/2014/chart" uri="{C3380CC4-5D6E-409C-BE32-E72D297353CC}">
              <c16:uniqueId val="{0000000A-2FD5-4014-9E89-87518D99D010}"/>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Likes</c:v>
                </c:pt>
              </c:strCache>
            </c:strRef>
          </c:tx>
          <c:spPr>
            <a:solidFill>
              <a:schemeClr val="accent1"/>
            </a:solidFill>
            <a:ln>
              <a:noFill/>
            </a:ln>
            <a:effectLst/>
          </c:spPr>
          <c:invertIfNegative val="0"/>
          <c:dLbls>
            <c:dLbl>
              <c:idx val="0"/>
              <c:layout>
                <c:manualLayout>
                  <c:x val="1.2681786840465951E-2"/>
                  <c:y val="-9.0007286515074725E-2"/>
                </c:manualLayout>
              </c:layout>
              <c:spPr>
                <a:noFill/>
                <a:ln>
                  <a:noFill/>
                </a:ln>
                <a:effectLst/>
              </c:spPr>
              <c:txPr>
                <a:bodyPr rot="0" spcFirstLastPara="1" vertOverflow="ellipsis" vert="horz" wrap="square" lIns="38100" tIns="19050" rIns="38100" bIns="19050" anchor="ctr" anchorCtr="1">
                  <a:spAutoFit/>
                </a:bodyPr>
                <a:lstStyle/>
                <a:p>
                  <a:pPr>
                    <a:defRPr sz="6600" b="1"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extLst>
                <c:ext xmlns:c15="http://schemas.microsoft.com/office/drawing/2012/chart" uri="{CE6537A1-D6FC-4f65-9D91-7224C49458BB}">
                  <c15:layout>
                    <c:manualLayout>
                      <c:w val="0.32734853960570293"/>
                      <c:h val="0.26443870579089696"/>
                    </c:manualLayout>
                  </c15:layout>
                </c:ext>
                <c:ext xmlns:c16="http://schemas.microsoft.com/office/drawing/2014/chart" uri="{C3380CC4-5D6E-409C-BE32-E72D297353CC}">
                  <c16:uniqueId val="{00000000-DAE7-4BA0-A353-E042F69A7A11}"/>
                </c:ext>
              </c:extLst>
            </c:dLbl>
            <c:spPr>
              <a:noFill/>
              <a:ln>
                <a:noFill/>
              </a:ln>
              <a:effectLst/>
            </c:spPr>
            <c:txPr>
              <a:bodyPr rot="0" spcFirstLastPara="1" vertOverflow="ellipsis" vert="horz" wrap="square" lIns="38100" tIns="19050" rIns="38100" bIns="19050" anchor="ctr" anchorCtr="1">
                <a:spAutoFit/>
              </a:bodyPr>
              <a:lstStyle/>
              <a:p>
                <a:pPr>
                  <a:defRPr sz="6600" b="0"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c:formatCode>
                <c:ptCount val="1"/>
                <c:pt idx="0">
                  <c:v>0.75</c:v>
                </c:pt>
              </c:numCache>
            </c:numRef>
          </c:val>
          <c:extLst>
            <c:ext xmlns:c16="http://schemas.microsoft.com/office/drawing/2014/chart" uri="{C3380CC4-5D6E-409C-BE32-E72D297353CC}">
              <c16:uniqueId val="{00000000-282E-437D-88B8-D09BB373C19F}"/>
            </c:ext>
          </c:extLst>
        </c:ser>
        <c:ser>
          <c:idx val="1"/>
          <c:order val="1"/>
          <c:tx>
            <c:strRef>
              <c:f>Sheet1!$C$1</c:f>
              <c:strCache>
                <c:ptCount val="1"/>
                <c:pt idx="0">
                  <c:v>Other</c:v>
                </c:pt>
              </c:strCache>
            </c:strRef>
          </c:tx>
          <c:spPr>
            <a:solidFill>
              <a:schemeClr val="bg2">
                <a:lumMod val="75000"/>
                <a:lumOff val="25000"/>
              </a:schemeClr>
            </a:solidFill>
            <a:ln>
              <a:noFill/>
            </a:ln>
            <a:effectLst/>
          </c:spPr>
          <c:invertIfNegative val="0"/>
          <c:cat>
            <c:strRef>
              <c:f>Sheet1!$A$2</c:f>
              <c:strCache>
                <c:ptCount val="1"/>
                <c:pt idx="0">
                  <c:v>Category 1</c:v>
                </c:pt>
              </c:strCache>
            </c:strRef>
          </c:cat>
          <c:val>
            <c:numRef>
              <c:f>Sheet1!$C$2</c:f>
              <c:numCache>
                <c:formatCode>0%</c:formatCode>
                <c:ptCount val="1"/>
                <c:pt idx="0">
                  <c:v>0.25</c:v>
                </c:pt>
              </c:numCache>
            </c:numRef>
          </c:val>
          <c:extLst>
            <c:ext xmlns:c16="http://schemas.microsoft.com/office/drawing/2014/chart" uri="{C3380CC4-5D6E-409C-BE32-E72D297353CC}">
              <c16:uniqueId val="{00000001-282E-437D-88B8-D09BB373C19F}"/>
            </c:ext>
          </c:extLst>
        </c:ser>
        <c:dLbls>
          <c:showLegendKey val="0"/>
          <c:showVal val="0"/>
          <c:showCatName val="0"/>
          <c:showSerName val="0"/>
          <c:showPercent val="0"/>
          <c:showBubbleSize val="0"/>
        </c:dLbls>
        <c:gapWidth val="18"/>
        <c:overlap val="100"/>
        <c:axId val="595252232"/>
        <c:axId val="595255840"/>
      </c:barChart>
      <c:catAx>
        <c:axId val="595252232"/>
        <c:scaling>
          <c:orientation val="minMax"/>
        </c:scaling>
        <c:delete val="1"/>
        <c:axPos val="b"/>
        <c:numFmt formatCode="General" sourceLinked="1"/>
        <c:majorTickMark val="none"/>
        <c:minorTickMark val="none"/>
        <c:tickLblPos val="nextTo"/>
        <c:crossAx val="595255840"/>
        <c:crosses val="autoZero"/>
        <c:auto val="1"/>
        <c:lblAlgn val="ctr"/>
        <c:lblOffset val="100"/>
        <c:noMultiLvlLbl val="0"/>
      </c:catAx>
      <c:valAx>
        <c:axId val="595255840"/>
        <c:scaling>
          <c:orientation val="minMax"/>
        </c:scaling>
        <c:delete val="1"/>
        <c:axPos val="l"/>
        <c:numFmt formatCode="0%" sourceLinked="1"/>
        <c:majorTickMark val="none"/>
        <c:minorTickMark val="none"/>
        <c:tickLblPos val="nextTo"/>
        <c:crossAx val="5952522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STEP 01</c:v>
                </c:pt>
              </c:strCache>
            </c:strRef>
          </c:tx>
          <c:spPr>
            <a:solidFill>
              <a:schemeClr val="accent1"/>
            </a:solidFill>
            <a:ln w="63500">
              <a:solidFill>
                <a:schemeClr val="bg2"/>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c:formatCode>
                <c:ptCount val="1"/>
                <c:pt idx="0">
                  <c:v>0.19</c:v>
                </c:pt>
              </c:numCache>
            </c:numRef>
          </c:val>
          <c:extLst>
            <c:ext xmlns:c16="http://schemas.microsoft.com/office/drawing/2014/chart" uri="{C3380CC4-5D6E-409C-BE32-E72D297353CC}">
              <c16:uniqueId val="{00000000-B503-4A29-BD77-525345E80E30}"/>
            </c:ext>
          </c:extLst>
        </c:ser>
        <c:ser>
          <c:idx val="1"/>
          <c:order val="1"/>
          <c:tx>
            <c:strRef>
              <c:f>Sheet1!$C$1</c:f>
              <c:strCache>
                <c:ptCount val="1"/>
                <c:pt idx="0">
                  <c:v>STEP 02</c:v>
                </c:pt>
              </c:strCache>
            </c:strRef>
          </c:tx>
          <c:spPr>
            <a:solidFill>
              <a:schemeClr val="accent2"/>
            </a:solidFill>
            <a:ln w="63500">
              <a:solidFill>
                <a:schemeClr val="bg2"/>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0%</c:formatCode>
                <c:ptCount val="1"/>
                <c:pt idx="0">
                  <c:v>0.21</c:v>
                </c:pt>
              </c:numCache>
            </c:numRef>
          </c:val>
          <c:extLst>
            <c:ext xmlns:c16="http://schemas.microsoft.com/office/drawing/2014/chart" uri="{C3380CC4-5D6E-409C-BE32-E72D297353CC}">
              <c16:uniqueId val="{00000001-B503-4A29-BD77-525345E80E30}"/>
            </c:ext>
          </c:extLst>
        </c:ser>
        <c:ser>
          <c:idx val="2"/>
          <c:order val="2"/>
          <c:tx>
            <c:strRef>
              <c:f>Sheet1!$D$1</c:f>
              <c:strCache>
                <c:ptCount val="1"/>
                <c:pt idx="0">
                  <c:v>STEP 03</c:v>
                </c:pt>
              </c:strCache>
            </c:strRef>
          </c:tx>
          <c:spPr>
            <a:solidFill>
              <a:schemeClr val="accent3"/>
            </a:solidFill>
            <a:ln w="63500">
              <a:solidFill>
                <a:schemeClr val="bg2"/>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Sheet1!$D$2</c:f>
              <c:numCache>
                <c:formatCode>0%</c:formatCode>
                <c:ptCount val="1"/>
                <c:pt idx="0">
                  <c:v>0.2</c:v>
                </c:pt>
              </c:numCache>
            </c:numRef>
          </c:val>
          <c:extLst>
            <c:ext xmlns:c16="http://schemas.microsoft.com/office/drawing/2014/chart" uri="{C3380CC4-5D6E-409C-BE32-E72D297353CC}">
              <c16:uniqueId val="{00000002-B503-4A29-BD77-525345E80E30}"/>
            </c:ext>
          </c:extLst>
        </c:ser>
        <c:ser>
          <c:idx val="3"/>
          <c:order val="3"/>
          <c:tx>
            <c:strRef>
              <c:f>Sheet1!$E$1</c:f>
              <c:strCache>
                <c:ptCount val="1"/>
                <c:pt idx="0">
                  <c:v>STEP 04</c:v>
                </c:pt>
              </c:strCache>
            </c:strRef>
          </c:tx>
          <c:spPr>
            <a:solidFill>
              <a:schemeClr val="accent4"/>
            </a:solidFill>
            <a:ln w="63500">
              <a:solidFill>
                <a:schemeClr val="bg2"/>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Sheet1!$E$2</c:f>
              <c:numCache>
                <c:formatCode>0%</c:formatCode>
                <c:ptCount val="1"/>
                <c:pt idx="0">
                  <c:v>0.15</c:v>
                </c:pt>
              </c:numCache>
            </c:numRef>
          </c:val>
          <c:extLst>
            <c:ext xmlns:c16="http://schemas.microsoft.com/office/drawing/2014/chart" uri="{C3380CC4-5D6E-409C-BE32-E72D297353CC}">
              <c16:uniqueId val="{00000003-B503-4A29-BD77-525345E80E30}"/>
            </c:ext>
          </c:extLst>
        </c:ser>
        <c:ser>
          <c:idx val="4"/>
          <c:order val="4"/>
          <c:tx>
            <c:strRef>
              <c:f>Sheet1!$F$1</c:f>
              <c:strCache>
                <c:ptCount val="1"/>
                <c:pt idx="0">
                  <c:v>STEP 05</c:v>
                </c:pt>
              </c:strCache>
            </c:strRef>
          </c:tx>
          <c:spPr>
            <a:solidFill>
              <a:schemeClr val="accent5"/>
            </a:solidFill>
            <a:ln w="63500">
              <a:solidFill>
                <a:schemeClr val="bg2"/>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Sheet1!$F$2</c:f>
              <c:numCache>
                <c:formatCode>0%</c:formatCode>
                <c:ptCount val="1"/>
                <c:pt idx="0">
                  <c:v>0.13</c:v>
                </c:pt>
              </c:numCache>
            </c:numRef>
          </c:val>
          <c:extLst>
            <c:ext xmlns:c16="http://schemas.microsoft.com/office/drawing/2014/chart" uri="{C3380CC4-5D6E-409C-BE32-E72D297353CC}">
              <c16:uniqueId val="{00000004-B503-4A29-BD77-525345E80E30}"/>
            </c:ext>
          </c:extLst>
        </c:ser>
        <c:ser>
          <c:idx val="5"/>
          <c:order val="5"/>
          <c:tx>
            <c:strRef>
              <c:f>Sheet1!$G$1</c:f>
              <c:strCache>
                <c:ptCount val="1"/>
                <c:pt idx="0">
                  <c:v>STEP 06</c:v>
                </c:pt>
              </c:strCache>
            </c:strRef>
          </c:tx>
          <c:spPr>
            <a:solidFill>
              <a:schemeClr val="accent6"/>
            </a:solidFill>
            <a:ln w="63500">
              <a:solidFill>
                <a:schemeClr val="bg2"/>
              </a:solidFill>
            </a:ln>
            <a:effectLst/>
          </c:spPr>
          <c:invertIfNegative val="0"/>
          <c:dLbls>
            <c:dLbl>
              <c:idx val="0"/>
              <c:layout>
                <c:manualLayout>
                  <c:x val="0"/>
                  <c:y val="7.9305822192183607E-3"/>
                </c:manualLayout>
              </c:layout>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B503-4A29-BD77-525345E80E30}"/>
                </c:ext>
              </c:extLst>
            </c:dLbl>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ru-U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Sheet1!$G$2</c:f>
              <c:numCache>
                <c:formatCode>0%</c:formatCode>
                <c:ptCount val="1"/>
                <c:pt idx="0">
                  <c:v>0.12</c:v>
                </c:pt>
              </c:numCache>
            </c:numRef>
          </c:val>
          <c:extLst>
            <c:ext xmlns:c16="http://schemas.microsoft.com/office/drawing/2014/chart" uri="{C3380CC4-5D6E-409C-BE32-E72D297353CC}">
              <c16:uniqueId val="{00000005-B503-4A29-BD77-525345E80E30}"/>
            </c:ext>
          </c:extLst>
        </c:ser>
        <c:dLbls>
          <c:dLblPos val="ctr"/>
          <c:showLegendKey val="0"/>
          <c:showVal val="1"/>
          <c:showCatName val="0"/>
          <c:showSerName val="0"/>
          <c:showPercent val="0"/>
          <c:showBubbleSize val="0"/>
        </c:dLbls>
        <c:gapWidth val="59"/>
        <c:overlap val="100"/>
        <c:axId val="656544800"/>
        <c:axId val="656555296"/>
      </c:barChart>
      <c:catAx>
        <c:axId val="656544800"/>
        <c:scaling>
          <c:orientation val="minMax"/>
        </c:scaling>
        <c:delete val="1"/>
        <c:axPos val="b"/>
        <c:numFmt formatCode="General" sourceLinked="1"/>
        <c:majorTickMark val="none"/>
        <c:minorTickMark val="none"/>
        <c:tickLblPos val="nextTo"/>
        <c:crossAx val="656555296"/>
        <c:crosses val="autoZero"/>
        <c:auto val="1"/>
        <c:lblAlgn val="ctr"/>
        <c:lblOffset val="100"/>
        <c:noMultiLvlLbl val="0"/>
      </c:catAx>
      <c:valAx>
        <c:axId val="656555296"/>
        <c:scaling>
          <c:orientation val="minMax"/>
        </c:scaling>
        <c:delete val="1"/>
        <c:axPos val="l"/>
        <c:numFmt formatCode="0%" sourceLinked="1"/>
        <c:majorTickMark val="none"/>
        <c:minorTickMark val="none"/>
        <c:tickLblPos val="nextTo"/>
        <c:crossAx val="6565448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Time</c:v>
                </c:pt>
              </c:strCache>
            </c:strRef>
          </c:tx>
          <c:spPr>
            <a:solidFill>
              <a:schemeClr val="accent3"/>
            </a:solidFill>
            <a:ln>
              <a:noFill/>
            </a:ln>
            <a:effectLst/>
          </c:spPr>
          <c:invertIfNegative val="0"/>
          <c:dLbls>
            <c:dLbl>
              <c:idx val="0"/>
              <c:layout>
                <c:manualLayout>
                  <c:x val="1.268187506427053E-2"/>
                  <c:y val="1.9913274140468322E-3"/>
                </c:manualLayout>
              </c:layout>
              <c:spPr>
                <a:noFill/>
                <a:ln>
                  <a:noFill/>
                </a:ln>
                <a:effectLst/>
              </c:spPr>
              <c:txPr>
                <a:bodyPr rot="0" spcFirstLastPara="1" vertOverflow="ellipsis" vert="horz" wrap="square" lIns="38100" tIns="19050" rIns="38100" bIns="19050" anchor="ctr" anchorCtr="1">
                  <a:spAutoFit/>
                </a:bodyPr>
                <a:lstStyle/>
                <a:p>
                  <a:pPr>
                    <a:defRPr sz="2800" b="1"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extLst>
                <c:ext xmlns:c15="http://schemas.microsoft.com/office/drawing/2012/chart" uri="{CE6537A1-D6FC-4f65-9D91-7224C49458BB}">
                  <c15:layout>
                    <c:manualLayout>
                      <c:w val="0.32734853960570293"/>
                      <c:h val="0.26443870579089696"/>
                    </c:manualLayout>
                  </c15:layout>
                </c:ext>
                <c:ext xmlns:c16="http://schemas.microsoft.com/office/drawing/2014/chart" uri="{C3380CC4-5D6E-409C-BE32-E72D297353CC}">
                  <c16:uniqueId val="{00000000-B990-4A91-9BAB-08B94CA4F6D5}"/>
                </c:ext>
              </c:extLst>
            </c:dLbl>
            <c:spPr>
              <a:noFill/>
              <a:ln>
                <a:noFill/>
              </a:ln>
              <a:effectLst/>
            </c:spPr>
            <c:txPr>
              <a:bodyPr rot="0" spcFirstLastPara="1" vertOverflow="ellipsis" vert="horz" wrap="square" lIns="38100" tIns="19050" rIns="38100" bIns="19050" anchor="ctr" anchorCtr="1">
                <a:spAutoFit/>
              </a:bodyPr>
              <a:lstStyle/>
              <a:p>
                <a:pPr>
                  <a:defRPr sz="2800" b="0"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c:formatCode>
                <c:ptCount val="1"/>
                <c:pt idx="0">
                  <c:v>0.65</c:v>
                </c:pt>
              </c:numCache>
            </c:numRef>
          </c:val>
          <c:extLst>
            <c:ext xmlns:c16="http://schemas.microsoft.com/office/drawing/2014/chart" uri="{C3380CC4-5D6E-409C-BE32-E72D297353CC}">
              <c16:uniqueId val="{00000001-B990-4A91-9BAB-08B94CA4F6D5}"/>
            </c:ext>
          </c:extLst>
        </c:ser>
        <c:ser>
          <c:idx val="1"/>
          <c:order val="1"/>
          <c:tx>
            <c:strRef>
              <c:f>Sheet1!$C$1</c:f>
              <c:strCache>
                <c:ptCount val="1"/>
                <c:pt idx="0">
                  <c:v>Other</c:v>
                </c:pt>
              </c:strCache>
            </c:strRef>
          </c:tx>
          <c:spPr>
            <a:solidFill>
              <a:schemeClr val="bg2">
                <a:lumMod val="75000"/>
                <a:lumOff val="25000"/>
              </a:schemeClr>
            </a:solidFill>
            <a:ln>
              <a:noFill/>
            </a:ln>
            <a:effectLst/>
          </c:spPr>
          <c:invertIfNegative val="0"/>
          <c:cat>
            <c:strRef>
              <c:f>Sheet1!$A$2</c:f>
              <c:strCache>
                <c:ptCount val="1"/>
                <c:pt idx="0">
                  <c:v>Category 1</c:v>
                </c:pt>
              </c:strCache>
            </c:strRef>
          </c:cat>
          <c:val>
            <c:numRef>
              <c:f>Sheet1!$C$2</c:f>
              <c:numCache>
                <c:formatCode>0%</c:formatCode>
                <c:ptCount val="1"/>
                <c:pt idx="0">
                  <c:v>0.35</c:v>
                </c:pt>
              </c:numCache>
            </c:numRef>
          </c:val>
          <c:extLst>
            <c:ext xmlns:c16="http://schemas.microsoft.com/office/drawing/2014/chart" uri="{C3380CC4-5D6E-409C-BE32-E72D297353CC}">
              <c16:uniqueId val="{00000002-B990-4A91-9BAB-08B94CA4F6D5}"/>
            </c:ext>
          </c:extLst>
        </c:ser>
        <c:dLbls>
          <c:showLegendKey val="0"/>
          <c:showVal val="0"/>
          <c:showCatName val="0"/>
          <c:showSerName val="0"/>
          <c:showPercent val="0"/>
          <c:showBubbleSize val="0"/>
        </c:dLbls>
        <c:gapWidth val="18"/>
        <c:overlap val="100"/>
        <c:axId val="595252232"/>
        <c:axId val="595255840"/>
      </c:barChart>
      <c:catAx>
        <c:axId val="595252232"/>
        <c:scaling>
          <c:orientation val="minMax"/>
        </c:scaling>
        <c:delete val="1"/>
        <c:axPos val="b"/>
        <c:numFmt formatCode="General" sourceLinked="1"/>
        <c:majorTickMark val="none"/>
        <c:minorTickMark val="none"/>
        <c:tickLblPos val="nextTo"/>
        <c:crossAx val="595255840"/>
        <c:crosses val="autoZero"/>
        <c:auto val="1"/>
        <c:lblAlgn val="ctr"/>
        <c:lblOffset val="100"/>
        <c:noMultiLvlLbl val="0"/>
      </c:catAx>
      <c:valAx>
        <c:axId val="595255840"/>
        <c:scaling>
          <c:orientation val="minMax"/>
        </c:scaling>
        <c:delete val="1"/>
        <c:axPos val="l"/>
        <c:numFmt formatCode="0%" sourceLinked="1"/>
        <c:majorTickMark val="none"/>
        <c:minorTickMark val="none"/>
        <c:tickLblPos val="nextTo"/>
        <c:crossAx val="5952522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2"/>
          <c:order val="0"/>
          <c:tx>
            <c:strRef>
              <c:f>Butterfly!$D$1</c:f>
              <c:strCache>
                <c:ptCount val="1"/>
                <c:pt idx="0">
                  <c:v>Team 01 padding</c:v>
                </c:pt>
              </c:strCache>
            </c:strRef>
          </c:tx>
          <c:spPr>
            <a:noFill/>
            <a:ln>
              <a:noFill/>
            </a:ln>
            <a:effectLst/>
          </c:spPr>
          <c:invertIfNegative val="0"/>
          <c:cat>
            <c:strRef>
              <c:f>Butterfly!$A$2:$A$7</c:f>
              <c:strCache>
                <c:ptCount val="6"/>
                <c:pt idx="0">
                  <c:v>Step 01</c:v>
                </c:pt>
                <c:pt idx="1">
                  <c:v>Step 02</c:v>
                </c:pt>
                <c:pt idx="2">
                  <c:v>Step 03</c:v>
                </c:pt>
                <c:pt idx="3">
                  <c:v>Step 04</c:v>
                </c:pt>
                <c:pt idx="4">
                  <c:v>Step 05</c:v>
                </c:pt>
                <c:pt idx="5">
                  <c:v>Step 06</c:v>
                </c:pt>
              </c:strCache>
            </c:strRef>
          </c:cat>
          <c:val>
            <c:numRef>
              <c:f>Butterfly!$D$2:$D$7</c:f>
              <c:numCache>
                <c:formatCode>0%</c:formatCode>
                <c:ptCount val="6"/>
                <c:pt idx="0">
                  <c:v>0.31999999999999995</c:v>
                </c:pt>
                <c:pt idx="1">
                  <c:v>0.67999999999999994</c:v>
                </c:pt>
                <c:pt idx="2">
                  <c:v>0.24</c:v>
                </c:pt>
                <c:pt idx="3">
                  <c:v>0.78</c:v>
                </c:pt>
                <c:pt idx="4">
                  <c:v>0.43999999999999995</c:v>
                </c:pt>
                <c:pt idx="5">
                  <c:v>0.18999999999999995</c:v>
                </c:pt>
              </c:numCache>
            </c:numRef>
          </c:val>
          <c:extLst>
            <c:ext xmlns:c16="http://schemas.microsoft.com/office/drawing/2014/chart" uri="{C3380CC4-5D6E-409C-BE32-E72D297353CC}">
              <c16:uniqueId val="{00000000-0B60-4E26-B7D7-1F8AE396D078}"/>
            </c:ext>
          </c:extLst>
        </c:ser>
        <c:ser>
          <c:idx val="0"/>
          <c:order val="1"/>
          <c:tx>
            <c:strRef>
              <c:f>Butterfly!$B$1</c:f>
              <c:strCache>
                <c:ptCount val="1"/>
                <c:pt idx="0">
                  <c:v>Team 01</c:v>
                </c:pt>
              </c:strCache>
            </c:strRef>
          </c:tx>
          <c:spPr>
            <a:solidFill>
              <a:schemeClr val="accent1"/>
            </a:solidFill>
            <a:ln>
              <a:noFill/>
            </a:ln>
            <a:effectLst/>
          </c:spPr>
          <c:invertIfNegative val="0"/>
          <c:dPt>
            <c:idx val="1"/>
            <c:invertIfNegative val="0"/>
            <c:bubble3D val="0"/>
            <c:spPr>
              <a:solidFill>
                <a:schemeClr val="accent2"/>
              </a:solidFill>
              <a:ln>
                <a:noFill/>
              </a:ln>
              <a:effectLst/>
            </c:spPr>
            <c:extLst>
              <c:ext xmlns:c16="http://schemas.microsoft.com/office/drawing/2014/chart" uri="{C3380CC4-5D6E-409C-BE32-E72D297353CC}">
                <c16:uniqueId val="{00000002-0B60-4E26-B7D7-1F8AE396D078}"/>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4-0B60-4E26-B7D7-1F8AE396D078}"/>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6-0B60-4E26-B7D7-1F8AE396D078}"/>
              </c:ext>
            </c:extLst>
          </c:dPt>
          <c:dPt>
            <c:idx val="4"/>
            <c:invertIfNegative val="0"/>
            <c:bubble3D val="0"/>
            <c:spPr>
              <a:solidFill>
                <a:schemeClr val="accent5"/>
              </a:solidFill>
              <a:ln>
                <a:noFill/>
              </a:ln>
              <a:effectLst/>
            </c:spPr>
            <c:extLst>
              <c:ext xmlns:c16="http://schemas.microsoft.com/office/drawing/2014/chart" uri="{C3380CC4-5D6E-409C-BE32-E72D297353CC}">
                <c16:uniqueId val="{00000008-0B60-4E26-B7D7-1F8AE396D078}"/>
              </c:ext>
            </c:extLst>
          </c:dPt>
          <c:dPt>
            <c:idx val="5"/>
            <c:invertIfNegative val="0"/>
            <c:bubble3D val="0"/>
            <c:spPr>
              <a:solidFill>
                <a:schemeClr val="accent6"/>
              </a:solidFill>
              <a:ln>
                <a:noFill/>
              </a:ln>
              <a:effectLst/>
            </c:spPr>
            <c:extLst>
              <c:ext xmlns:c16="http://schemas.microsoft.com/office/drawing/2014/chart" uri="{C3380CC4-5D6E-409C-BE32-E72D297353CC}">
                <c16:uniqueId val="{0000000A-0B60-4E26-B7D7-1F8AE396D07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solidFill>
                    <a:latin typeface="+mn-lt"/>
                    <a:ea typeface="+mn-ea"/>
                    <a:cs typeface="+mn-cs"/>
                  </a:defRPr>
                </a:pPr>
                <a:endParaRPr lang="ru-UA"/>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Butterfly!$A$2:$A$7</c:f>
              <c:strCache>
                <c:ptCount val="6"/>
                <c:pt idx="0">
                  <c:v>Step 01</c:v>
                </c:pt>
                <c:pt idx="1">
                  <c:v>Step 02</c:v>
                </c:pt>
                <c:pt idx="2">
                  <c:v>Step 03</c:v>
                </c:pt>
                <c:pt idx="3">
                  <c:v>Step 04</c:v>
                </c:pt>
                <c:pt idx="4">
                  <c:v>Step 05</c:v>
                </c:pt>
                <c:pt idx="5">
                  <c:v>Step 06</c:v>
                </c:pt>
              </c:strCache>
            </c:strRef>
          </c:cat>
          <c:val>
            <c:numRef>
              <c:f>Butterfly!$B$2:$B$7</c:f>
              <c:numCache>
                <c:formatCode>0%</c:formatCode>
                <c:ptCount val="6"/>
                <c:pt idx="0">
                  <c:v>0.68</c:v>
                </c:pt>
                <c:pt idx="1">
                  <c:v>0.32</c:v>
                </c:pt>
                <c:pt idx="2">
                  <c:v>0.76</c:v>
                </c:pt>
                <c:pt idx="3">
                  <c:v>0.22</c:v>
                </c:pt>
                <c:pt idx="4">
                  <c:v>0.56000000000000005</c:v>
                </c:pt>
                <c:pt idx="5">
                  <c:v>0.81</c:v>
                </c:pt>
              </c:numCache>
            </c:numRef>
          </c:val>
          <c:extLst>
            <c:ext xmlns:c16="http://schemas.microsoft.com/office/drawing/2014/chart" uri="{C3380CC4-5D6E-409C-BE32-E72D297353CC}">
              <c16:uniqueId val="{0000000B-0B60-4E26-B7D7-1F8AE396D078}"/>
            </c:ext>
          </c:extLst>
        </c:ser>
        <c:ser>
          <c:idx val="4"/>
          <c:order val="2"/>
          <c:tx>
            <c:strRef>
              <c:f>Butterfly!$F$1</c:f>
              <c:strCache>
                <c:ptCount val="1"/>
                <c:pt idx="0">
                  <c:v>Steps size</c:v>
                </c:pt>
              </c:strCache>
            </c:strRef>
          </c:tx>
          <c:spPr>
            <a:noFill/>
            <a:ln>
              <a:noFill/>
            </a:ln>
            <a:effectLst/>
          </c:spPr>
          <c:invertIfNegative val="0"/>
          <c:cat>
            <c:strRef>
              <c:f>Butterfly!$A$2:$A$7</c:f>
              <c:strCache>
                <c:ptCount val="6"/>
                <c:pt idx="0">
                  <c:v>Step 01</c:v>
                </c:pt>
                <c:pt idx="1">
                  <c:v>Step 02</c:v>
                </c:pt>
                <c:pt idx="2">
                  <c:v>Step 03</c:v>
                </c:pt>
                <c:pt idx="3">
                  <c:v>Step 04</c:v>
                </c:pt>
                <c:pt idx="4">
                  <c:v>Step 05</c:v>
                </c:pt>
                <c:pt idx="5">
                  <c:v>Step 06</c:v>
                </c:pt>
              </c:strCache>
            </c:strRef>
          </c:cat>
          <c:val>
            <c:numRef>
              <c:f>Butterfly!$F$2:$F$7</c:f>
              <c:numCache>
                <c:formatCode>0%</c:formatCode>
                <c:ptCount val="6"/>
                <c:pt idx="0">
                  <c:v>0.2</c:v>
                </c:pt>
                <c:pt idx="1">
                  <c:v>0.2</c:v>
                </c:pt>
                <c:pt idx="2">
                  <c:v>0.2</c:v>
                </c:pt>
                <c:pt idx="3">
                  <c:v>0.2</c:v>
                </c:pt>
                <c:pt idx="4">
                  <c:v>0.2</c:v>
                </c:pt>
                <c:pt idx="5">
                  <c:v>0.2</c:v>
                </c:pt>
              </c:numCache>
            </c:numRef>
          </c:val>
          <c:extLst>
            <c:ext xmlns:c16="http://schemas.microsoft.com/office/drawing/2014/chart" uri="{C3380CC4-5D6E-409C-BE32-E72D297353CC}">
              <c16:uniqueId val="{0000000C-0B60-4E26-B7D7-1F8AE396D078}"/>
            </c:ext>
          </c:extLst>
        </c:ser>
        <c:ser>
          <c:idx val="1"/>
          <c:order val="3"/>
          <c:tx>
            <c:strRef>
              <c:f>Butterfly!$C$1</c:f>
              <c:strCache>
                <c:ptCount val="1"/>
                <c:pt idx="0">
                  <c:v>Team 02</c:v>
                </c:pt>
              </c:strCache>
            </c:strRef>
          </c:tx>
          <c:spPr>
            <a:solidFill>
              <a:schemeClr val="accent2"/>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E-0B60-4E26-B7D7-1F8AE396D078}"/>
              </c:ext>
            </c:extLst>
          </c:dPt>
          <c:dPt>
            <c:idx val="2"/>
            <c:invertIfNegative val="0"/>
            <c:bubble3D val="0"/>
            <c:spPr>
              <a:solidFill>
                <a:schemeClr val="accent3"/>
              </a:solidFill>
              <a:ln>
                <a:noFill/>
              </a:ln>
              <a:effectLst/>
            </c:spPr>
            <c:extLst>
              <c:ext xmlns:c16="http://schemas.microsoft.com/office/drawing/2014/chart" uri="{C3380CC4-5D6E-409C-BE32-E72D297353CC}">
                <c16:uniqueId val="{00000010-0B60-4E26-B7D7-1F8AE396D078}"/>
              </c:ext>
            </c:extLst>
          </c:dPt>
          <c:dPt>
            <c:idx val="3"/>
            <c:invertIfNegative val="0"/>
            <c:bubble3D val="0"/>
            <c:spPr>
              <a:solidFill>
                <a:schemeClr val="accent4"/>
              </a:solidFill>
              <a:ln>
                <a:noFill/>
              </a:ln>
              <a:effectLst/>
            </c:spPr>
            <c:extLst>
              <c:ext xmlns:c16="http://schemas.microsoft.com/office/drawing/2014/chart" uri="{C3380CC4-5D6E-409C-BE32-E72D297353CC}">
                <c16:uniqueId val="{00000012-0B60-4E26-B7D7-1F8AE396D078}"/>
              </c:ext>
            </c:extLst>
          </c:dPt>
          <c:dPt>
            <c:idx val="4"/>
            <c:invertIfNegative val="0"/>
            <c:bubble3D val="0"/>
            <c:spPr>
              <a:solidFill>
                <a:schemeClr val="accent5"/>
              </a:solidFill>
              <a:ln>
                <a:noFill/>
              </a:ln>
              <a:effectLst/>
            </c:spPr>
            <c:extLst>
              <c:ext xmlns:c16="http://schemas.microsoft.com/office/drawing/2014/chart" uri="{C3380CC4-5D6E-409C-BE32-E72D297353CC}">
                <c16:uniqueId val="{00000014-0B60-4E26-B7D7-1F8AE396D078}"/>
              </c:ext>
            </c:extLst>
          </c:dPt>
          <c:dPt>
            <c:idx val="5"/>
            <c:invertIfNegative val="0"/>
            <c:bubble3D val="0"/>
            <c:spPr>
              <a:solidFill>
                <a:schemeClr val="accent6"/>
              </a:solidFill>
              <a:ln>
                <a:noFill/>
              </a:ln>
              <a:effectLst/>
            </c:spPr>
            <c:extLst>
              <c:ext xmlns:c16="http://schemas.microsoft.com/office/drawing/2014/chart" uri="{C3380CC4-5D6E-409C-BE32-E72D297353CC}">
                <c16:uniqueId val="{00000016-0B60-4E26-B7D7-1F8AE396D07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solidFill>
                    <a:latin typeface="+mn-lt"/>
                    <a:ea typeface="+mn-ea"/>
                    <a:cs typeface="+mn-cs"/>
                  </a:defRPr>
                </a:pPr>
                <a:endParaRPr lang="ru-UA"/>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Butterfly!$A$2:$A$7</c:f>
              <c:strCache>
                <c:ptCount val="6"/>
                <c:pt idx="0">
                  <c:v>Step 01</c:v>
                </c:pt>
                <c:pt idx="1">
                  <c:v>Step 02</c:v>
                </c:pt>
                <c:pt idx="2">
                  <c:v>Step 03</c:v>
                </c:pt>
                <c:pt idx="3">
                  <c:v>Step 04</c:v>
                </c:pt>
                <c:pt idx="4">
                  <c:v>Step 05</c:v>
                </c:pt>
                <c:pt idx="5">
                  <c:v>Step 06</c:v>
                </c:pt>
              </c:strCache>
            </c:strRef>
          </c:cat>
          <c:val>
            <c:numRef>
              <c:f>Butterfly!$C$2:$C$7</c:f>
              <c:numCache>
                <c:formatCode>0%</c:formatCode>
                <c:ptCount val="6"/>
                <c:pt idx="0">
                  <c:v>0.76</c:v>
                </c:pt>
                <c:pt idx="1">
                  <c:v>0.47</c:v>
                </c:pt>
                <c:pt idx="2">
                  <c:v>0.54</c:v>
                </c:pt>
                <c:pt idx="3">
                  <c:v>0.38</c:v>
                </c:pt>
                <c:pt idx="4">
                  <c:v>0.23</c:v>
                </c:pt>
                <c:pt idx="5">
                  <c:v>0.64</c:v>
                </c:pt>
              </c:numCache>
            </c:numRef>
          </c:val>
          <c:extLst>
            <c:ext xmlns:c16="http://schemas.microsoft.com/office/drawing/2014/chart" uri="{C3380CC4-5D6E-409C-BE32-E72D297353CC}">
              <c16:uniqueId val="{00000017-0B60-4E26-B7D7-1F8AE396D078}"/>
            </c:ext>
          </c:extLst>
        </c:ser>
        <c:ser>
          <c:idx val="3"/>
          <c:order val="4"/>
          <c:tx>
            <c:strRef>
              <c:f>Butterfly!$E$1</c:f>
              <c:strCache>
                <c:ptCount val="1"/>
                <c:pt idx="0">
                  <c:v>Team 02 padding</c:v>
                </c:pt>
              </c:strCache>
            </c:strRef>
          </c:tx>
          <c:spPr>
            <a:noFill/>
            <a:ln>
              <a:noFill/>
            </a:ln>
            <a:effectLst/>
          </c:spPr>
          <c:invertIfNegative val="0"/>
          <c:cat>
            <c:strRef>
              <c:f>Butterfly!$A$2:$A$7</c:f>
              <c:strCache>
                <c:ptCount val="6"/>
                <c:pt idx="0">
                  <c:v>Step 01</c:v>
                </c:pt>
                <c:pt idx="1">
                  <c:v>Step 02</c:v>
                </c:pt>
                <c:pt idx="2">
                  <c:v>Step 03</c:v>
                </c:pt>
                <c:pt idx="3">
                  <c:v>Step 04</c:v>
                </c:pt>
                <c:pt idx="4">
                  <c:v>Step 05</c:v>
                </c:pt>
                <c:pt idx="5">
                  <c:v>Step 06</c:v>
                </c:pt>
              </c:strCache>
            </c:strRef>
          </c:cat>
          <c:val>
            <c:numRef>
              <c:f>Butterfly!$E$2:$E$7</c:f>
              <c:numCache>
                <c:formatCode>0%</c:formatCode>
                <c:ptCount val="6"/>
                <c:pt idx="0">
                  <c:v>0.24</c:v>
                </c:pt>
                <c:pt idx="1">
                  <c:v>0.53</c:v>
                </c:pt>
                <c:pt idx="2">
                  <c:v>0.45999999999999996</c:v>
                </c:pt>
                <c:pt idx="3">
                  <c:v>0.62</c:v>
                </c:pt>
                <c:pt idx="4">
                  <c:v>0.77</c:v>
                </c:pt>
                <c:pt idx="5">
                  <c:v>0.36</c:v>
                </c:pt>
              </c:numCache>
            </c:numRef>
          </c:val>
          <c:extLst>
            <c:ext xmlns:c16="http://schemas.microsoft.com/office/drawing/2014/chart" uri="{C3380CC4-5D6E-409C-BE32-E72D297353CC}">
              <c16:uniqueId val="{00000018-0B60-4E26-B7D7-1F8AE396D078}"/>
            </c:ext>
          </c:extLst>
        </c:ser>
        <c:dLbls>
          <c:showLegendKey val="0"/>
          <c:showVal val="0"/>
          <c:showCatName val="0"/>
          <c:showSerName val="0"/>
          <c:showPercent val="0"/>
          <c:showBubbleSize val="0"/>
        </c:dLbls>
        <c:gapWidth val="60"/>
        <c:overlap val="100"/>
        <c:axId val="523368104"/>
        <c:axId val="523368432"/>
      </c:barChart>
      <c:catAx>
        <c:axId val="523368104"/>
        <c:scaling>
          <c:orientation val="minMax"/>
        </c:scaling>
        <c:delete val="1"/>
        <c:axPos val="l"/>
        <c:numFmt formatCode="General" sourceLinked="1"/>
        <c:majorTickMark val="out"/>
        <c:minorTickMark val="none"/>
        <c:tickLblPos val="nextTo"/>
        <c:crossAx val="523368432"/>
        <c:crosses val="autoZero"/>
        <c:auto val="1"/>
        <c:lblAlgn val="ctr"/>
        <c:lblOffset val="100"/>
        <c:noMultiLvlLbl val="0"/>
      </c:catAx>
      <c:valAx>
        <c:axId val="523368432"/>
        <c:scaling>
          <c:orientation val="minMax"/>
        </c:scaling>
        <c:delete val="1"/>
        <c:axPos val="b"/>
        <c:numFmt formatCode="0%" sourceLinked="1"/>
        <c:majorTickMark val="out"/>
        <c:minorTickMark val="none"/>
        <c:tickLblPos val="nextTo"/>
        <c:crossAx val="5233681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ru-UA"/>
    </a:p>
  </c:txPr>
  <c:externalData r:id="rId3">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Step 01</c:v>
                </c:pt>
              </c:strCache>
            </c:strRef>
          </c:tx>
          <c:spPr>
            <a:solidFill>
              <a:schemeClr val="accent1"/>
            </a:solidFill>
            <a:ln w="63500">
              <a:solidFill>
                <a:schemeClr val="bg2"/>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General</c:formatCode>
                <c:ptCount val="1"/>
                <c:pt idx="0">
                  <c:v>35</c:v>
                </c:pt>
              </c:numCache>
            </c:numRef>
          </c:val>
          <c:extLst>
            <c:ext xmlns:c16="http://schemas.microsoft.com/office/drawing/2014/chart" uri="{C3380CC4-5D6E-409C-BE32-E72D297353CC}">
              <c16:uniqueId val="{00000000-E6CA-4E08-A039-BDD31E670E5B}"/>
            </c:ext>
          </c:extLst>
        </c:ser>
        <c:ser>
          <c:idx val="1"/>
          <c:order val="1"/>
          <c:tx>
            <c:strRef>
              <c:f>Sheet1!$C$1</c:f>
              <c:strCache>
                <c:ptCount val="1"/>
                <c:pt idx="0">
                  <c:v>Step 02</c:v>
                </c:pt>
              </c:strCache>
            </c:strRef>
          </c:tx>
          <c:spPr>
            <a:solidFill>
              <a:schemeClr val="accent2"/>
            </a:solidFill>
            <a:ln w="63500">
              <a:solidFill>
                <a:schemeClr val="bg2"/>
              </a:solidFill>
            </a:ln>
            <a:effectLst/>
          </c:spPr>
          <c:invertIfNegative val="0"/>
          <c:dLbls>
            <c:dLbl>
              <c:idx val="0"/>
              <c:layout>
                <c:manualLayout>
                  <c:x val="-4.3907421719895194E-3"/>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750-4BDE-92B7-CA4CE51DACEC}"/>
                </c:ext>
              </c:extLst>
            </c:dLbl>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General</c:formatCode>
                <c:ptCount val="1"/>
                <c:pt idx="0">
                  <c:v>15</c:v>
                </c:pt>
              </c:numCache>
            </c:numRef>
          </c:val>
          <c:extLst>
            <c:ext xmlns:c16="http://schemas.microsoft.com/office/drawing/2014/chart" uri="{C3380CC4-5D6E-409C-BE32-E72D297353CC}">
              <c16:uniqueId val="{00000001-E6CA-4E08-A039-BDD31E670E5B}"/>
            </c:ext>
          </c:extLst>
        </c:ser>
        <c:ser>
          <c:idx val="2"/>
          <c:order val="2"/>
          <c:tx>
            <c:strRef>
              <c:f>Sheet1!$D$1</c:f>
              <c:strCache>
                <c:ptCount val="1"/>
                <c:pt idx="0">
                  <c:v>Step 03</c:v>
                </c:pt>
              </c:strCache>
            </c:strRef>
          </c:tx>
          <c:spPr>
            <a:solidFill>
              <a:schemeClr val="accent3"/>
            </a:solidFill>
            <a:ln w="63500">
              <a:solidFill>
                <a:schemeClr val="bg2"/>
              </a:solidFill>
            </a:ln>
            <a:effectLst/>
          </c:spPr>
          <c:invertIfNegative val="0"/>
          <c:dLbls>
            <c:dLbl>
              <c:idx val="0"/>
              <c:layout>
                <c:manualLayout>
                  <c:x val="-4.3907421719896001E-3"/>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750-4BDE-92B7-CA4CE51DACEC}"/>
                </c:ext>
              </c:extLst>
            </c:dLbl>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Sheet1!$D$2</c:f>
              <c:numCache>
                <c:formatCode>General</c:formatCode>
                <c:ptCount val="1"/>
                <c:pt idx="0">
                  <c:v>20</c:v>
                </c:pt>
              </c:numCache>
            </c:numRef>
          </c:val>
          <c:extLst>
            <c:ext xmlns:c16="http://schemas.microsoft.com/office/drawing/2014/chart" uri="{C3380CC4-5D6E-409C-BE32-E72D297353CC}">
              <c16:uniqueId val="{00000002-E6CA-4E08-A039-BDD31E670E5B}"/>
            </c:ext>
          </c:extLst>
        </c:ser>
        <c:ser>
          <c:idx val="3"/>
          <c:order val="3"/>
          <c:tx>
            <c:strRef>
              <c:f>Sheet1!$E$1</c:f>
              <c:strCache>
                <c:ptCount val="1"/>
                <c:pt idx="0">
                  <c:v>Step 04</c:v>
                </c:pt>
              </c:strCache>
            </c:strRef>
          </c:tx>
          <c:spPr>
            <a:solidFill>
              <a:schemeClr val="accent4"/>
            </a:solidFill>
            <a:ln w="63500">
              <a:solidFill>
                <a:schemeClr val="bg2"/>
              </a:solidFill>
            </a:ln>
            <a:effectLst/>
          </c:spPr>
          <c:invertIfNegative val="0"/>
          <c:dLbls>
            <c:dLbl>
              <c:idx val="0"/>
              <c:layout>
                <c:manualLayout>
                  <c:x val="-6.5861132579842791E-3"/>
                  <c:y val="6.1168854938301338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750-4BDE-92B7-CA4CE51DACEC}"/>
                </c:ext>
              </c:extLst>
            </c:dLbl>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bg2"/>
                    </a:solidFill>
                    <a:latin typeface="+mn-lt"/>
                    <a:ea typeface="+mn-ea"/>
                    <a:cs typeface="+mn-cs"/>
                  </a:defRPr>
                </a:pPr>
                <a:endParaRPr lang="ru-U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Sheet1!$E$2</c:f>
              <c:numCache>
                <c:formatCode>General</c:formatCode>
                <c:ptCount val="1"/>
                <c:pt idx="0">
                  <c:v>30</c:v>
                </c:pt>
              </c:numCache>
            </c:numRef>
          </c:val>
          <c:extLst>
            <c:ext xmlns:c16="http://schemas.microsoft.com/office/drawing/2014/chart" uri="{C3380CC4-5D6E-409C-BE32-E72D297353CC}">
              <c16:uniqueId val="{00000003-E6CA-4E08-A039-BDD31E670E5B}"/>
            </c:ext>
          </c:extLst>
        </c:ser>
        <c:dLbls>
          <c:dLblPos val="ctr"/>
          <c:showLegendKey val="0"/>
          <c:showVal val="1"/>
          <c:showCatName val="0"/>
          <c:showSerName val="0"/>
          <c:showPercent val="0"/>
          <c:showBubbleSize val="0"/>
        </c:dLbls>
        <c:gapWidth val="59"/>
        <c:overlap val="100"/>
        <c:axId val="656544800"/>
        <c:axId val="656555296"/>
      </c:barChart>
      <c:catAx>
        <c:axId val="656544800"/>
        <c:scaling>
          <c:orientation val="minMax"/>
        </c:scaling>
        <c:delete val="1"/>
        <c:axPos val="b"/>
        <c:numFmt formatCode="General" sourceLinked="1"/>
        <c:majorTickMark val="none"/>
        <c:minorTickMark val="none"/>
        <c:tickLblPos val="nextTo"/>
        <c:crossAx val="656555296"/>
        <c:crosses val="autoZero"/>
        <c:auto val="1"/>
        <c:lblAlgn val="ctr"/>
        <c:lblOffset val="100"/>
        <c:noMultiLvlLbl val="0"/>
      </c:catAx>
      <c:valAx>
        <c:axId val="656555296"/>
        <c:scaling>
          <c:orientation val="minMax"/>
        </c:scaling>
        <c:delete val="1"/>
        <c:axPos val="l"/>
        <c:numFmt formatCode="0%" sourceLinked="1"/>
        <c:majorTickMark val="none"/>
        <c:minorTickMark val="none"/>
        <c:tickLblPos val="nextTo"/>
        <c:crossAx val="6565448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88900">
      <a:noFill/>
    </a:ln>
    <a:effectLst/>
  </c:spPr>
  <c:txPr>
    <a:bodyPr/>
    <a:lstStyle/>
    <a:p>
      <a:pPr>
        <a:defRPr/>
      </a:pPr>
      <a:endParaRPr lang="ru-UA"/>
    </a:p>
  </c:txPr>
  <c:externalData r:id="rId3">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accent5"/>
              </a:solidFill>
              <a:ln>
                <a:noFill/>
              </a:ln>
              <a:effectLst/>
            </c:spPr>
            <c:extLst>
              <c:ext xmlns:c16="http://schemas.microsoft.com/office/drawing/2014/chart" uri="{C3380CC4-5D6E-409C-BE32-E72D297353CC}">
                <c16:uniqueId val="{00000001-722F-4AD7-8547-2D4F365A96BF}"/>
              </c:ext>
            </c:extLst>
          </c:dPt>
          <c:dPt>
            <c:idx val="1"/>
            <c:invertIfNegative val="0"/>
            <c:bubble3D val="0"/>
            <c:spPr>
              <a:solidFill>
                <a:schemeClr val="accent4"/>
              </a:solidFill>
              <a:ln>
                <a:noFill/>
              </a:ln>
              <a:effectLst/>
            </c:spPr>
            <c:extLst>
              <c:ext xmlns:c16="http://schemas.microsoft.com/office/drawing/2014/chart" uri="{C3380CC4-5D6E-409C-BE32-E72D297353CC}">
                <c16:uniqueId val="{00000003-722F-4AD7-8547-2D4F365A96BF}"/>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5-722F-4AD7-8547-2D4F365A96BF}"/>
              </c:ext>
            </c:extLst>
          </c:dPt>
          <c:dPt>
            <c:idx val="3"/>
            <c:invertIfNegative val="0"/>
            <c:bubble3D val="0"/>
            <c:spPr>
              <a:solidFill>
                <a:schemeClr val="accent2"/>
              </a:solidFill>
              <a:ln>
                <a:noFill/>
              </a:ln>
              <a:effectLst/>
            </c:spPr>
            <c:extLst>
              <c:ext xmlns:c16="http://schemas.microsoft.com/office/drawing/2014/chart" uri="{C3380CC4-5D6E-409C-BE32-E72D297353CC}">
                <c16:uniqueId val="{00000007-722F-4AD7-8547-2D4F365A96BF}"/>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9-722F-4AD7-8547-2D4F365A96BF}"/>
              </c:ext>
            </c:extLst>
          </c:dPt>
          <c:dLbls>
            <c:dLbl>
              <c:idx val="4"/>
              <c:tx>
                <c:rich>
                  <a:bodyPr/>
                  <a:lstStyle/>
                  <a:p>
                    <a:fld id="{DB7CDFC1-8329-4963-909A-1C8928B59D9C}" type="VALUE">
                      <a:rPr lang="en-US">
                        <a:solidFill>
                          <a:schemeClr val="tx1"/>
                        </a:solidFill>
                      </a:rPr>
                      <a:pPr/>
                      <a:t>[VALUE]</a:t>
                    </a:fld>
                    <a:endParaRPr lang="ru-UA"/>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722F-4AD7-8547-2D4F365A96BF}"/>
                </c:ext>
              </c:extLst>
            </c:dLbl>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Step 01</c:v>
                </c:pt>
                <c:pt idx="1">
                  <c:v>Step 02</c:v>
                </c:pt>
                <c:pt idx="2">
                  <c:v>Step 03</c:v>
                </c:pt>
                <c:pt idx="3">
                  <c:v>Step 04</c:v>
                </c:pt>
                <c:pt idx="4">
                  <c:v>Step 05</c:v>
                </c:pt>
              </c:strCache>
            </c:strRef>
          </c:cat>
          <c:val>
            <c:numRef>
              <c:f>Sheet1!$B$2:$B$6</c:f>
              <c:numCache>
                <c:formatCode>General</c:formatCode>
                <c:ptCount val="5"/>
                <c:pt idx="0">
                  <c:v>100</c:v>
                </c:pt>
                <c:pt idx="1">
                  <c:v>70</c:v>
                </c:pt>
                <c:pt idx="2">
                  <c:v>40</c:v>
                </c:pt>
                <c:pt idx="3">
                  <c:v>80</c:v>
                </c:pt>
                <c:pt idx="4">
                  <c:v>50</c:v>
                </c:pt>
              </c:numCache>
            </c:numRef>
          </c:val>
          <c:extLst>
            <c:ext xmlns:c16="http://schemas.microsoft.com/office/drawing/2014/chart" uri="{C3380CC4-5D6E-409C-BE32-E72D297353CC}">
              <c16:uniqueId val="{0000000A-722F-4AD7-8547-2D4F365A96BF}"/>
            </c:ext>
          </c:extLst>
        </c:ser>
        <c:ser>
          <c:idx val="1"/>
          <c:order val="1"/>
          <c:tx>
            <c:strRef>
              <c:f>Sheet1!$C$1</c:f>
              <c:strCache>
                <c:ptCount val="1"/>
                <c:pt idx="0">
                  <c:v>Column1</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Step 01</c:v>
                </c:pt>
                <c:pt idx="1">
                  <c:v>Step 02</c:v>
                </c:pt>
                <c:pt idx="2">
                  <c:v>Step 03</c:v>
                </c:pt>
                <c:pt idx="3">
                  <c:v>Step 04</c:v>
                </c:pt>
                <c:pt idx="4">
                  <c:v>Step 05</c:v>
                </c:pt>
              </c:strCache>
            </c:strRef>
          </c:cat>
          <c:val>
            <c:numRef>
              <c:f>Sheet1!$C$2:$C$6</c:f>
              <c:numCache>
                <c:formatCode>General</c:formatCode>
                <c:ptCount val="5"/>
              </c:numCache>
            </c:numRef>
          </c:val>
          <c:extLst>
            <c:ext xmlns:c16="http://schemas.microsoft.com/office/drawing/2014/chart" uri="{C3380CC4-5D6E-409C-BE32-E72D297353CC}">
              <c16:uniqueId val="{0000000B-722F-4AD7-8547-2D4F365A96BF}"/>
            </c:ext>
          </c:extLst>
        </c:ser>
        <c:ser>
          <c:idx val="2"/>
          <c:order val="2"/>
          <c:tx>
            <c:strRef>
              <c:f>Sheet1!$D$1</c:f>
              <c:strCache>
                <c:ptCount val="1"/>
                <c:pt idx="0">
                  <c:v>Column2</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Step 01</c:v>
                </c:pt>
                <c:pt idx="1">
                  <c:v>Step 02</c:v>
                </c:pt>
                <c:pt idx="2">
                  <c:v>Step 03</c:v>
                </c:pt>
                <c:pt idx="3">
                  <c:v>Step 04</c:v>
                </c:pt>
                <c:pt idx="4">
                  <c:v>Step 05</c:v>
                </c:pt>
              </c:strCache>
            </c:strRef>
          </c:cat>
          <c:val>
            <c:numRef>
              <c:f>Sheet1!$D$2:$D$6</c:f>
              <c:numCache>
                <c:formatCode>General</c:formatCode>
                <c:ptCount val="5"/>
              </c:numCache>
            </c:numRef>
          </c:val>
          <c:extLst>
            <c:ext xmlns:c16="http://schemas.microsoft.com/office/drawing/2014/chart" uri="{C3380CC4-5D6E-409C-BE32-E72D297353CC}">
              <c16:uniqueId val="{0000000C-722F-4AD7-8547-2D4F365A96BF}"/>
            </c:ext>
          </c:extLst>
        </c:ser>
        <c:dLbls>
          <c:dLblPos val="outEnd"/>
          <c:showLegendKey val="0"/>
          <c:showVal val="1"/>
          <c:showCatName val="0"/>
          <c:showSerName val="0"/>
          <c:showPercent val="0"/>
          <c:showBubbleSize val="0"/>
        </c:dLbls>
        <c:gapWidth val="36"/>
        <c:overlap val="100"/>
        <c:axId val="872996944"/>
        <c:axId val="873006456"/>
      </c:barChart>
      <c:catAx>
        <c:axId val="872996944"/>
        <c:scaling>
          <c:orientation val="minMax"/>
        </c:scaling>
        <c:delete val="1"/>
        <c:axPos val="l"/>
        <c:numFmt formatCode="General" sourceLinked="1"/>
        <c:majorTickMark val="out"/>
        <c:minorTickMark val="none"/>
        <c:tickLblPos val="nextTo"/>
        <c:crossAx val="873006456"/>
        <c:crosses val="autoZero"/>
        <c:auto val="1"/>
        <c:lblAlgn val="ctr"/>
        <c:lblOffset val="100"/>
        <c:noMultiLvlLbl val="0"/>
      </c:catAx>
      <c:valAx>
        <c:axId val="873006456"/>
        <c:scaling>
          <c:orientation val="minMax"/>
        </c:scaling>
        <c:delete val="1"/>
        <c:axPos val="b"/>
        <c:numFmt formatCode="General" sourceLinked="1"/>
        <c:majorTickMark val="out"/>
        <c:minorTickMark val="none"/>
        <c:tickLblPos val="nextTo"/>
        <c:crossAx val="87299694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Series 1</c:v>
                </c:pt>
              </c:strCache>
            </c:strRef>
          </c:tx>
          <c:spPr>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16200000" scaled="1"/>
              <a:tileRect/>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2"/>
                    </a:solidFill>
                    <a:latin typeface="+mn-lt"/>
                    <a:ea typeface="+mn-ea"/>
                    <a:cs typeface="+mn-cs"/>
                  </a:defRPr>
                </a:pPr>
                <a:endParaRPr lang="ru-UA"/>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c:formatCode>
                <c:ptCount val="1"/>
                <c:pt idx="0">
                  <c:v>0.45</c:v>
                </c:pt>
              </c:numCache>
            </c:numRef>
          </c:val>
          <c:extLst>
            <c:ext xmlns:c16="http://schemas.microsoft.com/office/drawing/2014/chart" uri="{C3380CC4-5D6E-409C-BE32-E72D297353CC}">
              <c16:uniqueId val="{00000000-92A6-4AD9-9E6B-DE533D60928C}"/>
            </c:ext>
          </c:extLst>
        </c:ser>
        <c:ser>
          <c:idx val="1"/>
          <c:order val="1"/>
          <c:tx>
            <c:strRef>
              <c:f>Sheet1!$C$1</c:f>
              <c:strCache>
                <c:ptCount val="1"/>
                <c:pt idx="0">
                  <c:v>Series 2</c:v>
                </c:pt>
              </c:strCache>
            </c:strRef>
          </c:tx>
          <c:spPr>
            <a:gradFill flip="none" rotWithShape="1">
              <a:gsLst>
                <a:gs pos="0">
                  <a:schemeClr val="bg2">
                    <a:lumMod val="95000"/>
                    <a:shade val="30000"/>
                    <a:satMod val="115000"/>
                  </a:schemeClr>
                </a:gs>
                <a:gs pos="100000">
                  <a:schemeClr val="bg2">
                    <a:lumMod val="75000"/>
                    <a:lumOff val="25000"/>
                  </a:schemeClr>
                </a:gs>
              </a:gsLst>
              <a:lin ang="16200000" scaled="1"/>
              <a:tileRect/>
            </a:gradFill>
            <a:ln>
              <a:noFill/>
            </a:ln>
            <a:effectLst/>
          </c:spPr>
          <c:invertIfNegative val="0"/>
          <c:dPt>
            <c:idx val="0"/>
            <c:invertIfNegative val="0"/>
            <c:bubble3D val="0"/>
            <c:spPr>
              <a:gradFill flip="none" rotWithShape="1">
                <a:gsLst>
                  <a:gs pos="0">
                    <a:schemeClr val="bg2">
                      <a:lumMod val="95000"/>
                      <a:shade val="30000"/>
                      <a:satMod val="115000"/>
                    </a:schemeClr>
                  </a:gs>
                  <a:gs pos="100000">
                    <a:schemeClr val="bg2">
                      <a:lumMod val="75000"/>
                      <a:lumOff val="25000"/>
                    </a:schemeClr>
                  </a:gs>
                </a:gsLst>
                <a:lin ang="16200000" scaled="1"/>
                <a:tileRect/>
              </a:gradFill>
              <a:ln>
                <a:noFill/>
              </a:ln>
              <a:effectLst/>
            </c:spPr>
            <c:extLst>
              <c:ext xmlns:c16="http://schemas.microsoft.com/office/drawing/2014/chart" uri="{C3380CC4-5D6E-409C-BE32-E72D297353CC}">
                <c16:uniqueId val="{00000003-92A6-4AD9-9E6B-DE533D60928C}"/>
              </c:ext>
            </c:extLst>
          </c:dPt>
          <c:cat>
            <c:strRef>
              <c:f>Sheet1!$A$2</c:f>
              <c:strCache>
                <c:ptCount val="1"/>
                <c:pt idx="0">
                  <c:v>Category 1</c:v>
                </c:pt>
              </c:strCache>
            </c:strRef>
          </c:cat>
          <c:val>
            <c:numRef>
              <c:f>Sheet1!$C$2</c:f>
              <c:numCache>
                <c:formatCode>0%</c:formatCode>
                <c:ptCount val="1"/>
                <c:pt idx="0">
                  <c:v>0.55000000000000004</c:v>
                </c:pt>
              </c:numCache>
            </c:numRef>
          </c:val>
          <c:extLst>
            <c:ext xmlns:c16="http://schemas.microsoft.com/office/drawing/2014/chart" uri="{C3380CC4-5D6E-409C-BE32-E72D297353CC}">
              <c16:uniqueId val="{00000001-92A6-4AD9-9E6B-DE533D60928C}"/>
            </c:ext>
          </c:extLst>
        </c:ser>
        <c:dLbls>
          <c:showLegendKey val="0"/>
          <c:showVal val="0"/>
          <c:showCatName val="0"/>
          <c:showSerName val="0"/>
          <c:showPercent val="0"/>
          <c:showBubbleSize val="0"/>
        </c:dLbls>
        <c:gapWidth val="150"/>
        <c:overlap val="100"/>
        <c:axId val="808529560"/>
        <c:axId val="808528576"/>
      </c:barChart>
      <c:catAx>
        <c:axId val="808529560"/>
        <c:scaling>
          <c:orientation val="minMax"/>
        </c:scaling>
        <c:delete val="1"/>
        <c:axPos val="l"/>
        <c:numFmt formatCode="General" sourceLinked="1"/>
        <c:majorTickMark val="out"/>
        <c:minorTickMark val="none"/>
        <c:tickLblPos val="nextTo"/>
        <c:crossAx val="808528576"/>
        <c:crosses val="autoZero"/>
        <c:auto val="1"/>
        <c:lblAlgn val="ctr"/>
        <c:lblOffset val="100"/>
        <c:noMultiLvlLbl val="0"/>
      </c:catAx>
      <c:valAx>
        <c:axId val="808528576"/>
        <c:scaling>
          <c:orientation val="minMax"/>
        </c:scaling>
        <c:delete val="1"/>
        <c:axPos val="b"/>
        <c:numFmt formatCode="0%" sourceLinked="1"/>
        <c:majorTickMark val="out"/>
        <c:minorTickMark val="none"/>
        <c:tickLblPos val="nextTo"/>
        <c:crossAx val="8085295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Series 1</c:v>
                </c:pt>
              </c:strCache>
            </c:strRef>
          </c:tx>
          <c:spPr>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16200000" scaled="1"/>
              <a:tileRect/>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2"/>
                    </a:solidFill>
                    <a:latin typeface="+mn-lt"/>
                    <a:ea typeface="+mn-ea"/>
                    <a:cs typeface="+mn-cs"/>
                  </a:defRPr>
                </a:pPr>
                <a:endParaRPr lang="ru-UA"/>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c:formatCode>
                <c:ptCount val="1"/>
                <c:pt idx="0">
                  <c:v>0.25</c:v>
                </c:pt>
              </c:numCache>
            </c:numRef>
          </c:val>
          <c:extLst>
            <c:ext xmlns:c16="http://schemas.microsoft.com/office/drawing/2014/chart" uri="{C3380CC4-5D6E-409C-BE32-E72D297353CC}">
              <c16:uniqueId val="{00000000-92A6-4AD9-9E6B-DE533D60928C}"/>
            </c:ext>
          </c:extLst>
        </c:ser>
        <c:ser>
          <c:idx val="1"/>
          <c:order val="1"/>
          <c:tx>
            <c:strRef>
              <c:f>Sheet1!$C$1</c:f>
              <c:strCache>
                <c:ptCount val="1"/>
                <c:pt idx="0">
                  <c:v>Series 2</c:v>
                </c:pt>
              </c:strCache>
            </c:strRef>
          </c:tx>
          <c:spPr>
            <a:gradFill flip="none" rotWithShape="1">
              <a:gsLst>
                <a:gs pos="0">
                  <a:schemeClr val="bg2">
                    <a:lumMod val="95000"/>
                    <a:shade val="30000"/>
                    <a:satMod val="115000"/>
                  </a:schemeClr>
                </a:gs>
                <a:gs pos="100000">
                  <a:schemeClr val="bg2">
                    <a:lumMod val="75000"/>
                    <a:lumOff val="25000"/>
                  </a:schemeClr>
                </a:gs>
              </a:gsLst>
              <a:lin ang="16200000" scaled="1"/>
              <a:tileRect/>
            </a:gradFill>
            <a:ln>
              <a:noFill/>
            </a:ln>
            <a:effectLst/>
          </c:spPr>
          <c:invertIfNegative val="0"/>
          <c:dPt>
            <c:idx val="0"/>
            <c:invertIfNegative val="0"/>
            <c:bubble3D val="0"/>
            <c:spPr>
              <a:gradFill flip="none" rotWithShape="1">
                <a:gsLst>
                  <a:gs pos="0">
                    <a:schemeClr val="bg2">
                      <a:lumMod val="95000"/>
                      <a:shade val="30000"/>
                      <a:satMod val="115000"/>
                    </a:schemeClr>
                  </a:gs>
                  <a:gs pos="100000">
                    <a:schemeClr val="bg2">
                      <a:lumMod val="75000"/>
                      <a:lumOff val="25000"/>
                    </a:schemeClr>
                  </a:gs>
                </a:gsLst>
                <a:lin ang="16200000" scaled="1"/>
                <a:tileRect/>
              </a:gradFill>
              <a:ln>
                <a:noFill/>
              </a:ln>
              <a:effectLst/>
            </c:spPr>
            <c:extLst>
              <c:ext xmlns:c16="http://schemas.microsoft.com/office/drawing/2014/chart" uri="{C3380CC4-5D6E-409C-BE32-E72D297353CC}">
                <c16:uniqueId val="{00000001-10B6-4BB6-91B1-BA5F72CCCCCD}"/>
              </c:ext>
            </c:extLst>
          </c:dPt>
          <c:cat>
            <c:strRef>
              <c:f>Sheet1!$A$2</c:f>
              <c:strCache>
                <c:ptCount val="1"/>
                <c:pt idx="0">
                  <c:v>Category 1</c:v>
                </c:pt>
              </c:strCache>
            </c:strRef>
          </c:cat>
          <c:val>
            <c:numRef>
              <c:f>Sheet1!$C$2</c:f>
              <c:numCache>
                <c:formatCode>0%</c:formatCode>
                <c:ptCount val="1"/>
                <c:pt idx="0">
                  <c:v>0.75</c:v>
                </c:pt>
              </c:numCache>
            </c:numRef>
          </c:val>
          <c:extLst>
            <c:ext xmlns:c16="http://schemas.microsoft.com/office/drawing/2014/chart" uri="{C3380CC4-5D6E-409C-BE32-E72D297353CC}">
              <c16:uniqueId val="{00000002-3F3D-418E-9ECB-7351EEFC0A0F}"/>
            </c:ext>
          </c:extLst>
        </c:ser>
        <c:dLbls>
          <c:showLegendKey val="0"/>
          <c:showVal val="0"/>
          <c:showCatName val="0"/>
          <c:showSerName val="0"/>
          <c:showPercent val="0"/>
          <c:showBubbleSize val="0"/>
        </c:dLbls>
        <c:gapWidth val="150"/>
        <c:overlap val="100"/>
        <c:axId val="808529560"/>
        <c:axId val="808528576"/>
      </c:barChart>
      <c:catAx>
        <c:axId val="808529560"/>
        <c:scaling>
          <c:orientation val="minMax"/>
        </c:scaling>
        <c:delete val="1"/>
        <c:axPos val="l"/>
        <c:numFmt formatCode="General" sourceLinked="1"/>
        <c:majorTickMark val="out"/>
        <c:minorTickMark val="none"/>
        <c:tickLblPos val="nextTo"/>
        <c:crossAx val="808528576"/>
        <c:crosses val="autoZero"/>
        <c:auto val="1"/>
        <c:lblAlgn val="ctr"/>
        <c:lblOffset val="100"/>
        <c:noMultiLvlLbl val="0"/>
      </c:catAx>
      <c:valAx>
        <c:axId val="808528576"/>
        <c:scaling>
          <c:orientation val="minMax"/>
        </c:scaling>
        <c:delete val="1"/>
        <c:axPos val="b"/>
        <c:numFmt formatCode="0%" sourceLinked="1"/>
        <c:majorTickMark val="out"/>
        <c:minorTickMark val="none"/>
        <c:tickLblPos val="nextTo"/>
        <c:crossAx val="8085295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Series 1</c:v>
                </c:pt>
              </c:strCache>
            </c:strRef>
          </c:tx>
          <c:spPr>
            <a:gradFill flip="none" rotWithShape="1">
              <a:gsLst>
                <a:gs pos="0">
                  <a:schemeClr val="accent3">
                    <a:shade val="30000"/>
                    <a:satMod val="115000"/>
                  </a:schemeClr>
                </a:gs>
                <a:gs pos="50000">
                  <a:schemeClr val="accent3">
                    <a:shade val="67500"/>
                    <a:satMod val="115000"/>
                  </a:schemeClr>
                </a:gs>
                <a:gs pos="100000">
                  <a:schemeClr val="accent3">
                    <a:shade val="100000"/>
                    <a:satMod val="115000"/>
                  </a:schemeClr>
                </a:gs>
              </a:gsLst>
              <a:lin ang="16200000" scaled="1"/>
              <a:tileRect/>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2"/>
                    </a:solidFill>
                    <a:latin typeface="+mn-lt"/>
                    <a:ea typeface="+mn-ea"/>
                    <a:cs typeface="+mn-cs"/>
                  </a:defRPr>
                </a:pPr>
                <a:endParaRPr lang="ru-UA"/>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c:formatCode>
                <c:ptCount val="1"/>
                <c:pt idx="0">
                  <c:v>0.7</c:v>
                </c:pt>
              </c:numCache>
            </c:numRef>
          </c:val>
          <c:extLst>
            <c:ext xmlns:c16="http://schemas.microsoft.com/office/drawing/2014/chart" uri="{C3380CC4-5D6E-409C-BE32-E72D297353CC}">
              <c16:uniqueId val="{00000000-92A6-4AD9-9E6B-DE533D60928C}"/>
            </c:ext>
          </c:extLst>
        </c:ser>
        <c:ser>
          <c:idx val="1"/>
          <c:order val="1"/>
          <c:tx>
            <c:strRef>
              <c:f>Sheet1!$C$1</c:f>
              <c:strCache>
                <c:ptCount val="1"/>
                <c:pt idx="0">
                  <c:v>Series 2</c:v>
                </c:pt>
              </c:strCache>
            </c:strRef>
          </c:tx>
          <c:spPr>
            <a:gradFill flip="none" rotWithShape="1">
              <a:gsLst>
                <a:gs pos="0">
                  <a:schemeClr val="bg2">
                    <a:lumMod val="95000"/>
                    <a:shade val="30000"/>
                    <a:satMod val="115000"/>
                  </a:schemeClr>
                </a:gs>
                <a:gs pos="50000">
                  <a:schemeClr val="bg2">
                    <a:lumMod val="95000"/>
                    <a:shade val="67500"/>
                    <a:satMod val="115000"/>
                  </a:schemeClr>
                </a:gs>
                <a:gs pos="100000">
                  <a:schemeClr val="bg2">
                    <a:lumMod val="95000"/>
                    <a:shade val="100000"/>
                    <a:satMod val="115000"/>
                  </a:schemeClr>
                </a:gs>
              </a:gsLst>
              <a:lin ang="16200000" scaled="1"/>
              <a:tileRect/>
            </a:gradFill>
            <a:ln>
              <a:noFill/>
            </a:ln>
            <a:effectLst/>
          </c:spPr>
          <c:invertIfNegative val="0"/>
          <c:dPt>
            <c:idx val="0"/>
            <c:invertIfNegative val="0"/>
            <c:bubble3D val="0"/>
            <c:spPr>
              <a:gradFill flip="none" rotWithShape="1">
                <a:gsLst>
                  <a:gs pos="100000">
                    <a:schemeClr val="bg2">
                      <a:lumMod val="75000"/>
                      <a:lumOff val="25000"/>
                    </a:schemeClr>
                  </a:gs>
                  <a:gs pos="0">
                    <a:schemeClr val="bg2">
                      <a:lumMod val="95000"/>
                    </a:schemeClr>
                  </a:gs>
                </a:gsLst>
                <a:lin ang="16200000" scaled="1"/>
                <a:tileRect/>
              </a:gradFill>
              <a:ln>
                <a:noFill/>
              </a:ln>
              <a:effectLst/>
            </c:spPr>
            <c:extLst>
              <c:ext xmlns:c16="http://schemas.microsoft.com/office/drawing/2014/chart" uri="{C3380CC4-5D6E-409C-BE32-E72D297353CC}">
                <c16:uniqueId val="{00000003-92A6-4AD9-9E6B-DE533D60928C}"/>
              </c:ext>
            </c:extLst>
          </c:dPt>
          <c:cat>
            <c:strRef>
              <c:f>Sheet1!$A$2</c:f>
              <c:strCache>
                <c:ptCount val="1"/>
                <c:pt idx="0">
                  <c:v>Category 1</c:v>
                </c:pt>
              </c:strCache>
            </c:strRef>
          </c:cat>
          <c:val>
            <c:numRef>
              <c:f>Sheet1!$C$2</c:f>
              <c:numCache>
                <c:formatCode>0%</c:formatCode>
                <c:ptCount val="1"/>
                <c:pt idx="0">
                  <c:v>0.30000000000000004</c:v>
                </c:pt>
              </c:numCache>
            </c:numRef>
          </c:val>
          <c:extLst>
            <c:ext xmlns:c16="http://schemas.microsoft.com/office/drawing/2014/chart" uri="{C3380CC4-5D6E-409C-BE32-E72D297353CC}">
              <c16:uniqueId val="{00000001-92A6-4AD9-9E6B-DE533D60928C}"/>
            </c:ext>
          </c:extLst>
        </c:ser>
        <c:dLbls>
          <c:showLegendKey val="0"/>
          <c:showVal val="0"/>
          <c:showCatName val="0"/>
          <c:showSerName val="0"/>
          <c:showPercent val="0"/>
          <c:showBubbleSize val="0"/>
        </c:dLbls>
        <c:gapWidth val="150"/>
        <c:overlap val="100"/>
        <c:axId val="808529560"/>
        <c:axId val="808528576"/>
      </c:barChart>
      <c:catAx>
        <c:axId val="808529560"/>
        <c:scaling>
          <c:orientation val="minMax"/>
        </c:scaling>
        <c:delete val="1"/>
        <c:axPos val="l"/>
        <c:numFmt formatCode="General" sourceLinked="1"/>
        <c:majorTickMark val="out"/>
        <c:minorTickMark val="none"/>
        <c:tickLblPos val="nextTo"/>
        <c:crossAx val="808528576"/>
        <c:crosses val="autoZero"/>
        <c:auto val="1"/>
        <c:lblAlgn val="ctr"/>
        <c:lblOffset val="100"/>
        <c:noMultiLvlLbl val="0"/>
      </c:catAx>
      <c:valAx>
        <c:axId val="808528576"/>
        <c:scaling>
          <c:orientation val="minMax"/>
        </c:scaling>
        <c:delete val="1"/>
        <c:axPos val="b"/>
        <c:numFmt formatCode="0%" sourceLinked="1"/>
        <c:majorTickMark val="out"/>
        <c:minorTickMark val="none"/>
        <c:tickLblPos val="nextTo"/>
        <c:crossAx val="8085295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Series 1</c:v>
                </c:pt>
              </c:strCache>
            </c:strRef>
          </c:tx>
          <c:spPr>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c:spPr>
          <c:invertIfNegative val="0"/>
          <c:dPt>
            <c:idx val="0"/>
            <c:invertIfNegative val="0"/>
            <c:bubble3D val="0"/>
            <c:spPr>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16200000" scaled="1"/>
                <a:tileRect/>
              </a:gradFill>
              <a:ln>
                <a:noFill/>
              </a:ln>
              <a:effectLst/>
            </c:spPr>
            <c:extLst>
              <c:ext xmlns:c16="http://schemas.microsoft.com/office/drawing/2014/chart" uri="{C3380CC4-5D6E-409C-BE32-E72D297353CC}">
                <c16:uniqueId val="{00000002-C558-4C2F-86C9-614768E87E67}"/>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2"/>
                    </a:solidFill>
                    <a:latin typeface="+mn-lt"/>
                    <a:ea typeface="+mn-ea"/>
                    <a:cs typeface="+mn-cs"/>
                  </a:defRPr>
                </a:pPr>
                <a:endParaRPr lang="ru-UA"/>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c:formatCode>
                <c:ptCount val="1"/>
                <c:pt idx="0">
                  <c:v>0.65</c:v>
                </c:pt>
              </c:numCache>
            </c:numRef>
          </c:val>
          <c:extLst>
            <c:ext xmlns:c16="http://schemas.microsoft.com/office/drawing/2014/chart" uri="{C3380CC4-5D6E-409C-BE32-E72D297353CC}">
              <c16:uniqueId val="{00000000-92A6-4AD9-9E6B-DE533D60928C}"/>
            </c:ext>
          </c:extLst>
        </c:ser>
        <c:ser>
          <c:idx val="1"/>
          <c:order val="1"/>
          <c:tx>
            <c:strRef>
              <c:f>Sheet1!$C$1</c:f>
              <c:strCache>
                <c:ptCount val="1"/>
                <c:pt idx="0">
                  <c:v>Series 2</c:v>
                </c:pt>
              </c:strCache>
            </c:strRef>
          </c:tx>
          <c:spPr>
            <a:gradFill flip="none" rotWithShape="1">
              <a:gsLst>
                <a:gs pos="0">
                  <a:schemeClr val="bg2">
                    <a:lumMod val="95000"/>
                    <a:shade val="30000"/>
                    <a:satMod val="115000"/>
                  </a:schemeClr>
                </a:gs>
                <a:gs pos="100000">
                  <a:schemeClr val="bg2">
                    <a:lumMod val="75000"/>
                    <a:lumOff val="25000"/>
                  </a:schemeClr>
                </a:gs>
              </a:gsLst>
              <a:lin ang="16200000" scaled="1"/>
              <a:tileRect/>
            </a:gradFill>
            <a:ln>
              <a:noFill/>
            </a:ln>
            <a:effectLst/>
          </c:spPr>
          <c:invertIfNegative val="0"/>
          <c:dPt>
            <c:idx val="0"/>
            <c:invertIfNegative val="0"/>
            <c:bubble3D val="0"/>
            <c:spPr>
              <a:gradFill flip="none" rotWithShape="1">
                <a:gsLst>
                  <a:gs pos="0">
                    <a:schemeClr val="bg2">
                      <a:lumMod val="95000"/>
                      <a:shade val="30000"/>
                      <a:satMod val="115000"/>
                    </a:schemeClr>
                  </a:gs>
                  <a:gs pos="100000">
                    <a:schemeClr val="bg2">
                      <a:lumMod val="75000"/>
                      <a:lumOff val="25000"/>
                    </a:schemeClr>
                  </a:gs>
                </a:gsLst>
                <a:lin ang="16200000" scaled="1"/>
                <a:tileRect/>
              </a:gradFill>
              <a:ln>
                <a:noFill/>
              </a:ln>
              <a:effectLst/>
            </c:spPr>
            <c:extLst>
              <c:ext xmlns:c16="http://schemas.microsoft.com/office/drawing/2014/chart" uri="{C3380CC4-5D6E-409C-BE32-E72D297353CC}">
                <c16:uniqueId val="{00000003-92A6-4AD9-9E6B-DE533D60928C}"/>
              </c:ext>
            </c:extLst>
          </c:dPt>
          <c:cat>
            <c:strRef>
              <c:f>Sheet1!$A$2</c:f>
              <c:strCache>
                <c:ptCount val="1"/>
                <c:pt idx="0">
                  <c:v>Category 1</c:v>
                </c:pt>
              </c:strCache>
            </c:strRef>
          </c:cat>
          <c:val>
            <c:numRef>
              <c:f>Sheet1!$C$2</c:f>
              <c:numCache>
                <c:formatCode>0%</c:formatCode>
                <c:ptCount val="1"/>
                <c:pt idx="0">
                  <c:v>0.35</c:v>
                </c:pt>
              </c:numCache>
            </c:numRef>
          </c:val>
          <c:extLst>
            <c:ext xmlns:c16="http://schemas.microsoft.com/office/drawing/2014/chart" uri="{C3380CC4-5D6E-409C-BE32-E72D297353CC}">
              <c16:uniqueId val="{00000001-92A6-4AD9-9E6B-DE533D60928C}"/>
            </c:ext>
          </c:extLst>
        </c:ser>
        <c:dLbls>
          <c:showLegendKey val="0"/>
          <c:showVal val="0"/>
          <c:showCatName val="0"/>
          <c:showSerName val="0"/>
          <c:showPercent val="0"/>
          <c:showBubbleSize val="0"/>
        </c:dLbls>
        <c:gapWidth val="150"/>
        <c:overlap val="100"/>
        <c:axId val="808529560"/>
        <c:axId val="808528576"/>
      </c:barChart>
      <c:catAx>
        <c:axId val="808529560"/>
        <c:scaling>
          <c:orientation val="minMax"/>
        </c:scaling>
        <c:delete val="1"/>
        <c:axPos val="l"/>
        <c:numFmt formatCode="General" sourceLinked="1"/>
        <c:majorTickMark val="out"/>
        <c:minorTickMark val="none"/>
        <c:tickLblPos val="nextTo"/>
        <c:crossAx val="808528576"/>
        <c:crosses val="autoZero"/>
        <c:auto val="1"/>
        <c:lblAlgn val="ctr"/>
        <c:lblOffset val="100"/>
        <c:noMultiLvlLbl val="0"/>
      </c:catAx>
      <c:valAx>
        <c:axId val="808528576"/>
        <c:scaling>
          <c:orientation val="minMax"/>
        </c:scaling>
        <c:delete val="1"/>
        <c:axPos val="b"/>
        <c:numFmt formatCode="0%" sourceLinked="1"/>
        <c:majorTickMark val="out"/>
        <c:minorTickMark val="none"/>
        <c:tickLblPos val="nextTo"/>
        <c:crossAx val="8085295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Series 1</c:v>
                </c:pt>
              </c:strCache>
            </c:strRef>
          </c:tx>
          <c:spPr>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2"/>
                    </a:solidFill>
                    <a:latin typeface="+mn-lt"/>
                    <a:ea typeface="+mn-ea"/>
                    <a:cs typeface="+mn-cs"/>
                  </a:defRPr>
                </a:pPr>
                <a:endParaRPr lang="ru-UA"/>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c:formatCode>
                <c:ptCount val="1"/>
                <c:pt idx="0">
                  <c:v>0.8</c:v>
                </c:pt>
              </c:numCache>
            </c:numRef>
          </c:val>
          <c:extLst>
            <c:ext xmlns:c16="http://schemas.microsoft.com/office/drawing/2014/chart" uri="{C3380CC4-5D6E-409C-BE32-E72D297353CC}">
              <c16:uniqueId val="{00000000-92A6-4AD9-9E6B-DE533D60928C}"/>
            </c:ext>
          </c:extLst>
        </c:ser>
        <c:ser>
          <c:idx val="1"/>
          <c:order val="1"/>
          <c:tx>
            <c:strRef>
              <c:f>Sheet1!$C$1</c:f>
              <c:strCache>
                <c:ptCount val="1"/>
                <c:pt idx="0">
                  <c:v>Series 2</c:v>
                </c:pt>
              </c:strCache>
            </c:strRef>
          </c:tx>
          <c:spPr>
            <a:gradFill flip="none" rotWithShape="1">
              <a:gsLst>
                <a:gs pos="0">
                  <a:schemeClr val="bg2">
                    <a:lumMod val="95000"/>
                    <a:shade val="30000"/>
                    <a:satMod val="115000"/>
                  </a:schemeClr>
                </a:gs>
                <a:gs pos="100000">
                  <a:schemeClr val="bg2">
                    <a:lumMod val="75000"/>
                    <a:lumOff val="25000"/>
                  </a:schemeClr>
                </a:gs>
              </a:gsLst>
              <a:lin ang="16200000" scaled="1"/>
              <a:tileRect/>
            </a:gradFill>
            <a:ln>
              <a:noFill/>
            </a:ln>
            <a:effectLst/>
          </c:spPr>
          <c:invertIfNegative val="0"/>
          <c:dPt>
            <c:idx val="0"/>
            <c:invertIfNegative val="0"/>
            <c:bubble3D val="0"/>
            <c:spPr>
              <a:gradFill flip="none" rotWithShape="1">
                <a:gsLst>
                  <a:gs pos="0">
                    <a:schemeClr val="bg2">
                      <a:lumMod val="95000"/>
                      <a:shade val="30000"/>
                      <a:satMod val="115000"/>
                    </a:schemeClr>
                  </a:gs>
                  <a:gs pos="100000">
                    <a:schemeClr val="bg2">
                      <a:lumMod val="75000"/>
                      <a:lumOff val="25000"/>
                    </a:schemeClr>
                  </a:gs>
                </a:gsLst>
                <a:lin ang="16200000" scaled="1"/>
                <a:tileRect/>
              </a:gradFill>
              <a:ln>
                <a:noFill/>
              </a:ln>
              <a:effectLst/>
            </c:spPr>
            <c:extLst>
              <c:ext xmlns:c16="http://schemas.microsoft.com/office/drawing/2014/chart" uri="{C3380CC4-5D6E-409C-BE32-E72D297353CC}">
                <c16:uniqueId val="{00000003-92A6-4AD9-9E6B-DE533D60928C}"/>
              </c:ext>
            </c:extLst>
          </c:dPt>
          <c:cat>
            <c:strRef>
              <c:f>Sheet1!$A$2</c:f>
              <c:strCache>
                <c:ptCount val="1"/>
                <c:pt idx="0">
                  <c:v>Category 1</c:v>
                </c:pt>
              </c:strCache>
            </c:strRef>
          </c:cat>
          <c:val>
            <c:numRef>
              <c:f>Sheet1!$C$2</c:f>
              <c:numCache>
                <c:formatCode>0%</c:formatCode>
                <c:ptCount val="1"/>
                <c:pt idx="0">
                  <c:v>0.19999999999999996</c:v>
                </c:pt>
              </c:numCache>
            </c:numRef>
          </c:val>
          <c:extLst>
            <c:ext xmlns:c16="http://schemas.microsoft.com/office/drawing/2014/chart" uri="{C3380CC4-5D6E-409C-BE32-E72D297353CC}">
              <c16:uniqueId val="{00000001-92A6-4AD9-9E6B-DE533D60928C}"/>
            </c:ext>
          </c:extLst>
        </c:ser>
        <c:dLbls>
          <c:showLegendKey val="0"/>
          <c:showVal val="0"/>
          <c:showCatName val="0"/>
          <c:showSerName val="0"/>
          <c:showPercent val="0"/>
          <c:showBubbleSize val="0"/>
        </c:dLbls>
        <c:gapWidth val="150"/>
        <c:overlap val="100"/>
        <c:axId val="808529560"/>
        <c:axId val="808528576"/>
      </c:barChart>
      <c:catAx>
        <c:axId val="808529560"/>
        <c:scaling>
          <c:orientation val="minMax"/>
        </c:scaling>
        <c:delete val="1"/>
        <c:axPos val="l"/>
        <c:numFmt formatCode="General" sourceLinked="1"/>
        <c:majorTickMark val="out"/>
        <c:minorTickMark val="none"/>
        <c:tickLblPos val="nextTo"/>
        <c:crossAx val="808528576"/>
        <c:crosses val="autoZero"/>
        <c:auto val="1"/>
        <c:lblAlgn val="ctr"/>
        <c:lblOffset val="100"/>
        <c:noMultiLvlLbl val="0"/>
      </c:catAx>
      <c:valAx>
        <c:axId val="808528576"/>
        <c:scaling>
          <c:orientation val="minMax"/>
        </c:scaling>
        <c:delete val="1"/>
        <c:axPos val="b"/>
        <c:numFmt formatCode="0%" sourceLinked="1"/>
        <c:majorTickMark val="out"/>
        <c:minorTickMark val="none"/>
        <c:tickLblPos val="nextTo"/>
        <c:crossAx val="8085295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Series 1</c:v>
                </c:pt>
              </c:strCache>
            </c:strRef>
          </c:tx>
          <c:spPr>
            <a:solidFill>
              <a:schemeClr val="accent4"/>
            </a:solidFill>
            <a:ln>
              <a:noFill/>
            </a:ln>
            <a:effectLst/>
          </c:spPr>
          <c:invertIfNegative val="0"/>
          <c:cat>
            <c:strRef>
              <c:f>Sheet1!$A$2</c:f>
              <c:strCache>
                <c:ptCount val="1"/>
                <c:pt idx="0">
                  <c:v>Category 1</c:v>
                </c:pt>
              </c:strCache>
            </c:strRef>
          </c:cat>
          <c:val>
            <c:numRef>
              <c:f>Sheet1!$B$2</c:f>
              <c:numCache>
                <c:formatCode>0%</c:formatCode>
                <c:ptCount val="1"/>
                <c:pt idx="0">
                  <c:v>0.8</c:v>
                </c:pt>
              </c:numCache>
            </c:numRef>
          </c:val>
          <c:extLst>
            <c:ext xmlns:c16="http://schemas.microsoft.com/office/drawing/2014/chart" uri="{C3380CC4-5D6E-409C-BE32-E72D297353CC}">
              <c16:uniqueId val="{00000000-7528-4132-B2CE-17CF0628D54C}"/>
            </c:ext>
          </c:extLst>
        </c:ser>
        <c:ser>
          <c:idx val="1"/>
          <c:order val="1"/>
          <c:tx>
            <c:strRef>
              <c:f>Sheet1!$C$1</c:f>
              <c:strCache>
                <c:ptCount val="1"/>
                <c:pt idx="0">
                  <c:v>Series 2</c:v>
                </c:pt>
              </c:strCache>
            </c:strRef>
          </c:tx>
          <c:spPr>
            <a:solidFill>
              <a:schemeClr val="bg2">
                <a:lumMod val="75000"/>
                <a:lumOff val="25000"/>
              </a:schemeClr>
            </a:solidFill>
            <a:ln>
              <a:noFill/>
            </a:ln>
            <a:effectLst/>
          </c:spPr>
          <c:invertIfNegative val="0"/>
          <c:dPt>
            <c:idx val="0"/>
            <c:invertIfNegative val="0"/>
            <c:bubble3D val="0"/>
            <c:spPr>
              <a:solidFill>
                <a:schemeClr val="bg2">
                  <a:lumMod val="75000"/>
                  <a:lumOff val="25000"/>
                </a:schemeClr>
              </a:solidFill>
              <a:ln>
                <a:noFill/>
              </a:ln>
              <a:effectLst/>
            </c:spPr>
            <c:extLst>
              <c:ext xmlns:c16="http://schemas.microsoft.com/office/drawing/2014/chart" uri="{C3380CC4-5D6E-409C-BE32-E72D297353CC}">
                <c16:uniqueId val="{00000002-7528-4132-B2CE-17CF0628D54C}"/>
              </c:ext>
            </c:extLst>
          </c:dPt>
          <c:cat>
            <c:strRef>
              <c:f>Sheet1!$A$2</c:f>
              <c:strCache>
                <c:ptCount val="1"/>
                <c:pt idx="0">
                  <c:v>Category 1</c:v>
                </c:pt>
              </c:strCache>
            </c:strRef>
          </c:cat>
          <c:val>
            <c:numRef>
              <c:f>Sheet1!$C$2</c:f>
              <c:numCache>
                <c:formatCode>0%</c:formatCode>
                <c:ptCount val="1"/>
                <c:pt idx="0">
                  <c:v>0.19999999999999996</c:v>
                </c:pt>
              </c:numCache>
            </c:numRef>
          </c:val>
          <c:extLst>
            <c:ext xmlns:c16="http://schemas.microsoft.com/office/drawing/2014/chart" uri="{C3380CC4-5D6E-409C-BE32-E72D297353CC}">
              <c16:uniqueId val="{00000003-7528-4132-B2CE-17CF0628D54C}"/>
            </c:ext>
          </c:extLst>
        </c:ser>
        <c:dLbls>
          <c:showLegendKey val="0"/>
          <c:showVal val="0"/>
          <c:showCatName val="0"/>
          <c:showSerName val="0"/>
          <c:showPercent val="0"/>
          <c:showBubbleSize val="0"/>
        </c:dLbls>
        <c:gapWidth val="150"/>
        <c:overlap val="100"/>
        <c:axId val="808529560"/>
        <c:axId val="808528576"/>
      </c:barChart>
      <c:catAx>
        <c:axId val="808529560"/>
        <c:scaling>
          <c:orientation val="minMax"/>
        </c:scaling>
        <c:delete val="1"/>
        <c:axPos val="l"/>
        <c:numFmt formatCode="General" sourceLinked="1"/>
        <c:majorTickMark val="out"/>
        <c:minorTickMark val="none"/>
        <c:tickLblPos val="nextTo"/>
        <c:crossAx val="808528576"/>
        <c:crosses val="autoZero"/>
        <c:auto val="1"/>
        <c:lblAlgn val="ctr"/>
        <c:lblOffset val="100"/>
        <c:noMultiLvlLbl val="0"/>
      </c:catAx>
      <c:valAx>
        <c:axId val="808528576"/>
        <c:scaling>
          <c:orientation val="minMax"/>
        </c:scaling>
        <c:delete val="1"/>
        <c:axPos val="b"/>
        <c:numFmt formatCode="0%" sourceLinked="1"/>
        <c:majorTickMark val="out"/>
        <c:minorTickMark val="none"/>
        <c:tickLblPos val="nextTo"/>
        <c:crossAx val="8085295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Series 1</c:v>
                </c:pt>
              </c:strCache>
            </c:strRef>
          </c:tx>
          <c:spPr>
            <a:solidFill>
              <a:schemeClr val="accent3"/>
            </a:solidFill>
            <a:ln>
              <a:noFill/>
            </a:ln>
            <a:effectLst/>
          </c:spPr>
          <c:invertIfNegative val="0"/>
          <c:cat>
            <c:strRef>
              <c:f>Sheet1!$A$2</c:f>
              <c:strCache>
                <c:ptCount val="1"/>
                <c:pt idx="0">
                  <c:v>Category 1</c:v>
                </c:pt>
              </c:strCache>
            </c:strRef>
          </c:cat>
          <c:val>
            <c:numRef>
              <c:f>Sheet1!$B$2</c:f>
              <c:numCache>
                <c:formatCode>0%</c:formatCode>
                <c:ptCount val="1"/>
                <c:pt idx="0">
                  <c:v>0.4</c:v>
                </c:pt>
              </c:numCache>
            </c:numRef>
          </c:val>
          <c:extLst>
            <c:ext xmlns:c16="http://schemas.microsoft.com/office/drawing/2014/chart" uri="{C3380CC4-5D6E-409C-BE32-E72D297353CC}">
              <c16:uniqueId val="{00000000-7528-4132-B2CE-17CF0628D54C}"/>
            </c:ext>
          </c:extLst>
        </c:ser>
        <c:ser>
          <c:idx val="1"/>
          <c:order val="1"/>
          <c:tx>
            <c:strRef>
              <c:f>Sheet1!$C$1</c:f>
              <c:strCache>
                <c:ptCount val="1"/>
                <c:pt idx="0">
                  <c:v>Series 2</c:v>
                </c:pt>
              </c:strCache>
            </c:strRef>
          </c:tx>
          <c:spPr>
            <a:solidFill>
              <a:schemeClr val="bg2">
                <a:lumMod val="95000"/>
              </a:schemeClr>
            </a:solidFill>
            <a:ln>
              <a:noFill/>
            </a:ln>
            <a:effectLst/>
          </c:spPr>
          <c:invertIfNegative val="0"/>
          <c:dPt>
            <c:idx val="0"/>
            <c:invertIfNegative val="0"/>
            <c:bubble3D val="0"/>
            <c:spPr>
              <a:solidFill>
                <a:schemeClr val="bg2">
                  <a:lumMod val="75000"/>
                  <a:lumOff val="25000"/>
                </a:schemeClr>
              </a:solidFill>
              <a:ln>
                <a:noFill/>
              </a:ln>
              <a:effectLst/>
            </c:spPr>
            <c:extLst>
              <c:ext xmlns:c16="http://schemas.microsoft.com/office/drawing/2014/chart" uri="{C3380CC4-5D6E-409C-BE32-E72D297353CC}">
                <c16:uniqueId val="{00000002-7528-4132-B2CE-17CF0628D54C}"/>
              </c:ext>
            </c:extLst>
          </c:dPt>
          <c:cat>
            <c:strRef>
              <c:f>Sheet1!$A$2</c:f>
              <c:strCache>
                <c:ptCount val="1"/>
                <c:pt idx="0">
                  <c:v>Category 1</c:v>
                </c:pt>
              </c:strCache>
            </c:strRef>
          </c:cat>
          <c:val>
            <c:numRef>
              <c:f>Sheet1!$C$2</c:f>
              <c:numCache>
                <c:formatCode>0%</c:formatCode>
                <c:ptCount val="1"/>
                <c:pt idx="0">
                  <c:v>0.6</c:v>
                </c:pt>
              </c:numCache>
            </c:numRef>
          </c:val>
          <c:extLst>
            <c:ext xmlns:c16="http://schemas.microsoft.com/office/drawing/2014/chart" uri="{C3380CC4-5D6E-409C-BE32-E72D297353CC}">
              <c16:uniqueId val="{00000003-7528-4132-B2CE-17CF0628D54C}"/>
            </c:ext>
          </c:extLst>
        </c:ser>
        <c:dLbls>
          <c:showLegendKey val="0"/>
          <c:showVal val="0"/>
          <c:showCatName val="0"/>
          <c:showSerName val="0"/>
          <c:showPercent val="0"/>
          <c:showBubbleSize val="0"/>
        </c:dLbls>
        <c:gapWidth val="150"/>
        <c:overlap val="100"/>
        <c:axId val="808529560"/>
        <c:axId val="808528576"/>
      </c:barChart>
      <c:catAx>
        <c:axId val="808529560"/>
        <c:scaling>
          <c:orientation val="minMax"/>
        </c:scaling>
        <c:delete val="1"/>
        <c:axPos val="l"/>
        <c:numFmt formatCode="General" sourceLinked="1"/>
        <c:majorTickMark val="out"/>
        <c:minorTickMark val="none"/>
        <c:tickLblPos val="nextTo"/>
        <c:crossAx val="808528576"/>
        <c:crosses val="autoZero"/>
        <c:auto val="1"/>
        <c:lblAlgn val="ctr"/>
        <c:lblOffset val="100"/>
        <c:noMultiLvlLbl val="0"/>
      </c:catAx>
      <c:valAx>
        <c:axId val="808528576"/>
        <c:scaling>
          <c:orientation val="minMax"/>
        </c:scaling>
        <c:delete val="1"/>
        <c:axPos val="b"/>
        <c:numFmt formatCode="0%" sourceLinked="1"/>
        <c:majorTickMark val="out"/>
        <c:minorTickMark val="none"/>
        <c:tickLblPos val="nextTo"/>
        <c:crossAx val="8085295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4-7528-4132-B2CE-17CF0628D54C}"/>
              </c:ext>
            </c:extLst>
          </c:dPt>
          <c:cat>
            <c:strRef>
              <c:f>Sheet1!$A$2</c:f>
              <c:strCache>
                <c:ptCount val="1"/>
                <c:pt idx="0">
                  <c:v>Category 1</c:v>
                </c:pt>
              </c:strCache>
            </c:strRef>
          </c:cat>
          <c:val>
            <c:numRef>
              <c:f>Sheet1!$B$2</c:f>
              <c:numCache>
                <c:formatCode>0%</c:formatCode>
                <c:ptCount val="1"/>
                <c:pt idx="0">
                  <c:v>0.65</c:v>
                </c:pt>
              </c:numCache>
            </c:numRef>
          </c:val>
          <c:extLst>
            <c:ext xmlns:c16="http://schemas.microsoft.com/office/drawing/2014/chart" uri="{C3380CC4-5D6E-409C-BE32-E72D297353CC}">
              <c16:uniqueId val="{00000000-7528-4132-B2CE-17CF0628D54C}"/>
            </c:ext>
          </c:extLst>
        </c:ser>
        <c:ser>
          <c:idx val="1"/>
          <c:order val="1"/>
          <c:tx>
            <c:strRef>
              <c:f>Sheet1!$C$1</c:f>
              <c:strCache>
                <c:ptCount val="1"/>
                <c:pt idx="0">
                  <c:v>Series 2</c:v>
                </c:pt>
              </c:strCache>
            </c:strRef>
          </c:tx>
          <c:spPr>
            <a:solidFill>
              <a:schemeClr val="bg2">
                <a:lumMod val="75000"/>
                <a:lumOff val="25000"/>
              </a:schemeClr>
            </a:solidFill>
            <a:ln>
              <a:noFill/>
            </a:ln>
            <a:effectLst/>
          </c:spPr>
          <c:invertIfNegative val="0"/>
          <c:dPt>
            <c:idx val="0"/>
            <c:invertIfNegative val="0"/>
            <c:bubble3D val="0"/>
            <c:spPr>
              <a:solidFill>
                <a:schemeClr val="bg2">
                  <a:lumMod val="75000"/>
                  <a:lumOff val="25000"/>
                </a:schemeClr>
              </a:solidFill>
              <a:ln>
                <a:noFill/>
              </a:ln>
              <a:effectLst/>
            </c:spPr>
            <c:extLst>
              <c:ext xmlns:c16="http://schemas.microsoft.com/office/drawing/2014/chart" uri="{C3380CC4-5D6E-409C-BE32-E72D297353CC}">
                <c16:uniqueId val="{00000002-7528-4132-B2CE-17CF0628D54C}"/>
              </c:ext>
            </c:extLst>
          </c:dPt>
          <c:cat>
            <c:strRef>
              <c:f>Sheet1!$A$2</c:f>
              <c:strCache>
                <c:ptCount val="1"/>
                <c:pt idx="0">
                  <c:v>Category 1</c:v>
                </c:pt>
              </c:strCache>
            </c:strRef>
          </c:cat>
          <c:val>
            <c:numRef>
              <c:f>Sheet1!$C$2</c:f>
              <c:numCache>
                <c:formatCode>0%</c:formatCode>
                <c:ptCount val="1"/>
                <c:pt idx="0">
                  <c:v>0.35</c:v>
                </c:pt>
              </c:numCache>
            </c:numRef>
          </c:val>
          <c:extLst>
            <c:ext xmlns:c16="http://schemas.microsoft.com/office/drawing/2014/chart" uri="{C3380CC4-5D6E-409C-BE32-E72D297353CC}">
              <c16:uniqueId val="{00000003-7528-4132-B2CE-17CF0628D54C}"/>
            </c:ext>
          </c:extLst>
        </c:ser>
        <c:dLbls>
          <c:showLegendKey val="0"/>
          <c:showVal val="0"/>
          <c:showCatName val="0"/>
          <c:showSerName val="0"/>
          <c:showPercent val="0"/>
          <c:showBubbleSize val="0"/>
        </c:dLbls>
        <c:gapWidth val="150"/>
        <c:overlap val="100"/>
        <c:axId val="808529560"/>
        <c:axId val="808528576"/>
      </c:barChart>
      <c:catAx>
        <c:axId val="808529560"/>
        <c:scaling>
          <c:orientation val="minMax"/>
        </c:scaling>
        <c:delete val="1"/>
        <c:axPos val="l"/>
        <c:numFmt formatCode="General" sourceLinked="1"/>
        <c:majorTickMark val="out"/>
        <c:minorTickMark val="none"/>
        <c:tickLblPos val="nextTo"/>
        <c:crossAx val="808528576"/>
        <c:crosses val="autoZero"/>
        <c:auto val="1"/>
        <c:lblAlgn val="ctr"/>
        <c:lblOffset val="100"/>
        <c:noMultiLvlLbl val="0"/>
      </c:catAx>
      <c:valAx>
        <c:axId val="808528576"/>
        <c:scaling>
          <c:orientation val="minMax"/>
        </c:scaling>
        <c:delete val="1"/>
        <c:axPos val="b"/>
        <c:numFmt formatCode="0%" sourceLinked="1"/>
        <c:majorTickMark val="out"/>
        <c:minorTickMark val="none"/>
        <c:tickLblPos val="nextTo"/>
        <c:crossAx val="8085295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4"/>
              </a:solidFill>
              <a:ln w="19050">
                <a:noFill/>
              </a:ln>
              <a:effectLst/>
            </c:spPr>
            <c:extLst>
              <c:ext xmlns:c16="http://schemas.microsoft.com/office/drawing/2014/chart" uri="{C3380CC4-5D6E-409C-BE32-E72D297353CC}">
                <c16:uniqueId val="{00000001-4AAF-4CED-8AB2-9A74EB3A4771}"/>
              </c:ext>
            </c:extLst>
          </c:dPt>
          <c:dPt>
            <c:idx val="1"/>
            <c:bubble3D val="0"/>
            <c:spPr>
              <a:solidFill>
                <a:schemeClr val="bg2"/>
              </a:solidFill>
              <a:ln w="19050">
                <a:noFill/>
              </a:ln>
              <a:effectLst/>
            </c:spPr>
            <c:extLst>
              <c:ext xmlns:c16="http://schemas.microsoft.com/office/drawing/2014/chart" uri="{C3380CC4-5D6E-409C-BE32-E72D297353CC}">
                <c16:uniqueId val="{00000003-4AAF-4CED-8AB2-9A74EB3A4771}"/>
              </c:ext>
            </c:extLst>
          </c:dPt>
          <c:cat>
            <c:strRef>
              <c:f>Sheet1!$A$2:$A$3</c:f>
              <c:strCache>
                <c:ptCount val="2"/>
                <c:pt idx="0">
                  <c:v>1st Qtr</c:v>
                </c:pt>
                <c:pt idx="1">
                  <c:v>2nd Qtr</c:v>
                </c:pt>
              </c:strCache>
            </c:strRef>
          </c:cat>
          <c:val>
            <c:numRef>
              <c:f>Sheet1!$B$2:$B$3</c:f>
              <c:numCache>
                <c:formatCode>0%</c:formatCode>
                <c:ptCount val="2"/>
                <c:pt idx="0">
                  <c:v>0.7</c:v>
                </c:pt>
                <c:pt idx="1">
                  <c:v>0.30000000000000004</c:v>
                </c:pt>
              </c:numCache>
            </c:numRef>
          </c:val>
          <c:extLst>
            <c:ext xmlns:c16="http://schemas.microsoft.com/office/drawing/2014/chart" uri="{C3380CC4-5D6E-409C-BE32-E72D297353CC}">
              <c16:uniqueId val="{00000008-4AAF-4CED-8AB2-9A74EB3A4771}"/>
            </c:ext>
          </c:extLst>
        </c:ser>
        <c:dLbls>
          <c:showLegendKey val="0"/>
          <c:showVal val="0"/>
          <c:showCatName val="0"/>
          <c:showSerName val="0"/>
          <c:showPercent val="0"/>
          <c:showBubbleSize val="0"/>
          <c:showLeaderLines val="1"/>
        </c:dLbls>
        <c:firstSliceAng val="0"/>
        <c:holeSize val="88"/>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3"/>
              </a:solidFill>
              <a:ln w="19050">
                <a:noFill/>
              </a:ln>
              <a:effectLst/>
            </c:spPr>
            <c:extLst>
              <c:ext xmlns:c16="http://schemas.microsoft.com/office/drawing/2014/chart" uri="{C3380CC4-5D6E-409C-BE32-E72D297353CC}">
                <c16:uniqueId val="{00000001-49B3-401E-B1C3-B000C77BD3E0}"/>
              </c:ext>
            </c:extLst>
          </c:dPt>
          <c:dPt>
            <c:idx val="1"/>
            <c:bubble3D val="0"/>
            <c:spPr>
              <a:solidFill>
                <a:schemeClr val="bg2"/>
              </a:solidFill>
              <a:ln w="19050">
                <a:noFill/>
              </a:ln>
              <a:effectLst/>
            </c:spPr>
            <c:extLst>
              <c:ext xmlns:c16="http://schemas.microsoft.com/office/drawing/2014/chart" uri="{C3380CC4-5D6E-409C-BE32-E72D297353CC}">
                <c16:uniqueId val="{00000003-49B3-401E-B1C3-B000C77BD3E0}"/>
              </c:ext>
            </c:extLst>
          </c:dPt>
          <c:cat>
            <c:strRef>
              <c:f>Sheet1!$A$2:$A$3</c:f>
              <c:strCache>
                <c:ptCount val="2"/>
                <c:pt idx="0">
                  <c:v>1st Qtr</c:v>
                </c:pt>
                <c:pt idx="1">
                  <c:v>2nd Qtr</c:v>
                </c:pt>
              </c:strCache>
            </c:strRef>
          </c:cat>
          <c:val>
            <c:numRef>
              <c:f>Sheet1!$B$2:$B$3</c:f>
              <c:numCache>
                <c:formatCode>0%</c:formatCode>
                <c:ptCount val="2"/>
                <c:pt idx="0">
                  <c:v>0.6</c:v>
                </c:pt>
                <c:pt idx="1">
                  <c:v>0.4</c:v>
                </c:pt>
              </c:numCache>
            </c:numRef>
          </c:val>
          <c:extLst>
            <c:ext xmlns:c16="http://schemas.microsoft.com/office/drawing/2014/chart" uri="{C3380CC4-5D6E-409C-BE32-E72D297353CC}">
              <c16:uniqueId val="{00000008-49B3-401E-B1C3-B000C77BD3E0}"/>
            </c:ext>
          </c:extLst>
        </c:ser>
        <c:dLbls>
          <c:showLegendKey val="0"/>
          <c:showVal val="0"/>
          <c:showCatName val="0"/>
          <c:showSerName val="0"/>
          <c:showPercent val="0"/>
          <c:showBubbleSize val="0"/>
          <c:showLeaderLines val="1"/>
        </c:dLbls>
        <c:firstSliceAng val="0"/>
        <c:holeSize val="8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2"/>
              </a:solidFill>
              <a:ln w="19050">
                <a:noFill/>
              </a:ln>
              <a:effectLst/>
            </c:spPr>
            <c:extLst>
              <c:ext xmlns:c16="http://schemas.microsoft.com/office/drawing/2014/chart" uri="{C3380CC4-5D6E-409C-BE32-E72D297353CC}">
                <c16:uniqueId val="{00000001-741E-4B12-8BCF-5813378A1545}"/>
              </c:ext>
            </c:extLst>
          </c:dPt>
          <c:dPt>
            <c:idx val="1"/>
            <c:bubble3D val="0"/>
            <c:spPr>
              <a:solidFill>
                <a:schemeClr val="bg2"/>
              </a:solidFill>
              <a:ln w="19050">
                <a:noFill/>
              </a:ln>
              <a:effectLst/>
            </c:spPr>
            <c:extLst>
              <c:ext xmlns:c16="http://schemas.microsoft.com/office/drawing/2014/chart" uri="{C3380CC4-5D6E-409C-BE32-E72D297353CC}">
                <c16:uniqueId val="{00000003-741E-4B12-8BCF-5813378A1545}"/>
              </c:ext>
            </c:extLst>
          </c:dPt>
          <c:cat>
            <c:strRef>
              <c:f>Sheet1!$A$2:$A$3</c:f>
              <c:strCache>
                <c:ptCount val="2"/>
                <c:pt idx="0">
                  <c:v>1st Qtr</c:v>
                </c:pt>
                <c:pt idx="1">
                  <c:v>2nd Qtr</c:v>
                </c:pt>
              </c:strCache>
            </c:strRef>
          </c:cat>
          <c:val>
            <c:numRef>
              <c:f>Sheet1!$B$2:$B$3</c:f>
              <c:numCache>
                <c:formatCode>0%</c:formatCode>
                <c:ptCount val="2"/>
                <c:pt idx="0">
                  <c:v>0.5</c:v>
                </c:pt>
                <c:pt idx="1">
                  <c:v>0.5</c:v>
                </c:pt>
              </c:numCache>
            </c:numRef>
          </c:val>
          <c:extLst>
            <c:ext xmlns:c16="http://schemas.microsoft.com/office/drawing/2014/chart" uri="{C3380CC4-5D6E-409C-BE32-E72D297353CC}">
              <c16:uniqueId val="{00000008-741E-4B12-8BCF-5813378A1545}"/>
            </c:ext>
          </c:extLst>
        </c:ser>
        <c:dLbls>
          <c:showLegendKey val="0"/>
          <c:showVal val="0"/>
          <c:showCatName val="0"/>
          <c:showSerName val="0"/>
          <c:showPercent val="0"/>
          <c:showBubbleSize val="0"/>
          <c:showLeaderLines val="1"/>
        </c:dLbls>
        <c:firstSliceAng val="0"/>
        <c:holeSize val="82"/>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1231-47C3-8CEB-271EF2A63348}"/>
              </c:ext>
            </c:extLst>
          </c:dPt>
          <c:dPt>
            <c:idx val="1"/>
            <c:bubble3D val="0"/>
            <c:spPr>
              <a:solidFill>
                <a:schemeClr val="bg2"/>
              </a:solidFill>
              <a:ln w="19050">
                <a:noFill/>
              </a:ln>
              <a:effectLst/>
            </c:spPr>
            <c:extLst>
              <c:ext xmlns:c16="http://schemas.microsoft.com/office/drawing/2014/chart" uri="{C3380CC4-5D6E-409C-BE32-E72D297353CC}">
                <c16:uniqueId val="{00000001-80CE-469B-8077-60F796C9607B}"/>
              </c:ext>
            </c:extLst>
          </c:dPt>
          <c:cat>
            <c:strRef>
              <c:f>Sheet1!$A$2:$A$3</c:f>
              <c:strCache>
                <c:ptCount val="2"/>
                <c:pt idx="0">
                  <c:v>1st Qtr</c:v>
                </c:pt>
                <c:pt idx="1">
                  <c:v>2nd Qtr</c:v>
                </c:pt>
              </c:strCache>
            </c:strRef>
          </c:cat>
          <c:val>
            <c:numRef>
              <c:f>Sheet1!$B$2:$B$3</c:f>
              <c:numCache>
                <c:formatCode>0%</c:formatCode>
                <c:ptCount val="2"/>
                <c:pt idx="0">
                  <c:v>0.3</c:v>
                </c:pt>
                <c:pt idx="1">
                  <c:v>0.7</c:v>
                </c:pt>
              </c:numCache>
            </c:numRef>
          </c:val>
          <c:extLst>
            <c:ext xmlns:c16="http://schemas.microsoft.com/office/drawing/2014/chart" uri="{C3380CC4-5D6E-409C-BE32-E72D297353CC}">
              <c16:uniqueId val="{00000000-80CE-469B-8077-60F796C9607B}"/>
            </c:ext>
          </c:extLst>
        </c:ser>
        <c:dLbls>
          <c:showLegendKey val="0"/>
          <c:showVal val="0"/>
          <c:showCatName val="0"/>
          <c:showSerName val="0"/>
          <c:showPercent val="0"/>
          <c:showBubbleSize val="0"/>
          <c:showLeaderLines val="1"/>
        </c:dLbls>
        <c:firstSliceAng val="0"/>
        <c:holeSize val="7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55"/>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spPr>
            <a:ln>
              <a:noFill/>
            </a:ln>
          </c:spPr>
          <c:explosion val="7"/>
          <c:dPt>
            <c:idx val="0"/>
            <c:bubble3D val="0"/>
            <c:spPr>
              <a:solidFill>
                <a:schemeClr val="accent6">
                  <a:lumMod val="60000"/>
                  <a:lumOff val="40000"/>
                  <a:alpha val="97000"/>
                </a:schemeClr>
              </a:solidFill>
              <a:ln w="25400">
                <a:noFill/>
              </a:ln>
              <a:effectLst/>
              <a:sp3d/>
            </c:spPr>
            <c:extLst>
              <c:ext xmlns:c16="http://schemas.microsoft.com/office/drawing/2014/chart" uri="{C3380CC4-5D6E-409C-BE32-E72D297353CC}">
                <c16:uniqueId val="{00000004-FAF3-46ED-A269-D0789BA4246E}"/>
              </c:ext>
            </c:extLst>
          </c:dPt>
          <c:dPt>
            <c:idx val="1"/>
            <c:bubble3D val="0"/>
            <c:spPr>
              <a:solidFill>
                <a:schemeClr val="accent3">
                  <a:alpha val="94000"/>
                </a:schemeClr>
              </a:solidFill>
              <a:ln w="25400">
                <a:noFill/>
              </a:ln>
              <a:effectLst/>
              <a:sp3d/>
            </c:spPr>
            <c:extLst>
              <c:ext xmlns:c16="http://schemas.microsoft.com/office/drawing/2014/chart" uri="{C3380CC4-5D6E-409C-BE32-E72D297353CC}">
                <c16:uniqueId val="{00000001-FAF3-46ED-A269-D0789BA4246E}"/>
              </c:ext>
            </c:extLst>
          </c:dPt>
          <c:dPt>
            <c:idx val="2"/>
            <c:bubble3D val="0"/>
            <c:spPr>
              <a:solidFill>
                <a:schemeClr val="accent1">
                  <a:alpha val="97000"/>
                </a:schemeClr>
              </a:solidFill>
              <a:ln w="25400">
                <a:noFill/>
              </a:ln>
              <a:effectLst/>
              <a:sp3d/>
            </c:spPr>
            <c:extLst>
              <c:ext xmlns:c16="http://schemas.microsoft.com/office/drawing/2014/chart" uri="{C3380CC4-5D6E-409C-BE32-E72D297353CC}">
                <c16:uniqueId val="{00000002-FAF3-46ED-A269-D0789BA4246E}"/>
              </c:ext>
            </c:extLst>
          </c:dPt>
          <c:dPt>
            <c:idx val="3"/>
            <c:bubble3D val="0"/>
            <c:spPr>
              <a:solidFill>
                <a:schemeClr val="accent4"/>
              </a:solidFill>
              <a:ln w="25400">
                <a:noFill/>
              </a:ln>
              <a:effectLst/>
              <a:sp3d/>
            </c:spPr>
            <c:extLst>
              <c:ext xmlns:c16="http://schemas.microsoft.com/office/drawing/2014/chart" uri="{C3380CC4-5D6E-409C-BE32-E72D297353CC}">
                <c16:uniqueId val="{00000003-FAF3-46ED-A269-D0789BA4246E}"/>
              </c:ext>
            </c:extLst>
          </c:dPt>
          <c:dLbls>
            <c:dLbl>
              <c:idx val="0"/>
              <c:layout>
                <c:manualLayout>
                  <c:x val="3.9890954243270264E-2"/>
                  <c:y val="-0.11925467003811767"/>
                </c:manualLayout>
              </c:layout>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accent6">
                          <a:lumMod val="60000"/>
                          <a:lumOff val="40000"/>
                        </a:schemeClr>
                      </a:solidFill>
                      <a:latin typeface="+mn-lt"/>
                      <a:ea typeface="+mn-ea"/>
                      <a:cs typeface="+mn-cs"/>
                    </a:defRPr>
                  </a:pPr>
                  <a:endParaRPr lang="ru-UA"/>
                </a:p>
              </c:txPr>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AF3-46ED-A269-D0789BA4246E}"/>
                </c:ext>
              </c:extLst>
            </c:dLbl>
            <c:dLbl>
              <c:idx val="1"/>
              <c:layout>
                <c:manualLayout>
                  <c:x val="3.0946194371099123E-2"/>
                  <c:y val="0.12487592192999195"/>
                </c:manualLayout>
              </c:layout>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accent3"/>
                      </a:solidFill>
                      <a:latin typeface="+mn-lt"/>
                      <a:ea typeface="+mn-ea"/>
                      <a:cs typeface="+mn-cs"/>
                    </a:defRPr>
                  </a:pPr>
                  <a:endParaRPr lang="ru-UA"/>
                </a:p>
              </c:txPr>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AF3-46ED-A269-D0789BA4246E}"/>
                </c:ext>
              </c:extLst>
            </c:dLbl>
            <c:dLbl>
              <c:idx val="2"/>
              <c:layout>
                <c:manualLayout>
                  <c:x val="-0.12555090788497647"/>
                  <c:y val="9.2766825554071383E-2"/>
                </c:manualLayout>
              </c:layout>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accent1"/>
                      </a:solidFill>
                      <a:latin typeface="+mn-lt"/>
                      <a:ea typeface="+mn-ea"/>
                      <a:cs typeface="+mn-cs"/>
                    </a:defRPr>
                  </a:pPr>
                  <a:endParaRPr lang="ru-UA"/>
                </a:p>
              </c:txPr>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AF3-46ED-A269-D0789BA4246E}"/>
                </c:ext>
              </c:extLst>
            </c:dLbl>
            <c:dLbl>
              <c:idx val="3"/>
              <c:layout>
                <c:manualLayout>
                  <c:x val="-0.13582307005206545"/>
                  <c:y val="-4.5118131209612139E-2"/>
                </c:manualLayout>
              </c:layout>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accent4"/>
                      </a:solidFill>
                      <a:latin typeface="+mn-lt"/>
                      <a:ea typeface="+mn-ea"/>
                      <a:cs typeface="+mn-cs"/>
                    </a:defRPr>
                  </a:pPr>
                  <a:endParaRPr lang="ru-UA"/>
                </a:p>
              </c:txPr>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AF3-46ED-A269-D0789BA4246E}"/>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ru-UA"/>
              </a:p>
            </c:txPr>
            <c:dLblPos val="bestFit"/>
            <c:showLegendKey val="0"/>
            <c:showVal val="1"/>
            <c:showCatName val="0"/>
            <c:showSerName val="0"/>
            <c:showPercent val="0"/>
            <c:showBubbleSize val="0"/>
            <c:showLeaderLines val="1"/>
            <c:leaderLines>
              <c:spPr>
                <a:ln w="9525" cap="flat" cmpd="sng" algn="ctr">
                  <a:solidFill>
                    <a:schemeClr val="tx1"/>
                  </a:solidFill>
                  <a:round/>
                </a:ln>
                <a:effectLst/>
              </c:spPr>
            </c:leaderLines>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0%</c:formatCode>
                <c:ptCount val="4"/>
                <c:pt idx="0">
                  <c:v>0.15</c:v>
                </c:pt>
                <c:pt idx="1">
                  <c:v>0.1</c:v>
                </c:pt>
                <c:pt idx="2">
                  <c:v>0.25</c:v>
                </c:pt>
                <c:pt idx="3">
                  <c:v>0.65</c:v>
                </c:pt>
              </c:numCache>
            </c:numRef>
          </c:val>
          <c:extLst>
            <c:ext xmlns:c16="http://schemas.microsoft.com/office/drawing/2014/chart" uri="{C3380CC4-5D6E-409C-BE32-E72D297353CC}">
              <c16:uniqueId val="{00000000-FAF3-46ED-A269-D0789BA4246E}"/>
            </c:ext>
          </c:extLst>
        </c:ser>
        <c:dLbls>
          <c:showLegendKey val="0"/>
          <c:showVal val="0"/>
          <c:showCatName val="0"/>
          <c:showSerName val="0"/>
          <c:showPercent val="0"/>
          <c:showBubbleSize val="0"/>
          <c:showLeaderLines val="1"/>
        </c:dLbls>
      </c:pie3D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152400" dist="63500" dir="2700000" algn="tl" rotWithShape="0">
                <a:prstClr val="black">
                  <a:alpha val="23000"/>
                </a:prstClr>
              </a:outerShdw>
            </a:effectLst>
          </c:spPr>
          <c:dPt>
            <c:idx val="0"/>
            <c:bubble3D val="0"/>
            <c:spPr>
              <a:solidFill>
                <a:schemeClr val="accent5"/>
              </a:solidFill>
              <a:ln w="19050">
                <a:noFill/>
              </a:ln>
              <a:effectLst>
                <a:outerShdw blurRad="152400" dist="63500" dir="2700000" algn="tl" rotWithShape="0">
                  <a:prstClr val="black">
                    <a:alpha val="23000"/>
                  </a:prstClr>
                </a:outerShdw>
              </a:effectLst>
            </c:spPr>
            <c:extLst>
              <c:ext xmlns:c16="http://schemas.microsoft.com/office/drawing/2014/chart" uri="{C3380CC4-5D6E-409C-BE32-E72D297353CC}">
                <c16:uniqueId val="{00000001-CD80-4E12-BB3E-3260E2A00516}"/>
              </c:ext>
            </c:extLst>
          </c:dPt>
          <c:dPt>
            <c:idx val="1"/>
            <c:bubble3D val="0"/>
            <c:spPr>
              <a:solidFill>
                <a:schemeClr val="bg2">
                  <a:lumMod val="90000"/>
                  <a:lumOff val="10000"/>
                </a:schemeClr>
              </a:solidFill>
              <a:ln w="19050">
                <a:noFill/>
              </a:ln>
              <a:effectLst>
                <a:outerShdw blurRad="152400" dist="63500" dir="2700000" algn="tl" rotWithShape="0">
                  <a:prstClr val="black">
                    <a:alpha val="23000"/>
                  </a:prstClr>
                </a:outerShdw>
              </a:effectLst>
            </c:spPr>
            <c:extLst>
              <c:ext xmlns:c16="http://schemas.microsoft.com/office/drawing/2014/chart" uri="{C3380CC4-5D6E-409C-BE32-E72D297353CC}">
                <c16:uniqueId val="{00000003-CD80-4E12-BB3E-3260E2A00516}"/>
              </c:ext>
            </c:extLst>
          </c:dPt>
          <c:dPt>
            <c:idx val="2"/>
            <c:bubble3D val="0"/>
            <c:spPr>
              <a:solidFill>
                <a:schemeClr val="accent3"/>
              </a:solidFill>
              <a:ln w="19050">
                <a:noFill/>
              </a:ln>
              <a:effectLst>
                <a:outerShdw blurRad="152400" dist="63500" dir="2700000" algn="tl" rotWithShape="0">
                  <a:prstClr val="black">
                    <a:alpha val="23000"/>
                  </a:prstClr>
                </a:outerShdw>
              </a:effectLst>
            </c:spPr>
            <c:extLst>
              <c:ext xmlns:c16="http://schemas.microsoft.com/office/drawing/2014/chart" uri="{C3380CC4-5D6E-409C-BE32-E72D297353CC}">
                <c16:uniqueId val="{00000005-CD80-4E12-BB3E-3260E2A00516}"/>
              </c:ext>
            </c:extLst>
          </c:dPt>
          <c:dPt>
            <c:idx val="3"/>
            <c:bubble3D val="0"/>
            <c:spPr>
              <a:solidFill>
                <a:schemeClr val="accent4"/>
              </a:solidFill>
              <a:ln w="19050">
                <a:noFill/>
              </a:ln>
              <a:effectLst>
                <a:outerShdw blurRad="152400" dist="63500" dir="2700000" algn="tl" rotWithShape="0">
                  <a:prstClr val="black">
                    <a:alpha val="23000"/>
                  </a:prstClr>
                </a:outerShdw>
              </a:effectLst>
            </c:spPr>
            <c:extLst>
              <c:ext xmlns:c16="http://schemas.microsoft.com/office/drawing/2014/chart" uri="{C3380CC4-5D6E-409C-BE32-E72D297353CC}">
                <c16:uniqueId val="{00000007-CD80-4E12-BB3E-3260E2A00516}"/>
              </c:ext>
            </c:extLst>
          </c:dPt>
          <c:cat>
            <c:strRef>
              <c:f>Sheet1!$A$2:$A$5</c:f>
              <c:strCache>
                <c:ptCount val="2"/>
                <c:pt idx="0">
                  <c:v>1st Qtr</c:v>
                </c:pt>
                <c:pt idx="1">
                  <c:v>2nd Qtr</c:v>
                </c:pt>
              </c:strCache>
            </c:strRef>
          </c:cat>
          <c:val>
            <c:numRef>
              <c:f>Sheet1!$B$2:$B$5</c:f>
              <c:numCache>
                <c:formatCode>General</c:formatCode>
                <c:ptCount val="4"/>
                <c:pt idx="0">
                  <c:v>15</c:v>
                </c:pt>
                <c:pt idx="1">
                  <c:v>85</c:v>
                </c:pt>
              </c:numCache>
            </c:numRef>
          </c:val>
          <c:extLst>
            <c:ext xmlns:c16="http://schemas.microsoft.com/office/drawing/2014/chart" uri="{C3380CC4-5D6E-409C-BE32-E72D297353CC}">
              <c16:uniqueId val="{00000008-CD80-4E12-BB3E-3260E2A00516}"/>
            </c:ext>
          </c:extLst>
        </c:ser>
        <c:dLbls>
          <c:showLegendKey val="0"/>
          <c:showVal val="0"/>
          <c:showCatName val="0"/>
          <c:showSerName val="0"/>
          <c:showPercent val="0"/>
          <c:showBubbleSize val="0"/>
          <c:showLeaderLines val="1"/>
        </c:dLbls>
        <c:firstSliceAng val="0"/>
        <c:holeSize val="89"/>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152400" dist="63500" dir="2700000" algn="tl" rotWithShape="0">
                <a:prstClr val="black">
                  <a:alpha val="23000"/>
                </a:prstClr>
              </a:outerShdw>
            </a:effectLst>
          </c:spPr>
          <c:dPt>
            <c:idx val="0"/>
            <c:bubble3D val="0"/>
            <c:spPr>
              <a:solidFill>
                <a:schemeClr val="accent4"/>
              </a:solidFill>
              <a:ln w="19050">
                <a:noFill/>
              </a:ln>
              <a:effectLst>
                <a:outerShdw blurRad="152400" dist="63500" dir="2700000" algn="tl" rotWithShape="0">
                  <a:prstClr val="black">
                    <a:alpha val="23000"/>
                  </a:prstClr>
                </a:outerShdw>
              </a:effectLst>
            </c:spPr>
            <c:extLst>
              <c:ext xmlns:c16="http://schemas.microsoft.com/office/drawing/2014/chart" uri="{C3380CC4-5D6E-409C-BE32-E72D297353CC}">
                <c16:uniqueId val="{00000001-0E55-4047-88D3-DFBEFC8D9F91}"/>
              </c:ext>
            </c:extLst>
          </c:dPt>
          <c:dPt>
            <c:idx val="1"/>
            <c:bubble3D val="0"/>
            <c:spPr>
              <a:solidFill>
                <a:schemeClr val="bg2">
                  <a:lumMod val="90000"/>
                  <a:lumOff val="10000"/>
                </a:schemeClr>
              </a:solidFill>
              <a:ln w="19050">
                <a:noFill/>
              </a:ln>
              <a:effectLst>
                <a:outerShdw blurRad="152400" dist="63500" dir="2700000" algn="tl" rotWithShape="0">
                  <a:prstClr val="black">
                    <a:alpha val="23000"/>
                  </a:prstClr>
                </a:outerShdw>
              </a:effectLst>
            </c:spPr>
            <c:extLst>
              <c:ext xmlns:c16="http://schemas.microsoft.com/office/drawing/2014/chart" uri="{C3380CC4-5D6E-409C-BE32-E72D297353CC}">
                <c16:uniqueId val="{00000003-0E55-4047-88D3-DFBEFC8D9F91}"/>
              </c:ext>
            </c:extLst>
          </c:dPt>
          <c:cat>
            <c:strRef>
              <c:f>Sheet1!$A$2:$A$3</c:f>
              <c:strCache>
                <c:ptCount val="2"/>
                <c:pt idx="0">
                  <c:v>1st Qtr</c:v>
                </c:pt>
                <c:pt idx="1">
                  <c:v>2nd Qtr</c:v>
                </c:pt>
              </c:strCache>
            </c:strRef>
          </c:cat>
          <c:val>
            <c:numRef>
              <c:f>Sheet1!$B$2:$B$3</c:f>
              <c:numCache>
                <c:formatCode>0%</c:formatCode>
                <c:ptCount val="2"/>
                <c:pt idx="0">
                  <c:v>0.25</c:v>
                </c:pt>
                <c:pt idx="1">
                  <c:v>0.75</c:v>
                </c:pt>
              </c:numCache>
            </c:numRef>
          </c:val>
          <c:extLst>
            <c:ext xmlns:c16="http://schemas.microsoft.com/office/drawing/2014/chart" uri="{C3380CC4-5D6E-409C-BE32-E72D297353CC}">
              <c16:uniqueId val="{00000008-0E55-4047-88D3-DFBEFC8D9F91}"/>
            </c:ext>
          </c:extLst>
        </c:ser>
        <c:dLbls>
          <c:showLegendKey val="0"/>
          <c:showVal val="0"/>
          <c:showCatName val="0"/>
          <c:showSerName val="0"/>
          <c:showPercent val="0"/>
          <c:showBubbleSize val="0"/>
          <c:showLeaderLines val="1"/>
        </c:dLbls>
        <c:firstSliceAng val="0"/>
        <c:holeSize val="88"/>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203200" dist="76200" dir="2700000" algn="tl" rotWithShape="0">
                <a:prstClr val="black">
                  <a:alpha val="25000"/>
                </a:prstClr>
              </a:outerShdw>
            </a:effectLst>
          </c:spPr>
          <c:dPt>
            <c:idx val="0"/>
            <c:bubble3D val="0"/>
            <c:spPr>
              <a:solidFill>
                <a:schemeClr val="accent3"/>
              </a:solidFill>
              <a:ln w="19050">
                <a:noFill/>
              </a:ln>
              <a:effectLst>
                <a:outerShdw blurRad="203200" dist="76200" dir="2700000" algn="tl" rotWithShape="0">
                  <a:prstClr val="black">
                    <a:alpha val="25000"/>
                  </a:prstClr>
                </a:outerShdw>
              </a:effectLst>
            </c:spPr>
            <c:extLst>
              <c:ext xmlns:c16="http://schemas.microsoft.com/office/drawing/2014/chart" uri="{C3380CC4-5D6E-409C-BE32-E72D297353CC}">
                <c16:uniqueId val="{00000001-80B4-4C2B-9E35-D555ED0C694C}"/>
              </c:ext>
            </c:extLst>
          </c:dPt>
          <c:dPt>
            <c:idx val="1"/>
            <c:bubble3D val="0"/>
            <c:spPr>
              <a:solidFill>
                <a:schemeClr val="bg2">
                  <a:lumMod val="90000"/>
                  <a:lumOff val="10000"/>
                </a:schemeClr>
              </a:solidFill>
              <a:ln w="19050">
                <a:noFill/>
              </a:ln>
              <a:effectLst>
                <a:outerShdw blurRad="203200" dist="76200" dir="2700000" algn="tl" rotWithShape="0">
                  <a:prstClr val="black">
                    <a:alpha val="25000"/>
                  </a:prstClr>
                </a:outerShdw>
              </a:effectLst>
            </c:spPr>
            <c:extLst>
              <c:ext xmlns:c16="http://schemas.microsoft.com/office/drawing/2014/chart" uri="{C3380CC4-5D6E-409C-BE32-E72D297353CC}">
                <c16:uniqueId val="{00000003-80B4-4C2B-9E35-D555ED0C694C}"/>
              </c:ext>
            </c:extLst>
          </c:dPt>
          <c:cat>
            <c:strRef>
              <c:f>Sheet1!$A$2:$A$3</c:f>
              <c:strCache>
                <c:ptCount val="2"/>
                <c:pt idx="0">
                  <c:v>1st Qtr</c:v>
                </c:pt>
                <c:pt idx="1">
                  <c:v>2nd Qtr</c:v>
                </c:pt>
              </c:strCache>
            </c:strRef>
          </c:cat>
          <c:val>
            <c:numRef>
              <c:f>Sheet1!$B$2:$B$3</c:f>
              <c:numCache>
                <c:formatCode>0%</c:formatCode>
                <c:ptCount val="2"/>
                <c:pt idx="0">
                  <c:v>0.35</c:v>
                </c:pt>
                <c:pt idx="1">
                  <c:v>0.65</c:v>
                </c:pt>
              </c:numCache>
            </c:numRef>
          </c:val>
          <c:extLst>
            <c:ext xmlns:c16="http://schemas.microsoft.com/office/drawing/2014/chart" uri="{C3380CC4-5D6E-409C-BE32-E72D297353CC}">
              <c16:uniqueId val="{00000008-80B4-4C2B-9E35-D555ED0C694C}"/>
            </c:ext>
          </c:extLst>
        </c:ser>
        <c:dLbls>
          <c:showLegendKey val="0"/>
          <c:showVal val="0"/>
          <c:showCatName val="0"/>
          <c:showSerName val="0"/>
          <c:showPercent val="0"/>
          <c:showBubbleSize val="0"/>
          <c:showLeaderLines val="1"/>
        </c:dLbls>
        <c:firstSliceAng val="0"/>
        <c:holeSize val="8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152400" dist="38100" dir="2700000" algn="tl" rotWithShape="0">
                <a:prstClr val="black">
                  <a:alpha val="40000"/>
                </a:prstClr>
              </a:outerShdw>
            </a:effectLst>
          </c:spPr>
          <c:dPt>
            <c:idx val="0"/>
            <c:bubble3D val="0"/>
            <c:spPr>
              <a:solidFill>
                <a:schemeClr val="accent6"/>
              </a:solidFill>
              <a:ln w="19050">
                <a:noFill/>
              </a:ln>
              <a:effectLst>
                <a:outerShdw blurRad="152400" dist="38100" dir="2700000" algn="tl" rotWithShape="0">
                  <a:prstClr val="black">
                    <a:alpha val="40000"/>
                  </a:prstClr>
                </a:outerShdw>
              </a:effectLst>
            </c:spPr>
            <c:extLst>
              <c:ext xmlns:c16="http://schemas.microsoft.com/office/drawing/2014/chart" uri="{C3380CC4-5D6E-409C-BE32-E72D297353CC}">
                <c16:uniqueId val="{00000001-4575-4EBB-AF98-548818D72FDC}"/>
              </c:ext>
            </c:extLst>
          </c:dPt>
          <c:dPt>
            <c:idx val="1"/>
            <c:bubble3D val="0"/>
            <c:spPr>
              <a:solidFill>
                <a:schemeClr val="bg2">
                  <a:lumMod val="90000"/>
                  <a:lumOff val="10000"/>
                </a:schemeClr>
              </a:solidFill>
              <a:ln w="19050">
                <a:noFill/>
              </a:ln>
              <a:effectLst>
                <a:outerShdw blurRad="152400" dist="38100" dir="2700000" algn="tl" rotWithShape="0">
                  <a:prstClr val="black">
                    <a:alpha val="40000"/>
                  </a:prstClr>
                </a:outerShdw>
              </a:effectLst>
            </c:spPr>
            <c:extLst>
              <c:ext xmlns:c16="http://schemas.microsoft.com/office/drawing/2014/chart" uri="{C3380CC4-5D6E-409C-BE32-E72D297353CC}">
                <c16:uniqueId val="{00000003-4575-4EBB-AF98-548818D72FDC}"/>
              </c:ext>
            </c:extLst>
          </c:dPt>
          <c:cat>
            <c:strRef>
              <c:f>Sheet1!$A$2:$A$3</c:f>
              <c:strCache>
                <c:ptCount val="2"/>
                <c:pt idx="0">
                  <c:v>1st Qtr</c:v>
                </c:pt>
                <c:pt idx="1">
                  <c:v>2nd Qtr</c:v>
                </c:pt>
              </c:strCache>
            </c:strRef>
          </c:cat>
          <c:val>
            <c:numRef>
              <c:f>Sheet1!$B$2:$B$3</c:f>
              <c:numCache>
                <c:formatCode>0%</c:formatCode>
                <c:ptCount val="2"/>
                <c:pt idx="0">
                  <c:v>0.5</c:v>
                </c:pt>
                <c:pt idx="1">
                  <c:v>0.5</c:v>
                </c:pt>
              </c:numCache>
            </c:numRef>
          </c:val>
          <c:extLst>
            <c:ext xmlns:c16="http://schemas.microsoft.com/office/drawing/2014/chart" uri="{C3380CC4-5D6E-409C-BE32-E72D297353CC}">
              <c16:uniqueId val="{00000008-4575-4EBB-AF98-548818D72FDC}"/>
            </c:ext>
          </c:extLst>
        </c:ser>
        <c:dLbls>
          <c:showLegendKey val="0"/>
          <c:showVal val="0"/>
          <c:showCatName val="0"/>
          <c:showSerName val="0"/>
          <c:showPercent val="0"/>
          <c:showBubbleSize val="0"/>
          <c:showLeaderLines val="1"/>
        </c:dLbls>
        <c:firstSliceAng val="0"/>
        <c:holeSize val="84"/>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152400" dist="38100" dir="2700000" algn="tl" rotWithShape="0">
                <a:prstClr val="black">
                  <a:alpha val="40000"/>
                </a:prstClr>
              </a:outerShdw>
            </a:effectLst>
          </c:spPr>
          <c:dPt>
            <c:idx val="0"/>
            <c:bubble3D val="0"/>
            <c:spPr>
              <a:solidFill>
                <a:schemeClr val="accent1"/>
              </a:solidFill>
              <a:ln w="19050">
                <a:noFill/>
              </a:ln>
              <a:effectLst>
                <a:outerShdw blurRad="152400" dist="38100" dir="2700000" algn="tl" rotWithShape="0">
                  <a:prstClr val="black">
                    <a:alpha val="40000"/>
                  </a:prstClr>
                </a:outerShdw>
              </a:effectLst>
            </c:spPr>
            <c:extLst>
              <c:ext xmlns:c16="http://schemas.microsoft.com/office/drawing/2014/chart" uri="{C3380CC4-5D6E-409C-BE32-E72D297353CC}">
                <c16:uniqueId val="{00000001-15D6-4E7A-9EB9-27A4A09715F0}"/>
              </c:ext>
            </c:extLst>
          </c:dPt>
          <c:dPt>
            <c:idx val="1"/>
            <c:bubble3D val="0"/>
            <c:spPr>
              <a:solidFill>
                <a:schemeClr val="bg2">
                  <a:lumMod val="90000"/>
                  <a:lumOff val="10000"/>
                </a:schemeClr>
              </a:solidFill>
              <a:ln w="19050">
                <a:noFill/>
              </a:ln>
              <a:effectLst>
                <a:outerShdw blurRad="152400" dist="38100" dir="2700000" algn="tl" rotWithShape="0">
                  <a:prstClr val="black">
                    <a:alpha val="40000"/>
                  </a:prstClr>
                </a:outerShdw>
              </a:effectLst>
            </c:spPr>
            <c:extLst>
              <c:ext xmlns:c16="http://schemas.microsoft.com/office/drawing/2014/chart" uri="{C3380CC4-5D6E-409C-BE32-E72D297353CC}">
                <c16:uniqueId val="{00000003-15D6-4E7A-9EB9-27A4A09715F0}"/>
              </c:ext>
            </c:extLst>
          </c:dPt>
          <c:dPt>
            <c:idx val="2"/>
            <c:bubble3D val="0"/>
            <c:spPr>
              <a:solidFill>
                <a:schemeClr val="accent3"/>
              </a:solidFill>
              <a:ln w="19050">
                <a:noFill/>
              </a:ln>
              <a:effectLst>
                <a:outerShdw blurRad="152400" dist="38100" dir="2700000" algn="tl" rotWithShape="0">
                  <a:prstClr val="black">
                    <a:alpha val="40000"/>
                  </a:prstClr>
                </a:outerShdw>
              </a:effectLst>
            </c:spPr>
            <c:extLst>
              <c:ext xmlns:c16="http://schemas.microsoft.com/office/drawing/2014/chart" uri="{C3380CC4-5D6E-409C-BE32-E72D297353CC}">
                <c16:uniqueId val="{00000005-15D6-4E7A-9EB9-27A4A09715F0}"/>
              </c:ext>
            </c:extLst>
          </c:dPt>
          <c:dPt>
            <c:idx val="3"/>
            <c:bubble3D val="0"/>
            <c:spPr>
              <a:solidFill>
                <a:schemeClr val="accent4"/>
              </a:solidFill>
              <a:ln w="19050">
                <a:noFill/>
              </a:ln>
              <a:effectLst>
                <a:outerShdw blurRad="152400" dist="38100" dir="2700000" algn="tl" rotWithShape="0">
                  <a:prstClr val="black">
                    <a:alpha val="40000"/>
                  </a:prstClr>
                </a:outerShdw>
              </a:effectLst>
            </c:spPr>
            <c:extLst>
              <c:ext xmlns:c16="http://schemas.microsoft.com/office/drawing/2014/chart" uri="{C3380CC4-5D6E-409C-BE32-E72D297353CC}">
                <c16:uniqueId val="{00000007-15D6-4E7A-9EB9-27A4A09715F0}"/>
              </c:ext>
            </c:extLst>
          </c:dPt>
          <c:cat>
            <c:strRef>
              <c:f>Sheet1!$A$2:$A$5</c:f>
              <c:strCache>
                <c:ptCount val="2"/>
                <c:pt idx="0">
                  <c:v>1st Qtr</c:v>
                </c:pt>
                <c:pt idx="1">
                  <c:v>2nd Qtr</c:v>
                </c:pt>
              </c:strCache>
            </c:strRef>
          </c:cat>
          <c:val>
            <c:numRef>
              <c:f>Sheet1!$B$2:$B$5</c:f>
              <c:numCache>
                <c:formatCode>0%</c:formatCode>
                <c:ptCount val="4"/>
                <c:pt idx="0">
                  <c:v>0.65</c:v>
                </c:pt>
                <c:pt idx="1">
                  <c:v>0.35</c:v>
                </c:pt>
              </c:numCache>
            </c:numRef>
          </c:val>
          <c:extLst>
            <c:ext xmlns:c16="http://schemas.microsoft.com/office/drawing/2014/chart" uri="{C3380CC4-5D6E-409C-BE32-E72D297353CC}">
              <c16:uniqueId val="{00000008-15D6-4E7A-9EB9-27A4A09715F0}"/>
            </c:ext>
          </c:extLst>
        </c:ser>
        <c:dLbls>
          <c:showLegendKey val="0"/>
          <c:showVal val="0"/>
          <c:showCatName val="0"/>
          <c:showSerName val="0"/>
          <c:showPercent val="0"/>
          <c:showBubbleSize val="0"/>
          <c:showLeaderLines val="1"/>
        </c:dLbls>
        <c:firstSliceAng val="0"/>
        <c:holeSize val="81"/>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152400" dist="38100" dir="2700000" algn="tl" rotWithShape="0">
                <a:prstClr val="black">
                  <a:alpha val="40000"/>
                </a:prstClr>
              </a:outerShdw>
            </a:effectLst>
          </c:spPr>
          <c:dPt>
            <c:idx val="0"/>
            <c:bubble3D val="0"/>
            <c:spPr>
              <a:solidFill>
                <a:schemeClr val="accent2"/>
              </a:solidFill>
              <a:ln w="19050">
                <a:noFill/>
              </a:ln>
              <a:effectLst>
                <a:outerShdw blurRad="152400" dist="38100" dir="2700000" algn="tl" rotWithShape="0">
                  <a:prstClr val="black">
                    <a:alpha val="40000"/>
                  </a:prstClr>
                </a:outerShdw>
              </a:effectLst>
            </c:spPr>
            <c:extLst>
              <c:ext xmlns:c16="http://schemas.microsoft.com/office/drawing/2014/chart" uri="{C3380CC4-5D6E-409C-BE32-E72D297353CC}">
                <c16:uniqueId val="{00000001-5146-4EC9-AA00-C2716BA95CFB}"/>
              </c:ext>
            </c:extLst>
          </c:dPt>
          <c:dPt>
            <c:idx val="1"/>
            <c:bubble3D val="0"/>
            <c:spPr>
              <a:solidFill>
                <a:schemeClr val="bg2">
                  <a:lumMod val="90000"/>
                  <a:lumOff val="10000"/>
                </a:schemeClr>
              </a:solidFill>
              <a:ln w="19050">
                <a:noFill/>
              </a:ln>
              <a:effectLst>
                <a:outerShdw blurRad="152400" dist="38100" dir="2700000" algn="tl" rotWithShape="0">
                  <a:prstClr val="black">
                    <a:alpha val="40000"/>
                  </a:prstClr>
                </a:outerShdw>
              </a:effectLst>
            </c:spPr>
            <c:extLst>
              <c:ext xmlns:c16="http://schemas.microsoft.com/office/drawing/2014/chart" uri="{C3380CC4-5D6E-409C-BE32-E72D297353CC}">
                <c16:uniqueId val="{00000003-5146-4EC9-AA00-C2716BA95CFB}"/>
              </c:ext>
            </c:extLst>
          </c:dPt>
          <c:dPt>
            <c:idx val="2"/>
            <c:bubble3D val="0"/>
            <c:spPr>
              <a:solidFill>
                <a:schemeClr val="accent3"/>
              </a:solidFill>
              <a:ln w="19050">
                <a:noFill/>
              </a:ln>
              <a:effectLst>
                <a:outerShdw blurRad="152400" dist="38100" dir="2700000" algn="tl" rotWithShape="0">
                  <a:prstClr val="black">
                    <a:alpha val="40000"/>
                  </a:prstClr>
                </a:outerShdw>
              </a:effectLst>
            </c:spPr>
            <c:extLst>
              <c:ext xmlns:c16="http://schemas.microsoft.com/office/drawing/2014/chart" uri="{C3380CC4-5D6E-409C-BE32-E72D297353CC}">
                <c16:uniqueId val="{00000005-5146-4EC9-AA00-C2716BA95CFB}"/>
              </c:ext>
            </c:extLst>
          </c:dPt>
          <c:dPt>
            <c:idx val="3"/>
            <c:bubble3D val="0"/>
            <c:spPr>
              <a:solidFill>
                <a:schemeClr val="accent4"/>
              </a:solidFill>
              <a:ln w="19050">
                <a:noFill/>
              </a:ln>
              <a:effectLst>
                <a:outerShdw blurRad="152400" dist="38100" dir="2700000" algn="tl" rotWithShape="0">
                  <a:prstClr val="black">
                    <a:alpha val="40000"/>
                  </a:prstClr>
                </a:outerShdw>
              </a:effectLst>
            </c:spPr>
            <c:extLst>
              <c:ext xmlns:c16="http://schemas.microsoft.com/office/drawing/2014/chart" uri="{C3380CC4-5D6E-409C-BE32-E72D297353CC}">
                <c16:uniqueId val="{00000007-5146-4EC9-AA00-C2716BA95CFB}"/>
              </c:ext>
            </c:extLst>
          </c:dPt>
          <c:cat>
            <c:strRef>
              <c:f>Sheet1!$A$2:$A$5</c:f>
              <c:strCache>
                <c:ptCount val="2"/>
                <c:pt idx="0">
                  <c:v>1st Qtr</c:v>
                </c:pt>
                <c:pt idx="1">
                  <c:v>2nd Qtr</c:v>
                </c:pt>
              </c:strCache>
            </c:strRef>
          </c:cat>
          <c:val>
            <c:numRef>
              <c:f>Sheet1!$B$2:$B$5</c:f>
              <c:numCache>
                <c:formatCode>0%</c:formatCode>
                <c:ptCount val="4"/>
                <c:pt idx="0">
                  <c:v>0.75</c:v>
                </c:pt>
                <c:pt idx="1">
                  <c:v>0.25</c:v>
                </c:pt>
              </c:numCache>
            </c:numRef>
          </c:val>
          <c:extLst>
            <c:ext xmlns:c16="http://schemas.microsoft.com/office/drawing/2014/chart" uri="{C3380CC4-5D6E-409C-BE32-E72D297353CC}">
              <c16:uniqueId val="{00000008-5146-4EC9-AA00-C2716BA95CFB}"/>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76200">
              <a:solidFill>
                <a:schemeClr val="bg2"/>
              </a:solidFill>
            </a:ln>
          </c:spPr>
          <c:dPt>
            <c:idx val="0"/>
            <c:bubble3D val="0"/>
            <c:spPr>
              <a:solidFill>
                <a:schemeClr val="accent2"/>
              </a:solidFill>
              <a:ln w="76200">
                <a:solidFill>
                  <a:schemeClr val="bg2"/>
                </a:solidFill>
              </a:ln>
              <a:effectLst/>
            </c:spPr>
            <c:extLst>
              <c:ext xmlns:c16="http://schemas.microsoft.com/office/drawing/2014/chart" uri="{C3380CC4-5D6E-409C-BE32-E72D297353CC}">
                <c16:uniqueId val="{00000002-B793-479A-9530-D9F96CBA066B}"/>
              </c:ext>
            </c:extLst>
          </c:dPt>
          <c:dPt>
            <c:idx val="1"/>
            <c:bubble3D val="0"/>
            <c:spPr>
              <a:solidFill>
                <a:schemeClr val="accent3"/>
              </a:solidFill>
              <a:ln w="76200">
                <a:solidFill>
                  <a:schemeClr val="bg2"/>
                </a:solidFill>
              </a:ln>
              <a:effectLst/>
            </c:spPr>
            <c:extLst>
              <c:ext xmlns:c16="http://schemas.microsoft.com/office/drawing/2014/chart" uri="{C3380CC4-5D6E-409C-BE32-E72D297353CC}">
                <c16:uniqueId val="{00000003-B793-479A-9530-D9F96CBA066B}"/>
              </c:ext>
            </c:extLst>
          </c:dPt>
          <c:dPt>
            <c:idx val="2"/>
            <c:bubble3D val="0"/>
            <c:spPr>
              <a:solidFill>
                <a:schemeClr val="accent4"/>
              </a:solidFill>
              <a:ln w="76200">
                <a:solidFill>
                  <a:schemeClr val="bg2"/>
                </a:solidFill>
              </a:ln>
              <a:effectLst/>
            </c:spPr>
            <c:extLst>
              <c:ext xmlns:c16="http://schemas.microsoft.com/office/drawing/2014/chart" uri="{C3380CC4-5D6E-409C-BE32-E72D297353CC}">
                <c16:uniqueId val="{00000004-B793-479A-9530-D9F96CBA066B}"/>
              </c:ext>
            </c:extLst>
          </c:dPt>
          <c:dPt>
            <c:idx val="3"/>
            <c:bubble3D val="0"/>
            <c:spPr>
              <a:solidFill>
                <a:schemeClr val="accent1"/>
              </a:solidFill>
              <a:ln w="76200">
                <a:solidFill>
                  <a:schemeClr val="bg2"/>
                </a:solidFill>
              </a:ln>
              <a:effectLst/>
            </c:spPr>
            <c:extLst>
              <c:ext xmlns:c16="http://schemas.microsoft.com/office/drawing/2014/chart" uri="{C3380CC4-5D6E-409C-BE32-E72D297353CC}">
                <c16:uniqueId val="{00000001-B793-479A-9530-D9F96CBA066B}"/>
              </c:ext>
            </c:extLst>
          </c:dPt>
          <c:dLbls>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bg2"/>
                    </a:solidFill>
                    <a:latin typeface="+mn-lt"/>
                    <a:ea typeface="+mn-ea"/>
                    <a:cs typeface="+mn-cs"/>
                  </a:defRPr>
                </a:pPr>
                <a:endParaRPr lang="ru-UA"/>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0%</c:formatCode>
                <c:ptCount val="4"/>
                <c:pt idx="0">
                  <c:v>0.15</c:v>
                </c:pt>
                <c:pt idx="1">
                  <c:v>0.25</c:v>
                </c:pt>
                <c:pt idx="2">
                  <c:v>0.35</c:v>
                </c:pt>
                <c:pt idx="3">
                  <c:v>0.25</c:v>
                </c:pt>
              </c:numCache>
            </c:numRef>
          </c:val>
          <c:extLst>
            <c:ext xmlns:c16="http://schemas.microsoft.com/office/drawing/2014/chart" uri="{C3380CC4-5D6E-409C-BE32-E72D297353CC}">
              <c16:uniqueId val="{00000000-B793-479A-9530-D9F96CBA066B}"/>
            </c:ext>
          </c:extLst>
        </c:ser>
        <c:dLbls>
          <c:showLegendKey val="0"/>
          <c:showVal val="0"/>
          <c:showCatName val="0"/>
          <c:showSerName val="0"/>
          <c:showPercent val="0"/>
          <c:showBubbleSize val="0"/>
          <c:showLeaderLines val="1"/>
        </c:dLbls>
        <c:firstSliceAng val="0"/>
        <c:holeSize val="41"/>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B625-49D7-A7A4-4BA2C7CE96D8}"/>
              </c:ext>
            </c:extLst>
          </c:dPt>
          <c:dPt>
            <c:idx val="1"/>
            <c:bubble3D val="0"/>
            <c:spPr>
              <a:solidFill>
                <a:schemeClr val="accent1">
                  <a:alpha val="30000"/>
                </a:schemeClr>
              </a:solidFill>
              <a:ln w="19050">
                <a:noFill/>
              </a:ln>
              <a:effectLst/>
            </c:spPr>
            <c:extLst>
              <c:ext xmlns:c16="http://schemas.microsoft.com/office/drawing/2014/chart" uri="{C3380CC4-5D6E-409C-BE32-E72D297353CC}">
                <c16:uniqueId val="{00000002-86C4-49EC-9243-49343277AE8B}"/>
              </c:ext>
            </c:extLst>
          </c:dPt>
          <c:dPt>
            <c:idx val="2"/>
            <c:bubble3D val="0"/>
            <c:spPr>
              <a:solidFill>
                <a:schemeClr val="bg2"/>
              </a:solidFill>
              <a:ln w="19050">
                <a:noFill/>
              </a:ln>
              <a:effectLst/>
            </c:spPr>
            <c:extLst>
              <c:ext xmlns:c16="http://schemas.microsoft.com/office/drawing/2014/chart" uri="{C3380CC4-5D6E-409C-BE32-E72D297353CC}">
                <c16:uniqueId val="{00000001-86C4-49EC-9243-49343277AE8B}"/>
              </c:ext>
            </c:extLst>
          </c:dPt>
          <c:dPt>
            <c:idx val="3"/>
            <c:bubble3D val="0"/>
            <c:spPr>
              <a:solidFill>
                <a:schemeClr val="accent4"/>
              </a:solidFill>
              <a:ln w="19050">
                <a:noFill/>
              </a:ln>
              <a:effectLst/>
            </c:spPr>
            <c:extLst>
              <c:ext xmlns:c16="http://schemas.microsoft.com/office/drawing/2014/chart" uri="{C3380CC4-5D6E-409C-BE32-E72D297353CC}">
                <c16:uniqueId val="{00000007-B625-49D7-A7A4-4BA2C7CE96D8}"/>
              </c:ext>
            </c:extLst>
          </c:dPt>
          <c:cat>
            <c:strRef>
              <c:f>Sheet1!$A$2:$A$5</c:f>
              <c:strCache>
                <c:ptCount val="3"/>
                <c:pt idx="0">
                  <c:v>1st Qtr</c:v>
                </c:pt>
                <c:pt idx="1">
                  <c:v>2nd Qtr</c:v>
                </c:pt>
                <c:pt idx="2">
                  <c:v>3rd Qtr</c:v>
                </c:pt>
              </c:strCache>
            </c:strRef>
          </c:cat>
          <c:val>
            <c:numRef>
              <c:f>Sheet1!$B$2:$B$5</c:f>
              <c:numCache>
                <c:formatCode>0%</c:formatCode>
                <c:ptCount val="4"/>
                <c:pt idx="0">
                  <c:v>0.35</c:v>
                </c:pt>
                <c:pt idx="1">
                  <c:v>0.65</c:v>
                </c:pt>
                <c:pt idx="2">
                  <c:v>1</c:v>
                </c:pt>
              </c:numCache>
            </c:numRef>
          </c:val>
          <c:extLst>
            <c:ext xmlns:c16="http://schemas.microsoft.com/office/drawing/2014/chart" uri="{C3380CC4-5D6E-409C-BE32-E72D297353CC}">
              <c16:uniqueId val="{00000000-86C4-49EC-9243-49343277AE8B}"/>
            </c:ext>
          </c:extLst>
        </c:ser>
        <c:dLbls>
          <c:showLegendKey val="0"/>
          <c:showVal val="0"/>
          <c:showCatName val="0"/>
          <c:showSerName val="0"/>
          <c:showPercent val="0"/>
          <c:showBubbleSize val="0"/>
          <c:showLeaderLines val="1"/>
        </c:dLbls>
        <c:firstSliceAng val="27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accent2"/>
            </a:solidFill>
            <a:ln>
              <a:noFill/>
            </a:ln>
          </c:spPr>
          <c:dPt>
            <c:idx val="0"/>
            <c:bubble3D val="0"/>
            <c:spPr>
              <a:solidFill>
                <a:schemeClr val="accent2"/>
              </a:solidFill>
              <a:ln w="19050">
                <a:noFill/>
              </a:ln>
              <a:effectLst/>
            </c:spPr>
            <c:extLst>
              <c:ext xmlns:c16="http://schemas.microsoft.com/office/drawing/2014/chart" uri="{C3380CC4-5D6E-409C-BE32-E72D297353CC}">
                <c16:uniqueId val="{00000001-8E8F-4F91-82FB-B00959CE7526}"/>
              </c:ext>
            </c:extLst>
          </c:dPt>
          <c:dPt>
            <c:idx val="1"/>
            <c:bubble3D val="0"/>
            <c:spPr>
              <a:solidFill>
                <a:schemeClr val="accent2">
                  <a:alpha val="30000"/>
                </a:schemeClr>
              </a:solidFill>
              <a:ln w="19050">
                <a:noFill/>
              </a:ln>
              <a:effectLst/>
            </c:spPr>
            <c:extLst>
              <c:ext xmlns:c16="http://schemas.microsoft.com/office/drawing/2014/chart" uri="{C3380CC4-5D6E-409C-BE32-E72D297353CC}">
                <c16:uniqueId val="{00000002-86C4-49EC-9243-49343277AE8B}"/>
              </c:ext>
            </c:extLst>
          </c:dPt>
          <c:dPt>
            <c:idx val="2"/>
            <c:bubble3D val="0"/>
            <c:spPr>
              <a:solidFill>
                <a:schemeClr val="bg2"/>
              </a:solidFill>
              <a:ln w="19050">
                <a:noFill/>
              </a:ln>
              <a:effectLst/>
            </c:spPr>
            <c:extLst>
              <c:ext xmlns:c16="http://schemas.microsoft.com/office/drawing/2014/chart" uri="{C3380CC4-5D6E-409C-BE32-E72D297353CC}">
                <c16:uniqueId val="{00000001-86C4-49EC-9243-49343277AE8B}"/>
              </c:ext>
            </c:extLst>
          </c:dPt>
          <c:dPt>
            <c:idx val="3"/>
            <c:bubble3D val="0"/>
            <c:spPr>
              <a:solidFill>
                <a:schemeClr val="accent2"/>
              </a:solidFill>
              <a:ln w="19050">
                <a:noFill/>
              </a:ln>
              <a:effectLst/>
            </c:spPr>
            <c:extLst>
              <c:ext xmlns:c16="http://schemas.microsoft.com/office/drawing/2014/chart" uri="{C3380CC4-5D6E-409C-BE32-E72D297353CC}">
                <c16:uniqueId val="{00000007-8E8F-4F91-82FB-B00959CE7526}"/>
              </c:ext>
            </c:extLst>
          </c:dPt>
          <c:cat>
            <c:strRef>
              <c:f>Sheet1!$A$2:$A$5</c:f>
              <c:strCache>
                <c:ptCount val="3"/>
                <c:pt idx="0">
                  <c:v>1st Qtr</c:v>
                </c:pt>
                <c:pt idx="1">
                  <c:v>2nd Qtr</c:v>
                </c:pt>
                <c:pt idx="2">
                  <c:v>3rd Qtr</c:v>
                </c:pt>
              </c:strCache>
            </c:strRef>
          </c:cat>
          <c:val>
            <c:numRef>
              <c:f>Sheet1!$B$2:$B$5</c:f>
              <c:numCache>
                <c:formatCode>0%</c:formatCode>
                <c:ptCount val="4"/>
                <c:pt idx="0">
                  <c:v>0.47</c:v>
                </c:pt>
                <c:pt idx="1">
                  <c:v>0.53</c:v>
                </c:pt>
                <c:pt idx="2">
                  <c:v>1</c:v>
                </c:pt>
              </c:numCache>
            </c:numRef>
          </c:val>
          <c:extLst>
            <c:ext xmlns:c16="http://schemas.microsoft.com/office/drawing/2014/chart" uri="{C3380CC4-5D6E-409C-BE32-E72D297353CC}">
              <c16:uniqueId val="{00000000-86C4-49EC-9243-49343277AE8B}"/>
            </c:ext>
          </c:extLst>
        </c:ser>
        <c:dLbls>
          <c:showLegendKey val="0"/>
          <c:showVal val="0"/>
          <c:showCatName val="0"/>
          <c:showSerName val="0"/>
          <c:showPercent val="0"/>
          <c:showBubbleSize val="0"/>
          <c:showLeaderLines val="1"/>
        </c:dLbls>
        <c:firstSliceAng val="27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3"/>
              </a:solidFill>
              <a:ln w="19050">
                <a:noFill/>
              </a:ln>
              <a:effectLst/>
            </c:spPr>
            <c:extLst>
              <c:ext xmlns:c16="http://schemas.microsoft.com/office/drawing/2014/chart" uri="{C3380CC4-5D6E-409C-BE32-E72D297353CC}">
                <c16:uniqueId val="{00000001-8E8F-4F91-82FB-B00959CE7526}"/>
              </c:ext>
            </c:extLst>
          </c:dPt>
          <c:dPt>
            <c:idx val="1"/>
            <c:bubble3D val="0"/>
            <c:spPr>
              <a:solidFill>
                <a:schemeClr val="accent3">
                  <a:alpha val="30000"/>
                </a:schemeClr>
              </a:solidFill>
              <a:ln w="19050">
                <a:noFill/>
              </a:ln>
              <a:effectLst/>
            </c:spPr>
            <c:extLst>
              <c:ext xmlns:c16="http://schemas.microsoft.com/office/drawing/2014/chart" uri="{C3380CC4-5D6E-409C-BE32-E72D297353CC}">
                <c16:uniqueId val="{00000002-86C4-49EC-9243-49343277AE8B}"/>
              </c:ext>
            </c:extLst>
          </c:dPt>
          <c:dPt>
            <c:idx val="2"/>
            <c:bubble3D val="0"/>
            <c:spPr>
              <a:solidFill>
                <a:schemeClr val="bg2"/>
              </a:solidFill>
              <a:ln w="19050">
                <a:noFill/>
              </a:ln>
              <a:effectLst/>
            </c:spPr>
            <c:extLst>
              <c:ext xmlns:c16="http://schemas.microsoft.com/office/drawing/2014/chart" uri="{C3380CC4-5D6E-409C-BE32-E72D297353CC}">
                <c16:uniqueId val="{00000001-86C4-49EC-9243-49343277AE8B}"/>
              </c:ext>
            </c:extLst>
          </c:dPt>
          <c:dPt>
            <c:idx val="3"/>
            <c:bubble3D val="0"/>
            <c:spPr>
              <a:solidFill>
                <a:schemeClr val="accent4"/>
              </a:solidFill>
              <a:ln w="19050">
                <a:noFill/>
              </a:ln>
              <a:effectLst/>
            </c:spPr>
            <c:extLst>
              <c:ext xmlns:c16="http://schemas.microsoft.com/office/drawing/2014/chart" uri="{C3380CC4-5D6E-409C-BE32-E72D297353CC}">
                <c16:uniqueId val="{00000007-8E8F-4F91-82FB-B00959CE7526}"/>
              </c:ext>
            </c:extLst>
          </c:dPt>
          <c:cat>
            <c:strRef>
              <c:f>Sheet1!$A$2:$A$5</c:f>
              <c:strCache>
                <c:ptCount val="3"/>
                <c:pt idx="0">
                  <c:v>1st Qtr</c:v>
                </c:pt>
                <c:pt idx="1">
                  <c:v>2nd Qtr</c:v>
                </c:pt>
                <c:pt idx="2">
                  <c:v>3rd Qtr</c:v>
                </c:pt>
              </c:strCache>
            </c:strRef>
          </c:cat>
          <c:val>
            <c:numRef>
              <c:f>Sheet1!$B$2:$B$5</c:f>
              <c:numCache>
                <c:formatCode>0%</c:formatCode>
                <c:ptCount val="4"/>
                <c:pt idx="0">
                  <c:v>0.6</c:v>
                </c:pt>
                <c:pt idx="1">
                  <c:v>0.4</c:v>
                </c:pt>
                <c:pt idx="2">
                  <c:v>1</c:v>
                </c:pt>
              </c:numCache>
            </c:numRef>
          </c:val>
          <c:extLst>
            <c:ext xmlns:c16="http://schemas.microsoft.com/office/drawing/2014/chart" uri="{C3380CC4-5D6E-409C-BE32-E72D297353CC}">
              <c16:uniqueId val="{00000000-86C4-49EC-9243-49343277AE8B}"/>
            </c:ext>
          </c:extLst>
        </c:ser>
        <c:dLbls>
          <c:showLegendKey val="0"/>
          <c:showVal val="0"/>
          <c:showCatName val="0"/>
          <c:showSerName val="0"/>
          <c:showPercent val="0"/>
          <c:showBubbleSize val="0"/>
          <c:showLeaderLines val="1"/>
        </c:dLbls>
        <c:firstSliceAng val="27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4"/>
              </a:solidFill>
              <a:ln w="19050">
                <a:noFill/>
              </a:ln>
              <a:effectLst/>
            </c:spPr>
            <c:extLst>
              <c:ext xmlns:c16="http://schemas.microsoft.com/office/drawing/2014/chart" uri="{C3380CC4-5D6E-409C-BE32-E72D297353CC}">
                <c16:uniqueId val="{00000001-8E8F-4F91-82FB-B00959CE7526}"/>
              </c:ext>
            </c:extLst>
          </c:dPt>
          <c:dPt>
            <c:idx val="1"/>
            <c:bubble3D val="0"/>
            <c:spPr>
              <a:solidFill>
                <a:schemeClr val="accent4">
                  <a:alpha val="30000"/>
                </a:schemeClr>
              </a:solidFill>
              <a:ln w="19050">
                <a:noFill/>
              </a:ln>
              <a:effectLst/>
            </c:spPr>
            <c:extLst>
              <c:ext xmlns:c16="http://schemas.microsoft.com/office/drawing/2014/chart" uri="{C3380CC4-5D6E-409C-BE32-E72D297353CC}">
                <c16:uniqueId val="{00000002-86C4-49EC-9243-49343277AE8B}"/>
              </c:ext>
            </c:extLst>
          </c:dPt>
          <c:dPt>
            <c:idx val="2"/>
            <c:bubble3D val="0"/>
            <c:spPr>
              <a:solidFill>
                <a:schemeClr val="bg2"/>
              </a:solidFill>
              <a:ln w="19050">
                <a:noFill/>
              </a:ln>
              <a:effectLst/>
            </c:spPr>
            <c:extLst>
              <c:ext xmlns:c16="http://schemas.microsoft.com/office/drawing/2014/chart" uri="{C3380CC4-5D6E-409C-BE32-E72D297353CC}">
                <c16:uniqueId val="{00000001-86C4-49EC-9243-49343277AE8B}"/>
              </c:ext>
            </c:extLst>
          </c:dPt>
          <c:dPt>
            <c:idx val="3"/>
            <c:bubble3D val="0"/>
            <c:spPr>
              <a:solidFill>
                <a:schemeClr val="accent4"/>
              </a:solidFill>
              <a:ln w="19050">
                <a:noFill/>
              </a:ln>
              <a:effectLst/>
            </c:spPr>
            <c:extLst>
              <c:ext xmlns:c16="http://schemas.microsoft.com/office/drawing/2014/chart" uri="{C3380CC4-5D6E-409C-BE32-E72D297353CC}">
                <c16:uniqueId val="{00000007-8E8F-4F91-82FB-B00959CE7526}"/>
              </c:ext>
            </c:extLst>
          </c:dPt>
          <c:cat>
            <c:strRef>
              <c:f>Sheet1!$A$2:$A$5</c:f>
              <c:strCache>
                <c:ptCount val="3"/>
                <c:pt idx="0">
                  <c:v>1st Qtr</c:v>
                </c:pt>
                <c:pt idx="1">
                  <c:v>2nd Qtr</c:v>
                </c:pt>
                <c:pt idx="2">
                  <c:v>3rd Qtr</c:v>
                </c:pt>
              </c:strCache>
            </c:strRef>
          </c:cat>
          <c:val>
            <c:numRef>
              <c:f>Sheet1!$B$2:$B$5</c:f>
              <c:numCache>
                <c:formatCode>0%</c:formatCode>
                <c:ptCount val="4"/>
                <c:pt idx="0">
                  <c:v>0.83</c:v>
                </c:pt>
                <c:pt idx="1">
                  <c:v>0.17000000000000004</c:v>
                </c:pt>
                <c:pt idx="2">
                  <c:v>1</c:v>
                </c:pt>
              </c:numCache>
            </c:numRef>
          </c:val>
          <c:extLst>
            <c:ext xmlns:c16="http://schemas.microsoft.com/office/drawing/2014/chart" uri="{C3380CC4-5D6E-409C-BE32-E72D297353CC}">
              <c16:uniqueId val="{00000000-86C4-49EC-9243-49343277AE8B}"/>
            </c:ext>
          </c:extLst>
        </c:ser>
        <c:dLbls>
          <c:showLegendKey val="0"/>
          <c:showVal val="0"/>
          <c:showCatName val="0"/>
          <c:showSerName val="0"/>
          <c:showPercent val="0"/>
          <c:showBubbleSize val="0"/>
          <c:showLeaderLines val="1"/>
        </c:dLbls>
        <c:firstSliceAng val="27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innerShdw blurRad="165100">
                <a:prstClr val="black">
                  <a:alpha val="32000"/>
                </a:prstClr>
              </a:innerShdw>
            </a:effectLst>
          </c:spPr>
          <c:dPt>
            <c:idx val="0"/>
            <c:bubble3D val="0"/>
            <c:spPr>
              <a:solidFill>
                <a:schemeClr val="accent1"/>
              </a:solidFill>
              <a:ln w="19050">
                <a:noFill/>
              </a:ln>
              <a:effectLst>
                <a:innerShdw blurRad="165100">
                  <a:prstClr val="black">
                    <a:alpha val="32000"/>
                  </a:prstClr>
                </a:innerShdw>
              </a:effectLst>
            </c:spPr>
            <c:extLst>
              <c:ext xmlns:c16="http://schemas.microsoft.com/office/drawing/2014/chart" uri="{C3380CC4-5D6E-409C-BE32-E72D297353CC}">
                <c16:uniqueId val="{00000001-C798-4DEA-BC25-42F871E255B0}"/>
              </c:ext>
            </c:extLst>
          </c:dPt>
          <c:dPt>
            <c:idx val="1"/>
            <c:bubble3D val="0"/>
            <c:spPr>
              <a:solidFill>
                <a:schemeClr val="bg2"/>
              </a:solidFill>
              <a:ln w="19050">
                <a:noFill/>
              </a:ln>
              <a:effectLst>
                <a:innerShdw blurRad="165100">
                  <a:prstClr val="black">
                    <a:alpha val="32000"/>
                  </a:prstClr>
                </a:innerShdw>
              </a:effectLst>
            </c:spPr>
            <c:extLst>
              <c:ext xmlns:c16="http://schemas.microsoft.com/office/drawing/2014/chart" uri="{C3380CC4-5D6E-409C-BE32-E72D297353CC}">
                <c16:uniqueId val="{00000003-C798-4DEA-BC25-42F871E255B0}"/>
              </c:ext>
            </c:extLst>
          </c:dPt>
          <c:dLbls>
            <c:delete val="1"/>
          </c:dLbls>
          <c:cat>
            <c:strRef>
              <c:f>Sheet1!$A$2:$A$3</c:f>
              <c:strCache>
                <c:ptCount val="2"/>
                <c:pt idx="0">
                  <c:v>1st Qtr</c:v>
                </c:pt>
                <c:pt idx="1">
                  <c:v>2nd Qtr</c:v>
                </c:pt>
              </c:strCache>
            </c:strRef>
          </c:cat>
          <c:val>
            <c:numRef>
              <c:f>Sheet1!$B$2:$B$3</c:f>
              <c:numCache>
                <c:formatCode>0%</c:formatCode>
                <c:ptCount val="2"/>
                <c:pt idx="0">
                  <c:v>0.15</c:v>
                </c:pt>
                <c:pt idx="1">
                  <c:v>0.85</c:v>
                </c:pt>
              </c:numCache>
            </c:numRef>
          </c:val>
          <c:extLst>
            <c:ext xmlns:c16="http://schemas.microsoft.com/office/drawing/2014/chart" uri="{C3380CC4-5D6E-409C-BE32-E72D297353CC}">
              <c16:uniqueId val="{00000004-C798-4DEA-BC25-42F871E255B0}"/>
            </c:ext>
          </c:extLst>
        </c:ser>
        <c:dLbls>
          <c:showLegendKey val="0"/>
          <c:showVal val="1"/>
          <c:showCatName val="0"/>
          <c:showSerName val="0"/>
          <c:showPercent val="0"/>
          <c:showBubbleSize val="0"/>
          <c:showLeaderLines val="1"/>
        </c:dLbls>
        <c:firstSliceAng val="0"/>
        <c:holeSize val="32"/>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innerShdw blurRad="165100">
                <a:prstClr val="black">
                  <a:alpha val="32000"/>
                </a:prstClr>
              </a:innerShdw>
            </a:effectLst>
          </c:spPr>
          <c:dPt>
            <c:idx val="0"/>
            <c:bubble3D val="0"/>
            <c:spPr>
              <a:solidFill>
                <a:schemeClr val="accent6"/>
              </a:solidFill>
              <a:ln w="19050">
                <a:noFill/>
              </a:ln>
              <a:effectLst>
                <a:innerShdw blurRad="165100">
                  <a:prstClr val="black">
                    <a:alpha val="32000"/>
                  </a:prstClr>
                </a:innerShdw>
              </a:effectLst>
            </c:spPr>
            <c:extLst>
              <c:ext xmlns:c16="http://schemas.microsoft.com/office/drawing/2014/chart" uri="{C3380CC4-5D6E-409C-BE32-E72D297353CC}">
                <c16:uniqueId val="{00000001-F6BE-4E6C-9BDD-4C01D95D2CE9}"/>
              </c:ext>
            </c:extLst>
          </c:dPt>
          <c:dPt>
            <c:idx val="1"/>
            <c:bubble3D val="0"/>
            <c:spPr>
              <a:solidFill>
                <a:schemeClr val="bg2"/>
              </a:solidFill>
              <a:ln w="19050">
                <a:noFill/>
              </a:ln>
              <a:effectLst>
                <a:innerShdw blurRad="165100">
                  <a:prstClr val="black">
                    <a:alpha val="32000"/>
                  </a:prstClr>
                </a:innerShdw>
              </a:effectLst>
            </c:spPr>
            <c:extLst>
              <c:ext xmlns:c16="http://schemas.microsoft.com/office/drawing/2014/chart" uri="{C3380CC4-5D6E-409C-BE32-E72D297353CC}">
                <c16:uniqueId val="{00000003-F6BE-4E6C-9BDD-4C01D95D2CE9}"/>
              </c:ext>
            </c:extLst>
          </c:dPt>
          <c:dLbls>
            <c:delete val="1"/>
          </c:dLbls>
          <c:cat>
            <c:strRef>
              <c:f>Sheet1!$A$2:$A$3</c:f>
              <c:strCache>
                <c:ptCount val="2"/>
                <c:pt idx="0">
                  <c:v>1st Qtr</c:v>
                </c:pt>
                <c:pt idx="1">
                  <c:v>2nd Qtr</c:v>
                </c:pt>
              </c:strCache>
            </c:strRef>
          </c:cat>
          <c:val>
            <c:numRef>
              <c:f>Sheet1!$B$2:$B$3</c:f>
              <c:numCache>
                <c:formatCode>0%</c:formatCode>
                <c:ptCount val="2"/>
                <c:pt idx="0">
                  <c:v>0.25</c:v>
                </c:pt>
                <c:pt idx="1">
                  <c:v>0.75</c:v>
                </c:pt>
              </c:numCache>
            </c:numRef>
          </c:val>
          <c:extLst>
            <c:ext xmlns:c16="http://schemas.microsoft.com/office/drawing/2014/chart" uri="{C3380CC4-5D6E-409C-BE32-E72D297353CC}">
              <c16:uniqueId val="{00000004-F6BE-4E6C-9BDD-4C01D95D2CE9}"/>
            </c:ext>
          </c:extLst>
        </c:ser>
        <c:dLbls>
          <c:showLegendKey val="0"/>
          <c:showVal val="1"/>
          <c:showCatName val="0"/>
          <c:showSerName val="0"/>
          <c:showPercent val="0"/>
          <c:showBubbleSize val="0"/>
          <c:showLeaderLines val="1"/>
        </c:dLbls>
        <c:firstSliceAng val="0"/>
        <c:holeSize val="32"/>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innerShdw blurRad="165100">
                <a:prstClr val="black">
                  <a:alpha val="32000"/>
                </a:prstClr>
              </a:innerShdw>
            </a:effectLst>
          </c:spPr>
          <c:dPt>
            <c:idx val="0"/>
            <c:bubble3D val="0"/>
            <c:spPr>
              <a:solidFill>
                <a:schemeClr val="accent3"/>
              </a:solidFill>
              <a:ln w="19050">
                <a:noFill/>
              </a:ln>
              <a:effectLst>
                <a:innerShdw blurRad="165100">
                  <a:prstClr val="black">
                    <a:alpha val="32000"/>
                  </a:prstClr>
                </a:innerShdw>
              </a:effectLst>
            </c:spPr>
            <c:extLst>
              <c:ext xmlns:c16="http://schemas.microsoft.com/office/drawing/2014/chart" uri="{C3380CC4-5D6E-409C-BE32-E72D297353CC}">
                <c16:uniqueId val="{00000001-70D2-4A3B-BFC2-01A0B7C312BE}"/>
              </c:ext>
            </c:extLst>
          </c:dPt>
          <c:dPt>
            <c:idx val="1"/>
            <c:bubble3D val="0"/>
            <c:spPr>
              <a:solidFill>
                <a:schemeClr val="bg2"/>
              </a:solidFill>
              <a:ln w="19050">
                <a:noFill/>
              </a:ln>
              <a:effectLst>
                <a:innerShdw blurRad="165100">
                  <a:prstClr val="black">
                    <a:alpha val="32000"/>
                  </a:prstClr>
                </a:innerShdw>
              </a:effectLst>
            </c:spPr>
            <c:extLst>
              <c:ext xmlns:c16="http://schemas.microsoft.com/office/drawing/2014/chart" uri="{C3380CC4-5D6E-409C-BE32-E72D297353CC}">
                <c16:uniqueId val="{00000003-70D2-4A3B-BFC2-01A0B7C312BE}"/>
              </c:ext>
            </c:extLst>
          </c:dPt>
          <c:dLbls>
            <c:delete val="1"/>
          </c:dLbls>
          <c:cat>
            <c:strRef>
              <c:f>Sheet1!$A$2:$A$3</c:f>
              <c:strCache>
                <c:ptCount val="2"/>
                <c:pt idx="0">
                  <c:v>1st Qtr</c:v>
                </c:pt>
                <c:pt idx="1">
                  <c:v>2nd Qtr</c:v>
                </c:pt>
              </c:strCache>
            </c:strRef>
          </c:cat>
          <c:val>
            <c:numRef>
              <c:f>Sheet1!$B$2:$B$3</c:f>
              <c:numCache>
                <c:formatCode>0%</c:formatCode>
                <c:ptCount val="2"/>
                <c:pt idx="0">
                  <c:v>0.45</c:v>
                </c:pt>
                <c:pt idx="1">
                  <c:v>0.55000000000000004</c:v>
                </c:pt>
              </c:numCache>
            </c:numRef>
          </c:val>
          <c:extLst>
            <c:ext xmlns:c16="http://schemas.microsoft.com/office/drawing/2014/chart" uri="{C3380CC4-5D6E-409C-BE32-E72D297353CC}">
              <c16:uniqueId val="{00000004-70D2-4A3B-BFC2-01A0B7C312BE}"/>
            </c:ext>
          </c:extLst>
        </c:ser>
        <c:dLbls>
          <c:showLegendKey val="0"/>
          <c:showVal val="1"/>
          <c:showCatName val="0"/>
          <c:showSerName val="0"/>
          <c:showPercent val="0"/>
          <c:showBubbleSize val="0"/>
          <c:showLeaderLines val="1"/>
        </c:dLbls>
        <c:firstSliceAng val="0"/>
        <c:holeSize val="32"/>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innerShdw blurRad="165100">
                <a:prstClr val="black">
                  <a:alpha val="32000"/>
                </a:prstClr>
              </a:innerShdw>
            </a:effectLst>
          </c:spPr>
          <c:dPt>
            <c:idx val="0"/>
            <c:bubble3D val="0"/>
            <c:spPr>
              <a:solidFill>
                <a:schemeClr val="accent4"/>
              </a:solidFill>
              <a:ln w="19050">
                <a:noFill/>
              </a:ln>
              <a:effectLst>
                <a:innerShdw blurRad="165100">
                  <a:prstClr val="black">
                    <a:alpha val="32000"/>
                  </a:prstClr>
                </a:innerShdw>
              </a:effectLst>
            </c:spPr>
            <c:extLst>
              <c:ext xmlns:c16="http://schemas.microsoft.com/office/drawing/2014/chart" uri="{C3380CC4-5D6E-409C-BE32-E72D297353CC}">
                <c16:uniqueId val="{00000001-BF82-4C03-A167-6A60A82C926B}"/>
              </c:ext>
            </c:extLst>
          </c:dPt>
          <c:dPt>
            <c:idx val="1"/>
            <c:bubble3D val="0"/>
            <c:spPr>
              <a:solidFill>
                <a:schemeClr val="bg2"/>
              </a:solidFill>
              <a:ln w="19050">
                <a:noFill/>
              </a:ln>
              <a:effectLst>
                <a:innerShdw blurRad="165100">
                  <a:prstClr val="black">
                    <a:alpha val="32000"/>
                  </a:prstClr>
                </a:innerShdw>
              </a:effectLst>
            </c:spPr>
            <c:extLst>
              <c:ext xmlns:c16="http://schemas.microsoft.com/office/drawing/2014/chart" uri="{C3380CC4-5D6E-409C-BE32-E72D297353CC}">
                <c16:uniqueId val="{00000003-BF82-4C03-A167-6A60A82C926B}"/>
              </c:ext>
            </c:extLst>
          </c:dPt>
          <c:dLbls>
            <c:delete val="1"/>
          </c:dLbls>
          <c:cat>
            <c:strRef>
              <c:f>Sheet1!$A$2:$A$3</c:f>
              <c:strCache>
                <c:ptCount val="2"/>
                <c:pt idx="0">
                  <c:v>1st Qtr</c:v>
                </c:pt>
                <c:pt idx="1">
                  <c:v>2nd Qtr</c:v>
                </c:pt>
              </c:strCache>
            </c:strRef>
          </c:cat>
          <c:val>
            <c:numRef>
              <c:f>Sheet1!$B$2:$B$3</c:f>
              <c:numCache>
                <c:formatCode>0%</c:formatCode>
                <c:ptCount val="2"/>
                <c:pt idx="0">
                  <c:v>0.65</c:v>
                </c:pt>
                <c:pt idx="1">
                  <c:v>0.35</c:v>
                </c:pt>
              </c:numCache>
            </c:numRef>
          </c:val>
          <c:extLst>
            <c:ext xmlns:c16="http://schemas.microsoft.com/office/drawing/2014/chart" uri="{C3380CC4-5D6E-409C-BE32-E72D297353CC}">
              <c16:uniqueId val="{00000004-BF82-4C03-A167-6A60A82C926B}"/>
            </c:ext>
          </c:extLst>
        </c:ser>
        <c:dLbls>
          <c:showLegendKey val="0"/>
          <c:showVal val="1"/>
          <c:showCatName val="0"/>
          <c:showSerName val="0"/>
          <c:showPercent val="0"/>
          <c:showBubbleSize val="0"/>
          <c:showLeaderLines val="1"/>
        </c:dLbls>
        <c:firstSliceAng val="0"/>
        <c:holeSize val="32"/>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a:noFill/>
            </a:ln>
          </c:spPr>
          <c:dPt>
            <c:idx val="0"/>
            <c:bubble3D val="0"/>
            <c:explosion val="15"/>
            <c:spPr>
              <a:solidFill>
                <a:schemeClr val="accent1"/>
              </a:solidFill>
              <a:ln w="19050">
                <a:noFill/>
              </a:ln>
              <a:effectLst/>
            </c:spPr>
            <c:extLst>
              <c:ext xmlns:c16="http://schemas.microsoft.com/office/drawing/2014/chart" uri="{C3380CC4-5D6E-409C-BE32-E72D297353CC}">
                <c16:uniqueId val="{00000001-4F07-4F47-9011-8394C654BECF}"/>
              </c:ext>
            </c:extLst>
          </c:dPt>
          <c:dPt>
            <c:idx val="1"/>
            <c:bubble3D val="0"/>
            <c:spPr>
              <a:solidFill>
                <a:schemeClr val="bg2">
                  <a:lumMod val="75000"/>
                  <a:lumOff val="25000"/>
                </a:schemeClr>
              </a:solidFill>
              <a:ln w="19050">
                <a:noFill/>
              </a:ln>
              <a:effectLst/>
            </c:spPr>
            <c:extLst>
              <c:ext xmlns:c16="http://schemas.microsoft.com/office/drawing/2014/chart" uri="{C3380CC4-5D6E-409C-BE32-E72D297353CC}">
                <c16:uniqueId val="{00000003-4F07-4F47-9011-8394C654BECF}"/>
              </c:ext>
            </c:extLst>
          </c:dPt>
          <c:dPt>
            <c:idx val="2"/>
            <c:bubble3D val="0"/>
            <c:spPr>
              <a:solidFill>
                <a:schemeClr val="accent3"/>
              </a:solidFill>
              <a:ln w="19050">
                <a:noFill/>
              </a:ln>
              <a:effectLst/>
            </c:spPr>
            <c:extLst>
              <c:ext xmlns:c16="http://schemas.microsoft.com/office/drawing/2014/chart" uri="{C3380CC4-5D6E-409C-BE32-E72D297353CC}">
                <c16:uniqueId val="{00000005-4F07-4F47-9011-8394C654BECF}"/>
              </c:ext>
            </c:extLst>
          </c:dPt>
          <c:dPt>
            <c:idx val="3"/>
            <c:bubble3D val="0"/>
            <c:spPr>
              <a:solidFill>
                <a:schemeClr val="accent4"/>
              </a:solidFill>
              <a:ln w="19050">
                <a:noFill/>
              </a:ln>
              <a:effectLst/>
            </c:spPr>
            <c:extLst>
              <c:ext xmlns:c16="http://schemas.microsoft.com/office/drawing/2014/chart" uri="{C3380CC4-5D6E-409C-BE32-E72D297353CC}">
                <c16:uniqueId val="{00000007-4F07-4F47-9011-8394C654BECF}"/>
              </c:ext>
            </c:extLst>
          </c:dPt>
          <c:cat>
            <c:strRef>
              <c:f>Sheet1!$A$2:$A$5</c:f>
              <c:strCache>
                <c:ptCount val="2"/>
                <c:pt idx="0">
                  <c:v>1st Qtr%</c:v>
                </c:pt>
                <c:pt idx="1">
                  <c:v>2nd Qtr%</c:v>
                </c:pt>
              </c:strCache>
            </c:strRef>
          </c:cat>
          <c:val>
            <c:numRef>
              <c:f>Sheet1!$B$2:$B$5</c:f>
              <c:numCache>
                <c:formatCode>0%</c:formatCode>
                <c:ptCount val="4"/>
                <c:pt idx="0">
                  <c:v>0.15</c:v>
                </c:pt>
                <c:pt idx="1">
                  <c:v>0.85</c:v>
                </c:pt>
              </c:numCache>
            </c:numRef>
          </c:val>
          <c:extLst>
            <c:ext xmlns:c16="http://schemas.microsoft.com/office/drawing/2014/chart" uri="{C3380CC4-5D6E-409C-BE32-E72D297353CC}">
              <c16:uniqueId val="{00000008-4F07-4F47-9011-8394C654BECF}"/>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a:noFill/>
            </a:ln>
          </c:spPr>
          <c:dPt>
            <c:idx val="0"/>
            <c:bubble3D val="0"/>
            <c:explosion val="6"/>
            <c:spPr>
              <a:solidFill>
                <a:schemeClr val="accent2"/>
              </a:solidFill>
              <a:ln w="19050">
                <a:noFill/>
              </a:ln>
              <a:effectLst/>
            </c:spPr>
            <c:extLst>
              <c:ext xmlns:c16="http://schemas.microsoft.com/office/drawing/2014/chart" uri="{C3380CC4-5D6E-409C-BE32-E72D297353CC}">
                <c16:uniqueId val="{00000001-F980-4C9D-A888-813A6035D05D}"/>
              </c:ext>
            </c:extLst>
          </c:dPt>
          <c:dPt>
            <c:idx val="1"/>
            <c:bubble3D val="0"/>
            <c:spPr>
              <a:solidFill>
                <a:schemeClr val="bg2">
                  <a:lumMod val="75000"/>
                  <a:lumOff val="25000"/>
                </a:schemeClr>
              </a:solidFill>
              <a:ln w="19050">
                <a:noFill/>
              </a:ln>
              <a:effectLst/>
            </c:spPr>
            <c:extLst>
              <c:ext xmlns:c16="http://schemas.microsoft.com/office/drawing/2014/chart" uri="{C3380CC4-5D6E-409C-BE32-E72D297353CC}">
                <c16:uniqueId val="{00000003-F980-4C9D-A888-813A6035D05D}"/>
              </c:ext>
            </c:extLst>
          </c:dPt>
          <c:dPt>
            <c:idx val="2"/>
            <c:bubble3D val="0"/>
            <c:spPr>
              <a:solidFill>
                <a:schemeClr val="accent3"/>
              </a:solidFill>
              <a:ln w="19050">
                <a:noFill/>
              </a:ln>
              <a:effectLst/>
            </c:spPr>
            <c:extLst>
              <c:ext xmlns:c16="http://schemas.microsoft.com/office/drawing/2014/chart" uri="{C3380CC4-5D6E-409C-BE32-E72D297353CC}">
                <c16:uniqueId val="{00000005-F980-4C9D-A888-813A6035D05D}"/>
              </c:ext>
            </c:extLst>
          </c:dPt>
          <c:dPt>
            <c:idx val="3"/>
            <c:bubble3D val="0"/>
            <c:spPr>
              <a:solidFill>
                <a:schemeClr val="accent4"/>
              </a:solidFill>
              <a:ln w="19050">
                <a:noFill/>
              </a:ln>
              <a:effectLst/>
            </c:spPr>
            <c:extLst>
              <c:ext xmlns:c16="http://schemas.microsoft.com/office/drawing/2014/chart" uri="{C3380CC4-5D6E-409C-BE32-E72D297353CC}">
                <c16:uniqueId val="{00000007-F980-4C9D-A888-813A6035D05D}"/>
              </c:ext>
            </c:extLst>
          </c:dPt>
          <c:cat>
            <c:strRef>
              <c:f>Sheet1!$A$2:$A$5</c:f>
              <c:strCache>
                <c:ptCount val="2"/>
                <c:pt idx="0">
                  <c:v>1st Qtr%</c:v>
                </c:pt>
                <c:pt idx="1">
                  <c:v>2nd Qtr%</c:v>
                </c:pt>
              </c:strCache>
            </c:strRef>
          </c:cat>
          <c:val>
            <c:numRef>
              <c:f>Sheet1!$B$2:$B$5</c:f>
              <c:numCache>
                <c:formatCode>0%</c:formatCode>
                <c:ptCount val="4"/>
                <c:pt idx="0">
                  <c:v>0.45</c:v>
                </c:pt>
                <c:pt idx="1">
                  <c:v>0.55000000000000004</c:v>
                </c:pt>
              </c:numCache>
            </c:numRef>
          </c:val>
          <c:extLst>
            <c:ext xmlns:c16="http://schemas.microsoft.com/office/drawing/2014/chart" uri="{C3380CC4-5D6E-409C-BE32-E72D297353CC}">
              <c16:uniqueId val="{00000008-F980-4C9D-A888-813A6035D05D}"/>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explosion val="8"/>
            <c:spPr>
              <a:solidFill>
                <a:schemeClr val="accent3"/>
              </a:solidFill>
              <a:ln w="19050">
                <a:noFill/>
              </a:ln>
              <a:effectLst/>
            </c:spPr>
            <c:extLst>
              <c:ext xmlns:c16="http://schemas.microsoft.com/office/drawing/2014/chart" uri="{C3380CC4-5D6E-409C-BE32-E72D297353CC}">
                <c16:uniqueId val="{00000001-EDE2-4311-BBC8-75DBCF0E06EB}"/>
              </c:ext>
            </c:extLst>
          </c:dPt>
          <c:dPt>
            <c:idx val="1"/>
            <c:bubble3D val="0"/>
            <c:spPr>
              <a:solidFill>
                <a:schemeClr val="bg2">
                  <a:lumMod val="75000"/>
                  <a:lumOff val="25000"/>
                </a:schemeClr>
              </a:solidFill>
              <a:ln w="19050">
                <a:noFill/>
              </a:ln>
              <a:effectLst/>
            </c:spPr>
            <c:extLst>
              <c:ext xmlns:c16="http://schemas.microsoft.com/office/drawing/2014/chart" uri="{C3380CC4-5D6E-409C-BE32-E72D297353CC}">
                <c16:uniqueId val="{00000003-EDE2-4311-BBC8-75DBCF0E06E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EDE2-4311-BBC8-75DBCF0E06E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EDE2-4311-BBC8-75DBCF0E06EB}"/>
              </c:ext>
            </c:extLst>
          </c:dPt>
          <c:cat>
            <c:strRef>
              <c:f>Sheet1!$A$2:$A$5</c:f>
              <c:strCache>
                <c:ptCount val="2"/>
                <c:pt idx="0">
                  <c:v>1st Qtr%</c:v>
                </c:pt>
                <c:pt idx="1">
                  <c:v>2nd Qtr%</c:v>
                </c:pt>
              </c:strCache>
            </c:strRef>
          </c:cat>
          <c:val>
            <c:numRef>
              <c:f>Sheet1!$B$2:$B$5</c:f>
              <c:numCache>
                <c:formatCode>0%</c:formatCode>
                <c:ptCount val="4"/>
                <c:pt idx="0">
                  <c:v>0.32</c:v>
                </c:pt>
                <c:pt idx="1">
                  <c:v>0.67999999999999994</c:v>
                </c:pt>
              </c:numCache>
            </c:numRef>
          </c:val>
          <c:extLst>
            <c:ext xmlns:c16="http://schemas.microsoft.com/office/drawing/2014/chart" uri="{C3380CC4-5D6E-409C-BE32-E72D297353CC}">
              <c16:uniqueId val="{00000008-EDE2-4311-BBC8-75DBCF0E06E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explosion val="6"/>
            <c:spPr>
              <a:solidFill>
                <a:schemeClr val="accent4"/>
              </a:solidFill>
              <a:ln w="19050">
                <a:noFill/>
              </a:ln>
              <a:effectLst/>
            </c:spPr>
            <c:extLst>
              <c:ext xmlns:c16="http://schemas.microsoft.com/office/drawing/2014/chart" uri="{C3380CC4-5D6E-409C-BE32-E72D297353CC}">
                <c16:uniqueId val="{00000001-2644-46D4-90CF-A782565F51D2}"/>
              </c:ext>
            </c:extLst>
          </c:dPt>
          <c:dPt>
            <c:idx val="1"/>
            <c:bubble3D val="0"/>
            <c:spPr>
              <a:solidFill>
                <a:schemeClr val="bg2">
                  <a:lumMod val="75000"/>
                  <a:lumOff val="25000"/>
                </a:schemeClr>
              </a:solidFill>
              <a:ln w="19050">
                <a:noFill/>
              </a:ln>
              <a:effectLst/>
            </c:spPr>
            <c:extLst>
              <c:ext xmlns:c16="http://schemas.microsoft.com/office/drawing/2014/chart" uri="{C3380CC4-5D6E-409C-BE32-E72D297353CC}">
                <c16:uniqueId val="{00000003-2644-46D4-90CF-A782565F51D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2644-46D4-90CF-A782565F51D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2644-46D4-90CF-A782565F51D2}"/>
              </c:ext>
            </c:extLst>
          </c:dPt>
          <c:cat>
            <c:strRef>
              <c:f>Sheet1!$A$2:$A$5</c:f>
              <c:strCache>
                <c:ptCount val="2"/>
                <c:pt idx="0">
                  <c:v>1st Qtr%</c:v>
                </c:pt>
                <c:pt idx="1">
                  <c:v>2nd Qtr%</c:v>
                </c:pt>
              </c:strCache>
            </c:strRef>
          </c:cat>
          <c:val>
            <c:numRef>
              <c:f>Sheet1!$B$2:$B$5</c:f>
              <c:numCache>
                <c:formatCode>0%</c:formatCode>
                <c:ptCount val="4"/>
                <c:pt idx="0">
                  <c:v>0.65</c:v>
                </c:pt>
                <c:pt idx="1">
                  <c:v>0.35</c:v>
                </c:pt>
              </c:numCache>
            </c:numRef>
          </c:val>
          <c:extLst>
            <c:ext xmlns:c16="http://schemas.microsoft.com/office/drawing/2014/chart" uri="{C3380CC4-5D6E-409C-BE32-E72D297353CC}">
              <c16:uniqueId val="{00000008-2644-46D4-90CF-A782565F51D2}"/>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7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innerShdw blurRad="165100">
                <a:prstClr val="black">
                  <a:alpha val="32000"/>
                </a:prstClr>
              </a:innerShdw>
            </a:effectLst>
          </c:spPr>
          <c:dPt>
            <c:idx val="0"/>
            <c:bubble3D val="0"/>
            <c:spPr>
              <a:solidFill>
                <a:schemeClr val="accent3"/>
              </a:solidFill>
              <a:ln w="19050">
                <a:noFill/>
              </a:ln>
              <a:effectLst>
                <a:innerShdw blurRad="165100">
                  <a:prstClr val="black">
                    <a:alpha val="32000"/>
                  </a:prstClr>
                </a:innerShdw>
              </a:effectLst>
            </c:spPr>
            <c:extLst>
              <c:ext xmlns:c16="http://schemas.microsoft.com/office/drawing/2014/chart" uri="{C3380CC4-5D6E-409C-BE32-E72D297353CC}">
                <c16:uniqueId val="{00000001-C878-43CF-95AA-FB7F32A1557B}"/>
              </c:ext>
            </c:extLst>
          </c:dPt>
          <c:dPt>
            <c:idx val="1"/>
            <c:bubble3D val="0"/>
            <c:spPr>
              <a:solidFill>
                <a:schemeClr val="bg2"/>
              </a:solidFill>
              <a:ln w="19050">
                <a:noFill/>
              </a:ln>
              <a:effectLst>
                <a:innerShdw blurRad="165100">
                  <a:prstClr val="black">
                    <a:alpha val="32000"/>
                  </a:prstClr>
                </a:innerShdw>
              </a:effectLst>
            </c:spPr>
            <c:extLst>
              <c:ext xmlns:c16="http://schemas.microsoft.com/office/drawing/2014/chart" uri="{C3380CC4-5D6E-409C-BE32-E72D297353CC}">
                <c16:uniqueId val="{00000003-C878-43CF-95AA-FB7F32A1557B}"/>
              </c:ext>
            </c:extLst>
          </c:dPt>
          <c:dLbls>
            <c:delete val="1"/>
          </c:dLbls>
          <c:cat>
            <c:strRef>
              <c:f>Sheet1!$A$2:$A$3</c:f>
              <c:strCache>
                <c:ptCount val="2"/>
                <c:pt idx="0">
                  <c:v>1st Qtr</c:v>
                </c:pt>
                <c:pt idx="1">
                  <c:v>2nd Qtr</c:v>
                </c:pt>
              </c:strCache>
            </c:strRef>
          </c:cat>
          <c:val>
            <c:numRef>
              <c:f>Sheet1!$B$2:$B$3</c:f>
              <c:numCache>
                <c:formatCode>0%</c:formatCode>
                <c:ptCount val="2"/>
                <c:pt idx="0">
                  <c:v>0.15</c:v>
                </c:pt>
                <c:pt idx="1">
                  <c:v>0.85</c:v>
                </c:pt>
              </c:numCache>
            </c:numRef>
          </c:val>
          <c:extLst>
            <c:ext xmlns:c16="http://schemas.microsoft.com/office/drawing/2014/chart" uri="{C3380CC4-5D6E-409C-BE32-E72D297353CC}">
              <c16:uniqueId val="{00000004-C878-43CF-95AA-FB7F32A1557B}"/>
            </c:ext>
          </c:extLst>
        </c:ser>
        <c:dLbls>
          <c:showLegendKey val="0"/>
          <c:showVal val="1"/>
          <c:showCatName val="0"/>
          <c:showSerName val="0"/>
          <c:showPercent val="0"/>
          <c:showBubbleSize val="0"/>
          <c:showLeaderLines val="1"/>
        </c:dLbls>
        <c:firstSliceAng val="0"/>
        <c:holeSize val="32"/>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8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innerShdw blurRad="165100">
                <a:prstClr val="black">
                  <a:alpha val="32000"/>
                </a:prstClr>
              </a:innerShdw>
            </a:effectLst>
          </c:spPr>
          <c:dPt>
            <c:idx val="0"/>
            <c:bubble3D val="0"/>
            <c:spPr>
              <a:solidFill>
                <a:schemeClr val="accent4"/>
              </a:solidFill>
              <a:ln w="19050">
                <a:noFill/>
              </a:ln>
              <a:effectLst>
                <a:innerShdw blurRad="165100">
                  <a:prstClr val="black">
                    <a:alpha val="32000"/>
                  </a:prstClr>
                </a:innerShdw>
              </a:effectLst>
            </c:spPr>
            <c:extLst>
              <c:ext xmlns:c16="http://schemas.microsoft.com/office/drawing/2014/chart" uri="{C3380CC4-5D6E-409C-BE32-E72D297353CC}">
                <c16:uniqueId val="{00000001-4D1F-416F-AD1F-E7C34657B3E3}"/>
              </c:ext>
            </c:extLst>
          </c:dPt>
          <c:dPt>
            <c:idx val="1"/>
            <c:bubble3D val="0"/>
            <c:spPr>
              <a:solidFill>
                <a:schemeClr val="bg2"/>
              </a:solidFill>
              <a:ln w="19050">
                <a:noFill/>
              </a:ln>
              <a:effectLst>
                <a:innerShdw blurRad="165100">
                  <a:prstClr val="black">
                    <a:alpha val="32000"/>
                  </a:prstClr>
                </a:innerShdw>
              </a:effectLst>
            </c:spPr>
            <c:extLst>
              <c:ext xmlns:c16="http://schemas.microsoft.com/office/drawing/2014/chart" uri="{C3380CC4-5D6E-409C-BE32-E72D297353CC}">
                <c16:uniqueId val="{00000003-4D1F-416F-AD1F-E7C34657B3E3}"/>
              </c:ext>
            </c:extLst>
          </c:dPt>
          <c:dLbls>
            <c:delete val="1"/>
          </c:dLbls>
          <c:cat>
            <c:strRef>
              <c:f>Sheet1!$A$2:$A$3</c:f>
              <c:strCache>
                <c:ptCount val="2"/>
                <c:pt idx="0">
                  <c:v>1st Qtr</c:v>
                </c:pt>
                <c:pt idx="1">
                  <c:v>2nd Qtr</c:v>
                </c:pt>
              </c:strCache>
            </c:strRef>
          </c:cat>
          <c:val>
            <c:numRef>
              <c:f>Sheet1!$B$2:$B$3</c:f>
              <c:numCache>
                <c:formatCode>0%</c:formatCode>
                <c:ptCount val="2"/>
                <c:pt idx="0">
                  <c:v>0.4</c:v>
                </c:pt>
                <c:pt idx="1">
                  <c:v>0.6</c:v>
                </c:pt>
              </c:numCache>
            </c:numRef>
          </c:val>
          <c:extLst>
            <c:ext xmlns:c16="http://schemas.microsoft.com/office/drawing/2014/chart" uri="{C3380CC4-5D6E-409C-BE32-E72D297353CC}">
              <c16:uniqueId val="{00000004-4D1F-416F-AD1F-E7C34657B3E3}"/>
            </c:ext>
          </c:extLst>
        </c:ser>
        <c:dLbls>
          <c:showLegendKey val="0"/>
          <c:showVal val="1"/>
          <c:showCatName val="0"/>
          <c:showSerName val="0"/>
          <c:showPercent val="0"/>
          <c:showBubbleSize val="0"/>
          <c:showLeaderLines val="1"/>
        </c:dLbls>
        <c:firstSliceAng val="0"/>
        <c:holeSize val="32"/>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8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innerShdw blurRad="165100">
                <a:prstClr val="black">
                  <a:alpha val="32000"/>
                </a:prstClr>
              </a:innerShdw>
            </a:effectLst>
          </c:spPr>
          <c:dPt>
            <c:idx val="0"/>
            <c:bubble3D val="0"/>
            <c:spPr>
              <a:solidFill>
                <a:schemeClr val="accent5"/>
              </a:solidFill>
              <a:ln w="19050">
                <a:noFill/>
              </a:ln>
              <a:effectLst>
                <a:innerShdw blurRad="165100">
                  <a:prstClr val="black">
                    <a:alpha val="32000"/>
                  </a:prstClr>
                </a:innerShdw>
              </a:effectLst>
            </c:spPr>
            <c:extLst>
              <c:ext xmlns:c16="http://schemas.microsoft.com/office/drawing/2014/chart" uri="{C3380CC4-5D6E-409C-BE32-E72D297353CC}">
                <c16:uniqueId val="{00000001-08AC-49D0-AB1D-A7F043B52367}"/>
              </c:ext>
            </c:extLst>
          </c:dPt>
          <c:dPt>
            <c:idx val="1"/>
            <c:bubble3D val="0"/>
            <c:spPr>
              <a:solidFill>
                <a:schemeClr val="bg2"/>
              </a:solidFill>
              <a:ln w="19050">
                <a:noFill/>
              </a:ln>
              <a:effectLst>
                <a:innerShdw blurRad="165100">
                  <a:prstClr val="black">
                    <a:alpha val="32000"/>
                  </a:prstClr>
                </a:innerShdw>
              </a:effectLst>
            </c:spPr>
            <c:extLst>
              <c:ext xmlns:c16="http://schemas.microsoft.com/office/drawing/2014/chart" uri="{C3380CC4-5D6E-409C-BE32-E72D297353CC}">
                <c16:uniqueId val="{00000003-08AC-49D0-AB1D-A7F043B52367}"/>
              </c:ext>
            </c:extLst>
          </c:dPt>
          <c:dLbls>
            <c:delete val="1"/>
          </c:dLbls>
          <c:cat>
            <c:strRef>
              <c:f>Sheet1!$A$2:$A$3</c:f>
              <c:strCache>
                <c:ptCount val="2"/>
                <c:pt idx="0">
                  <c:v>1st Qtr</c:v>
                </c:pt>
                <c:pt idx="1">
                  <c:v>2nd Qtr</c:v>
                </c:pt>
              </c:strCache>
            </c:strRef>
          </c:cat>
          <c:val>
            <c:numRef>
              <c:f>Sheet1!$B$2:$B$3</c:f>
              <c:numCache>
                <c:formatCode>0%</c:formatCode>
                <c:ptCount val="2"/>
                <c:pt idx="0">
                  <c:v>0.32</c:v>
                </c:pt>
                <c:pt idx="1">
                  <c:v>0.67999999999999994</c:v>
                </c:pt>
              </c:numCache>
            </c:numRef>
          </c:val>
          <c:extLst>
            <c:ext xmlns:c16="http://schemas.microsoft.com/office/drawing/2014/chart" uri="{C3380CC4-5D6E-409C-BE32-E72D297353CC}">
              <c16:uniqueId val="{00000004-08AC-49D0-AB1D-A7F043B52367}"/>
            </c:ext>
          </c:extLst>
        </c:ser>
        <c:dLbls>
          <c:showLegendKey val="0"/>
          <c:showVal val="1"/>
          <c:showCatName val="0"/>
          <c:showSerName val="0"/>
          <c:showPercent val="0"/>
          <c:showBubbleSize val="0"/>
          <c:showLeaderLines val="1"/>
        </c:dLbls>
        <c:firstSliceAng val="0"/>
        <c:holeSize val="32"/>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8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innerShdw blurRad="165100">
                <a:prstClr val="black">
                  <a:alpha val="32000"/>
                </a:prstClr>
              </a:innerShdw>
            </a:effectLst>
          </c:spPr>
          <c:dPt>
            <c:idx val="0"/>
            <c:bubble3D val="0"/>
            <c:spPr>
              <a:solidFill>
                <a:schemeClr val="accent1"/>
              </a:solidFill>
              <a:ln w="19050">
                <a:noFill/>
              </a:ln>
              <a:effectLst>
                <a:innerShdw blurRad="165100">
                  <a:prstClr val="black">
                    <a:alpha val="32000"/>
                  </a:prstClr>
                </a:innerShdw>
              </a:effectLst>
            </c:spPr>
            <c:extLst>
              <c:ext xmlns:c16="http://schemas.microsoft.com/office/drawing/2014/chart" uri="{C3380CC4-5D6E-409C-BE32-E72D297353CC}">
                <c16:uniqueId val="{00000001-06E4-4A75-9CBD-4073AAA1D281}"/>
              </c:ext>
            </c:extLst>
          </c:dPt>
          <c:dPt>
            <c:idx val="1"/>
            <c:bubble3D val="0"/>
            <c:spPr>
              <a:solidFill>
                <a:schemeClr val="bg2"/>
              </a:solidFill>
              <a:ln w="19050">
                <a:noFill/>
              </a:ln>
              <a:effectLst>
                <a:innerShdw blurRad="165100">
                  <a:prstClr val="black">
                    <a:alpha val="32000"/>
                  </a:prstClr>
                </a:innerShdw>
              </a:effectLst>
            </c:spPr>
            <c:extLst>
              <c:ext xmlns:c16="http://schemas.microsoft.com/office/drawing/2014/chart" uri="{C3380CC4-5D6E-409C-BE32-E72D297353CC}">
                <c16:uniqueId val="{00000003-06E4-4A75-9CBD-4073AAA1D281}"/>
              </c:ext>
            </c:extLst>
          </c:dPt>
          <c:dLbls>
            <c:delete val="1"/>
          </c:dLbls>
          <c:cat>
            <c:strRef>
              <c:f>Sheet1!$A$2:$A$3</c:f>
              <c:strCache>
                <c:ptCount val="2"/>
                <c:pt idx="0">
                  <c:v>1st Qtr</c:v>
                </c:pt>
                <c:pt idx="1">
                  <c:v>2nd Qtr</c:v>
                </c:pt>
              </c:strCache>
            </c:strRef>
          </c:cat>
          <c:val>
            <c:numRef>
              <c:f>Sheet1!$B$2:$B$3</c:f>
              <c:numCache>
                <c:formatCode>0%</c:formatCode>
                <c:ptCount val="2"/>
                <c:pt idx="0">
                  <c:v>0.87</c:v>
                </c:pt>
                <c:pt idx="1">
                  <c:v>0.13</c:v>
                </c:pt>
              </c:numCache>
            </c:numRef>
          </c:val>
          <c:extLst>
            <c:ext xmlns:c16="http://schemas.microsoft.com/office/drawing/2014/chart" uri="{C3380CC4-5D6E-409C-BE32-E72D297353CC}">
              <c16:uniqueId val="{00000004-06E4-4A75-9CBD-4073AAA1D281}"/>
            </c:ext>
          </c:extLst>
        </c:ser>
        <c:dLbls>
          <c:showLegendKey val="0"/>
          <c:showVal val="1"/>
          <c:showCatName val="0"/>
          <c:showSerName val="0"/>
          <c:showPercent val="0"/>
          <c:showBubbleSize val="0"/>
          <c:showLeaderLines val="1"/>
        </c:dLbls>
        <c:firstSliceAng val="0"/>
        <c:holeSize val="32"/>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8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innerShdw blurRad="165100">
                <a:prstClr val="black">
                  <a:alpha val="32000"/>
                </a:prstClr>
              </a:innerShdw>
            </a:effectLst>
          </c:spPr>
          <c:dPt>
            <c:idx val="0"/>
            <c:bubble3D val="0"/>
            <c:spPr>
              <a:solidFill>
                <a:schemeClr val="accent3"/>
              </a:solidFill>
              <a:ln w="19050">
                <a:noFill/>
              </a:ln>
              <a:effectLst>
                <a:innerShdw blurRad="165100">
                  <a:prstClr val="black">
                    <a:alpha val="32000"/>
                  </a:prstClr>
                </a:innerShdw>
              </a:effectLst>
            </c:spPr>
            <c:extLst>
              <c:ext xmlns:c16="http://schemas.microsoft.com/office/drawing/2014/chart" uri="{C3380CC4-5D6E-409C-BE32-E72D297353CC}">
                <c16:uniqueId val="{00000001-3F49-45E0-AD27-3311217DBD33}"/>
              </c:ext>
            </c:extLst>
          </c:dPt>
          <c:dPt>
            <c:idx val="1"/>
            <c:bubble3D val="0"/>
            <c:spPr>
              <a:solidFill>
                <a:schemeClr val="bg2"/>
              </a:solidFill>
              <a:ln w="19050">
                <a:noFill/>
              </a:ln>
              <a:effectLst>
                <a:innerShdw blurRad="165100">
                  <a:prstClr val="black">
                    <a:alpha val="32000"/>
                  </a:prstClr>
                </a:innerShdw>
              </a:effectLst>
            </c:spPr>
            <c:extLst>
              <c:ext xmlns:c16="http://schemas.microsoft.com/office/drawing/2014/chart" uri="{C3380CC4-5D6E-409C-BE32-E72D297353CC}">
                <c16:uniqueId val="{00000003-3F49-45E0-AD27-3311217DBD33}"/>
              </c:ext>
            </c:extLst>
          </c:dPt>
          <c:dLbls>
            <c:delete val="1"/>
          </c:dLbls>
          <c:cat>
            <c:strRef>
              <c:f>Sheet1!$A$2:$A$3</c:f>
              <c:strCache>
                <c:ptCount val="2"/>
                <c:pt idx="0">
                  <c:v>1st Qtr</c:v>
                </c:pt>
                <c:pt idx="1">
                  <c:v>2nd Qtr</c:v>
                </c:pt>
              </c:strCache>
            </c:strRef>
          </c:cat>
          <c:val>
            <c:numRef>
              <c:f>Sheet1!$B$2:$B$3</c:f>
              <c:numCache>
                <c:formatCode>0%</c:formatCode>
                <c:ptCount val="2"/>
                <c:pt idx="0">
                  <c:v>0.15</c:v>
                </c:pt>
                <c:pt idx="1">
                  <c:v>0.85</c:v>
                </c:pt>
              </c:numCache>
            </c:numRef>
          </c:val>
          <c:extLst>
            <c:ext xmlns:c16="http://schemas.microsoft.com/office/drawing/2014/chart" uri="{C3380CC4-5D6E-409C-BE32-E72D297353CC}">
              <c16:uniqueId val="{00000004-3F49-45E0-AD27-3311217DBD33}"/>
            </c:ext>
          </c:extLst>
        </c:ser>
        <c:dLbls>
          <c:showLegendKey val="0"/>
          <c:showVal val="1"/>
          <c:showCatName val="0"/>
          <c:showSerName val="0"/>
          <c:showPercent val="0"/>
          <c:showBubbleSize val="0"/>
          <c:showLeaderLines val="1"/>
        </c:dLbls>
        <c:firstSliceAng val="0"/>
        <c:holeSize val="32"/>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8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innerShdw blurRad="165100">
                <a:prstClr val="black">
                  <a:alpha val="32000"/>
                </a:prstClr>
              </a:innerShdw>
            </a:effectLst>
          </c:spPr>
          <c:dPt>
            <c:idx val="0"/>
            <c:bubble3D val="0"/>
            <c:spPr>
              <a:solidFill>
                <a:schemeClr val="accent5"/>
              </a:solidFill>
              <a:ln w="19050">
                <a:noFill/>
              </a:ln>
              <a:effectLst>
                <a:innerShdw blurRad="165100">
                  <a:prstClr val="black">
                    <a:alpha val="32000"/>
                  </a:prstClr>
                </a:innerShdw>
              </a:effectLst>
            </c:spPr>
            <c:extLst>
              <c:ext xmlns:c16="http://schemas.microsoft.com/office/drawing/2014/chart" uri="{C3380CC4-5D6E-409C-BE32-E72D297353CC}">
                <c16:uniqueId val="{00000001-6E67-4FD5-A4C5-B322F421323F}"/>
              </c:ext>
            </c:extLst>
          </c:dPt>
          <c:dPt>
            <c:idx val="1"/>
            <c:bubble3D val="0"/>
            <c:spPr>
              <a:solidFill>
                <a:schemeClr val="bg2"/>
              </a:solidFill>
              <a:ln w="19050">
                <a:noFill/>
              </a:ln>
              <a:effectLst>
                <a:innerShdw blurRad="165100">
                  <a:prstClr val="black">
                    <a:alpha val="32000"/>
                  </a:prstClr>
                </a:innerShdw>
              </a:effectLst>
            </c:spPr>
            <c:extLst>
              <c:ext xmlns:c16="http://schemas.microsoft.com/office/drawing/2014/chart" uri="{C3380CC4-5D6E-409C-BE32-E72D297353CC}">
                <c16:uniqueId val="{00000003-6E67-4FD5-A4C5-B322F421323F}"/>
              </c:ext>
            </c:extLst>
          </c:dPt>
          <c:dLbls>
            <c:delete val="1"/>
          </c:dLbls>
          <c:cat>
            <c:strRef>
              <c:f>Sheet1!$A$2:$A$3</c:f>
              <c:strCache>
                <c:ptCount val="2"/>
                <c:pt idx="0">
                  <c:v>1st Qtr</c:v>
                </c:pt>
                <c:pt idx="1">
                  <c:v>2nd Qtr</c:v>
                </c:pt>
              </c:strCache>
            </c:strRef>
          </c:cat>
          <c:val>
            <c:numRef>
              <c:f>Sheet1!$B$2:$B$3</c:f>
              <c:numCache>
                <c:formatCode>0%</c:formatCode>
                <c:ptCount val="2"/>
                <c:pt idx="0">
                  <c:v>0.25</c:v>
                </c:pt>
                <c:pt idx="1">
                  <c:v>0.75</c:v>
                </c:pt>
              </c:numCache>
            </c:numRef>
          </c:val>
          <c:extLst>
            <c:ext xmlns:c16="http://schemas.microsoft.com/office/drawing/2014/chart" uri="{C3380CC4-5D6E-409C-BE32-E72D297353CC}">
              <c16:uniqueId val="{00000004-6E67-4FD5-A4C5-B322F421323F}"/>
            </c:ext>
          </c:extLst>
        </c:ser>
        <c:dLbls>
          <c:showLegendKey val="0"/>
          <c:showVal val="1"/>
          <c:showCatName val="0"/>
          <c:showSerName val="0"/>
          <c:showPercent val="0"/>
          <c:showBubbleSize val="0"/>
          <c:showLeaderLines val="1"/>
        </c:dLbls>
        <c:firstSliceAng val="0"/>
        <c:holeSize val="32"/>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8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innerShdw blurRad="165100">
                <a:prstClr val="black">
                  <a:alpha val="32000"/>
                </a:prstClr>
              </a:innerShdw>
            </a:effectLst>
          </c:spPr>
          <c:dPt>
            <c:idx val="0"/>
            <c:bubble3D val="0"/>
            <c:spPr>
              <a:solidFill>
                <a:schemeClr val="accent5"/>
              </a:solidFill>
              <a:ln w="19050">
                <a:noFill/>
              </a:ln>
              <a:effectLst>
                <a:innerShdw blurRad="165100">
                  <a:prstClr val="black">
                    <a:alpha val="32000"/>
                  </a:prstClr>
                </a:innerShdw>
              </a:effectLst>
            </c:spPr>
            <c:extLst>
              <c:ext xmlns:c16="http://schemas.microsoft.com/office/drawing/2014/chart" uri="{C3380CC4-5D6E-409C-BE32-E72D297353CC}">
                <c16:uniqueId val="{00000001-B30B-4C07-B424-CC22BB3737D7}"/>
              </c:ext>
            </c:extLst>
          </c:dPt>
          <c:dPt>
            <c:idx val="1"/>
            <c:bubble3D val="0"/>
            <c:spPr>
              <a:solidFill>
                <a:schemeClr val="bg2"/>
              </a:solidFill>
              <a:ln w="19050">
                <a:noFill/>
              </a:ln>
              <a:effectLst>
                <a:innerShdw blurRad="165100">
                  <a:prstClr val="black">
                    <a:alpha val="32000"/>
                  </a:prstClr>
                </a:innerShdw>
              </a:effectLst>
            </c:spPr>
            <c:extLst>
              <c:ext xmlns:c16="http://schemas.microsoft.com/office/drawing/2014/chart" uri="{C3380CC4-5D6E-409C-BE32-E72D297353CC}">
                <c16:uniqueId val="{00000003-B30B-4C07-B424-CC22BB3737D7}"/>
              </c:ext>
            </c:extLst>
          </c:dPt>
          <c:dLbls>
            <c:delete val="1"/>
          </c:dLbls>
          <c:cat>
            <c:strRef>
              <c:f>Sheet1!$A$2:$A$3</c:f>
              <c:strCache>
                <c:ptCount val="2"/>
                <c:pt idx="0">
                  <c:v>1st Qtr</c:v>
                </c:pt>
                <c:pt idx="1">
                  <c:v>2nd Qtr</c:v>
                </c:pt>
              </c:strCache>
            </c:strRef>
          </c:cat>
          <c:val>
            <c:numRef>
              <c:f>Sheet1!$B$2:$B$3</c:f>
              <c:numCache>
                <c:formatCode>0%</c:formatCode>
                <c:ptCount val="2"/>
                <c:pt idx="0">
                  <c:v>0.33</c:v>
                </c:pt>
                <c:pt idx="1">
                  <c:v>0.66999999999999993</c:v>
                </c:pt>
              </c:numCache>
            </c:numRef>
          </c:val>
          <c:extLst>
            <c:ext xmlns:c16="http://schemas.microsoft.com/office/drawing/2014/chart" uri="{C3380CC4-5D6E-409C-BE32-E72D297353CC}">
              <c16:uniqueId val="{00000004-B30B-4C07-B424-CC22BB3737D7}"/>
            </c:ext>
          </c:extLst>
        </c:ser>
        <c:dLbls>
          <c:showLegendKey val="0"/>
          <c:showVal val="1"/>
          <c:showCatName val="0"/>
          <c:showSerName val="0"/>
          <c:showPercent val="0"/>
          <c:showBubbleSize val="0"/>
          <c:showLeaderLines val="1"/>
        </c:dLbls>
        <c:firstSliceAng val="0"/>
        <c:holeSize val="32"/>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8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innerShdw blurRad="165100">
                <a:prstClr val="black">
                  <a:alpha val="32000"/>
                </a:prstClr>
              </a:innerShdw>
            </a:effectLst>
          </c:spPr>
          <c:dPt>
            <c:idx val="0"/>
            <c:bubble3D val="0"/>
            <c:spPr>
              <a:solidFill>
                <a:schemeClr val="accent3"/>
              </a:solidFill>
              <a:ln w="19050">
                <a:noFill/>
              </a:ln>
              <a:effectLst>
                <a:innerShdw blurRad="165100">
                  <a:prstClr val="black">
                    <a:alpha val="32000"/>
                  </a:prstClr>
                </a:innerShdw>
              </a:effectLst>
            </c:spPr>
            <c:extLst>
              <c:ext xmlns:c16="http://schemas.microsoft.com/office/drawing/2014/chart" uri="{C3380CC4-5D6E-409C-BE32-E72D297353CC}">
                <c16:uniqueId val="{00000001-3F49-45E0-AD27-3311217DBD33}"/>
              </c:ext>
            </c:extLst>
          </c:dPt>
          <c:dPt>
            <c:idx val="1"/>
            <c:bubble3D val="0"/>
            <c:spPr>
              <a:solidFill>
                <a:schemeClr val="bg2"/>
              </a:solidFill>
              <a:ln w="19050">
                <a:noFill/>
              </a:ln>
              <a:effectLst>
                <a:innerShdw blurRad="165100">
                  <a:prstClr val="black">
                    <a:alpha val="32000"/>
                  </a:prstClr>
                </a:innerShdw>
              </a:effectLst>
            </c:spPr>
            <c:extLst>
              <c:ext xmlns:c16="http://schemas.microsoft.com/office/drawing/2014/chart" uri="{C3380CC4-5D6E-409C-BE32-E72D297353CC}">
                <c16:uniqueId val="{00000003-3F49-45E0-AD27-3311217DBD33}"/>
              </c:ext>
            </c:extLst>
          </c:dPt>
          <c:dLbls>
            <c:delete val="1"/>
          </c:dLbls>
          <c:cat>
            <c:strRef>
              <c:f>Sheet1!$A$2:$A$3</c:f>
              <c:strCache>
                <c:ptCount val="2"/>
                <c:pt idx="0">
                  <c:v>1st Qtr</c:v>
                </c:pt>
                <c:pt idx="1">
                  <c:v>2nd Qtr</c:v>
                </c:pt>
              </c:strCache>
            </c:strRef>
          </c:cat>
          <c:val>
            <c:numRef>
              <c:f>Sheet1!$B$2:$B$3</c:f>
              <c:numCache>
                <c:formatCode>0%</c:formatCode>
                <c:ptCount val="2"/>
                <c:pt idx="0">
                  <c:v>0.12</c:v>
                </c:pt>
                <c:pt idx="1">
                  <c:v>0.88</c:v>
                </c:pt>
              </c:numCache>
            </c:numRef>
          </c:val>
          <c:extLst>
            <c:ext xmlns:c16="http://schemas.microsoft.com/office/drawing/2014/chart" uri="{C3380CC4-5D6E-409C-BE32-E72D297353CC}">
              <c16:uniqueId val="{00000004-3F49-45E0-AD27-3311217DBD33}"/>
            </c:ext>
          </c:extLst>
        </c:ser>
        <c:dLbls>
          <c:showLegendKey val="0"/>
          <c:showVal val="1"/>
          <c:showCatName val="0"/>
          <c:showSerName val="0"/>
          <c:showPercent val="0"/>
          <c:showBubbleSize val="0"/>
          <c:showLeaderLines val="1"/>
        </c:dLbls>
        <c:firstSliceAng val="0"/>
        <c:holeSize val="32"/>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8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innerShdw blurRad="165100">
                <a:prstClr val="black">
                  <a:alpha val="32000"/>
                </a:prstClr>
              </a:innerShdw>
            </a:effectLst>
          </c:spPr>
          <c:dPt>
            <c:idx val="0"/>
            <c:bubble3D val="0"/>
            <c:spPr>
              <a:solidFill>
                <a:schemeClr val="accent1"/>
              </a:solidFill>
              <a:ln w="19050">
                <a:noFill/>
              </a:ln>
              <a:effectLst>
                <a:innerShdw blurRad="165100">
                  <a:prstClr val="black">
                    <a:alpha val="32000"/>
                  </a:prstClr>
                </a:innerShdw>
              </a:effectLst>
            </c:spPr>
            <c:extLst>
              <c:ext xmlns:c16="http://schemas.microsoft.com/office/drawing/2014/chart" uri="{C3380CC4-5D6E-409C-BE32-E72D297353CC}">
                <c16:uniqueId val="{00000001-C22F-4903-95E2-A8D0793F48D1}"/>
              </c:ext>
            </c:extLst>
          </c:dPt>
          <c:dPt>
            <c:idx val="1"/>
            <c:bubble3D val="0"/>
            <c:spPr>
              <a:solidFill>
                <a:schemeClr val="bg2"/>
              </a:solidFill>
              <a:ln w="19050">
                <a:noFill/>
              </a:ln>
              <a:effectLst>
                <a:innerShdw blurRad="165100">
                  <a:prstClr val="black">
                    <a:alpha val="32000"/>
                  </a:prstClr>
                </a:innerShdw>
              </a:effectLst>
            </c:spPr>
            <c:extLst>
              <c:ext xmlns:c16="http://schemas.microsoft.com/office/drawing/2014/chart" uri="{C3380CC4-5D6E-409C-BE32-E72D297353CC}">
                <c16:uniqueId val="{00000003-C22F-4903-95E2-A8D0793F48D1}"/>
              </c:ext>
            </c:extLst>
          </c:dPt>
          <c:dLbls>
            <c:delete val="1"/>
          </c:dLbls>
          <c:cat>
            <c:strRef>
              <c:f>Sheet1!$A$2:$A$3</c:f>
              <c:strCache>
                <c:ptCount val="2"/>
                <c:pt idx="0">
                  <c:v>1st Qtr</c:v>
                </c:pt>
                <c:pt idx="1">
                  <c:v>2nd Qtr</c:v>
                </c:pt>
              </c:strCache>
            </c:strRef>
          </c:cat>
          <c:val>
            <c:numRef>
              <c:f>Sheet1!$B$2:$B$3</c:f>
              <c:numCache>
                <c:formatCode>0%</c:formatCode>
                <c:ptCount val="2"/>
                <c:pt idx="0">
                  <c:v>0.85</c:v>
                </c:pt>
                <c:pt idx="1">
                  <c:v>0.15000000000000002</c:v>
                </c:pt>
              </c:numCache>
            </c:numRef>
          </c:val>
          <c:extLst>
            <c:ext xmlns:c16="http://schemas.microsoft.com/office/drawing/2014/chart" uri="{C3380CC4-5D6E-409C-BE32-E72D297353CC}">
              <c16:uniqueId val="{00000004-C22F-4903-95E2-A8D0793F48D1}"/>
            </c:ext>
          </c:extLst>
        </c:ser>
        <c:dLbls>
          <c:showLegendKey val="0"/>
          <c:showVal val="1"/>
          <c:showCatName val="0"/>
          <c:showSerName val="0"/>
          <c:showPercent val="0"/>
          <c:showBubbleSize val="0"/>
          <c:showLeaderLines val="1"/>
        </c:dLbls>
        <c:firstSliceAng val="0"/>
        <c:holeSize val="32"/>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3">
    <c:autoUpdate val="0"/>
  </c:externalData>
</c:chartSpace>
</file>

<file path=ppt/charts/chart8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0-DA14-412C-9937-DFEFB60C2559}"/>
            </c:ext>
          </c:extLst>
        </c:ser>
        <c:ser>
          <c:idx val="1"/>
          <c:order val="1"/>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1-DA14-412C-9937-DFEFB60C2559}"/>
            </c:ext>
          </c:extLst>
        </c:ser>
        <c:ser>
          <c:idx val="2"/>
          <c:order val="2"/>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2-DA14-412C-9937-DFEFB60C2559}"/>
            </c:ext>
          </c:extLst>
        </c:ser>
        <c:ser>
          <c:idx val="3"/>
          <c:order val="3"/>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3-DA14-412C-9937-DFEFB60C2559}"/>
            </c:ext>
          </c:extLst>
        </c:ser>
        <c:ser>
          <c:idx val="4"/>
          <c:order val="4"/>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4-DA14-412C-9937-DFEFB60C2559}"/>
            </c:ext>
          </c:extLst>
        </c:ser>
        <c:ser>
          <c:idx val="5"/>
          <c:order val="5"/>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5-DA14-412C-9937-DFEFB60C2559}"/>
            </c:ext>
          </c:extLst>
        </c:ser>
        <c:ser>
          <c:idx val="6"/>
          <c:order val="6"/>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6-DA14-412C-9937-DFEFB60C2559}"/>
            </c:ext>
          </c:extLst>
        </c:ser>
        <c:ser>
          <c:idx val="7"/>
          <c:order val="7"/>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7-DA14-412C-9937-DFEFB60C2559}"/>
            </c:ext>
          </c:extLst>
        </c:ser>
        <c:ser>
          <c:idx val="8"/>
          <c:order val="8"/>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8-DA14-412C-9937-DFEFB60C2559}"/>
            </c:ext>
          </c:extLst>
        </c:ser>
        <c:ser>
          <c:idx val="9"/>
          <c:order val="9"/>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9-DA14-412C-9937-DFEFB60C2559}"/>
            </c:ext>
          </c:extLst>
        </c:ser>
        <c:dLbls>
          <c:showLegendKey val="0"/>
          <c:showVal val="0"/>
          <c:showCatName val="0"/>
          <c:showSerName val="0"/>
          <c:showPercent val="0"/>
          <c:showBubbleSize val="0"/>
        </c:dLbls>
        <c:gapWidth val="0"/>
        <c:overlap val="100"/>
        <c:axId val="469261920"/>
        <c:axId val="469265856"/>
      </c:barChart>
      <c:catAx>
        <c:axId val="469261920"/>
        <c:scaling>
          <c:orientation val="minMax"/>
        </c:scaling>
        <c:delete val="1"/>
        <c:axPos val="b"/>
        <c:majorTickMark val="none"/>
        <c:minorTickMark val="none"/>
        <c:tickLblPos val="nextTo"/>
        <c:crossAx val="469265856"/>
        <c:crosses val="autoZero"/>
        <c:auto val="1"/>
        <c:lblAlgn val="ctr"/>
        <c:lblOffset val="100"/>
        <c:noMultiLvlLbl val="0"/>
      </c:catAx>
      <c:valAx>
        <c:axId val="469265856"/>
        <c:scaling>
          <c:orientation val="minMax"/>
          <c:max val="10"/>
        </c:scaling>
        <c:delete val="1"/>
        <c:axPos val="l"/>
        <c:numFmt formatCode="General" sourceLinked="1"/>
        <c:majorTickMark val="none"/>
        <c:minorTickMark val="none"/>
        <c:tickLblPos val="nextTo"/>
        <c:crossAx val="46926192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4">
    <c:autoUpdate val="0"/>
  </c:externalData>
</c:chartSpace>
</file>

<file path=ppt/charts/chart8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spPr>
            <a:blipFill>
              <a:blip xmlns:r="http://schemas.openxmlformats.org/officeDocument/2006/relationships" r:embed="rId3"/>
              <a:stretch>
                <a:fillRect/>
              </a:stretch>
            </a:blipFill>
            <a:ln>
              <a:noFill/>
            </a:ln>
            <a:effectLst/>
          </c:spPr>
          <c:invertIfNegative val="0"/>
          <c:val>
            <c:numRef>
              <c:f>Chart!$E$18:$E$27</c:f>
              <c:numCache>
                <c:formatCode>General</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00-711B-4BB7-9C0F-C3E0B7B3E60E}"/>
            </c:ext>
          </c:extLst>
        </c:ser>
        <c:ser>
          <c:idx val="1"/>
          <c:order val="1"/>
          <c:spPr>
            <a:blipFill>
              <a:blip xmlns:r="http://schemas.openxmlformats.org/officeDocument/2006/relationships" r:embed="rId4"/>
              <a:stretch>
                <a:fillRect/>
              </a:stretch>
            </a:blipFill>
            <a:ln>
              <a:noFill/>
            </a:ln>
            <a:effectLst/>
          </c:spPr>
          <c:invertIfNegative val="0"/>
          <c:val>
            <c:numRef>
              <c:f>Chart!$F$18:$F$27</c:f>
              <c:numCache>
                <c:formatCode>General</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01-711B-4BB7-9C0F-C3E0B7B3E60E}"/>
            </c:ext>
          </c:extLst>
        </c:ser>
        <c:ser>
          <c:idx val="2"/>
          <c:order val="2"/>
          <c:spPr>
            <a:blipFill>
              <a:blip xmlns:r="http://schemas.openxmlformats.org/officeDocument/2006/relationships" r:embed="rId4"/>
              <a:stretch>
                <a:fillRect/>
              </a:stretch>
            </a:blipFill>
            <a:ln>
              <a:noFill/>
            </a:ln>
            <a:effectLst/>
          </c:spPr>
          <c:invertIfNegative val="0"/>
          <c:val>
            <c:numRef>
              <c:f>Chart!$G$18:$G$27</c:f>
              <c:numCache>
                <c:formatCode>General</c:formatCode>
                <c:ptCount val="10"/>
                <c:pt idx="0">
                  <c:v>1</c:v>
                </c:pt>
                <c:pt idx="1">
                  <c:v>1</c:v>
                </c:pt>
                <c:pt idx="2">
                  <c:v>1</c:v>
                </c:pt>
                <c:pt idx="3">
                  <c:v>1</c:v>
                </c:pt>
                <c:pt idx="4">
                  <c:v>1</c:v>
                </c:pt>
                <c:pt idx="5">
                  <c:v>0</c:v>
                </c:pt>
                <c:pt idx="6">
                  <c:v>0</c:v>
                </c:pt>
                <c:pt idx="7">
                  <c:v>0</c:v>
                </c:pt>
                <c:pt idx="8">
                  <c:v>0</c:v>
                </c:pt>
                <c:pt idx="9">
                  <c:v>0</c:v>
                </c:pt>
              </c:numCache>
            </c:numRef>
          </c:val>
          <c:extLst>
            <c:ext xmlns:c16="http://schemas.microsoft.com/office/drawing/2014/chart" uri="{C3380CC4-5D6E-409C-BE32-E72D297353CC}">
              <c16:uniqueId val="{00000002-711B-4BB7-9C0F-C3E0B7B3E60E}"/>
            </c:ext>
          </c:extLst>
        </c:ser>
        <c:ser>
          <c:idx val="3"/>
          <c:order val="3"/>
          <c:spPr>
            <a:blipFill>
              <a:blip xmlns:r="http://schemas.openxmlformats.org/officeDocument/2006/relationships" r:embed="rId4"/>
              <a:stretch>
                <a:fillRect/>
              </a:stretch>
            </a:blipFill>
            <a:ln>
              <a:noFill/>
            </a:ln>
            <a:effectLst/>
          </c:spPr>
          <c:invertIfNegative val="0"/>
          <c:val>
            <c:numRef>
              <c:f>Chart!$H$18:$H$27</c:f>
              <c:numCache>
                <c:formatCode>General</c:formatCode>
                <c:ptCount val="10"/>
                <c:pt idx="0">
                  <c:v>0</c:v>
                </c:pt>
                <c:pt idx="1">
                  <c:v>0</c:v>
                </c:pt>
                <c:pt idx="2">
                  <c:v>0</c:v>
                </c:pt>
                <c:pt idx="3">
                  <c:v>0</c:v>
                </c:pt>
                <c:pt idx="4">
                  <c:v>0</c:v>
                </c:pt>
                <c:pt idx="5">
                  <c:v>0</c:v>
                </c:pt>
                <c:pt idx="6">
                  <c:v>0</c:v>
                </c:pt>
                <c:pt idx="7">
                  <c:v>0</c:v>
                </c:pt>
                <c:pt idx="8">
                  <c:v>0</c:v>
                </c:pt>
                <c:pt idx="9">
                  <c:v>0</c:v>
                </c:pt>
              </c:numCache>
            </c:numRef>
          </c:val>
          <c:extLst>
            <c:ext xmlns:c16="http://schemas.microsoft.com/office/drawing/2014/chart" uri="{C3380CC4-5D6E-409C-BE32-E72D297353CC}">
              <c16:uniqueId val="{00000003-711B-4BB7-9C0F-C3E0B7B3E60E}"/>
            </c:ext>
          </c:extLst>
        </c:ser>
        <c:ser>
          <c:idx val="4"/>
          <c:order val="4"/>
          <c:spPr>
            <a:blipFill>
              <a:blip xmlns:r="http://schemas.openxmlformats.org/officeDocument/2006/relationships" r:embed="rId4"/>
              <a:stretch>
                <a:fillRect/>
              </a:stretch>
            </a:blipFill>
            <a:ln>
              <a:noFill/>
            </a:ln>
            <a:effectLst/>
          </c:spPr>
          <c:invertIfNegative val="0"/>
          <c:val>
            <c:numRef>
              <c:f>Chart!$I$18:$I$27</c:f>
              <c:numCache>
                <c:formatCode>General</c:formatCode>
                <c:ptCount val="10"/>
                <c:pt idx="0">
                  <c:v>0</c:v>
                </c:pt>
                <c:pt idx="1">
                  <c:v>0</c:v>
                </c:pt>
                <c:pt idx="2">
                  <c:v>0</c:v>
                </c:pt>
                <c:pt idx="3">
                  <c:v>0</c:v>
                </c:pt>
                <c:pt idx="4">
                  <c:v>0</c:v>
                </c:pt>
                <c:pt idx="5">
                  <c:v>0</c:v>
                </c:pt>
                <c:pt idx="6">
                  <c:v>0</c:v>
                </c:pt>
                <c:pt idx="7">
                  <c:v>0</c:v>
                </c:pt>
                <c:pt idx="8">
                  <c:v>0</c:v>
                </c:pt>
                <c:pt idx="9">
                  <c:v>0</c:v>
                </c:pt>
              </c:numCache>
            </c:numRef>
          </c:val>
          <c:extLst>
            <c:ext xmlns:c16="http://schemas.microsoft.com/office/drawing/2014/chart" uri="{C3380CC4-5D6E-409C-BE32-E72D297353CC}">
              <c16:uniqueId val="{00000004-711B-4BB7-9C0F-C3E0B7B3E60E}"/>
            </c:ext>
          </c:extLst>
        </c:ser>
        <c:ser>
          <c:idx val="5"/>
          <c:order val="5"/>
          <c:spPr>
            <a:blipFill>
              <a:blip xmlns:r="http://schemas.openxmlformats.org/officeDocument/2006/relationships" r:embed="rId4"/>
              <a:stretch>
                <a:fillRect/>
              </a:stretch>
            </a:blipFill>
            <a:ln>
              <a:noFill/>
            </a:ln>
            <a:effectLst/>
          </c:spPr>
          <c:invertIfNegative val="0"/>
          <c:val>
            <c:numRef>
              <c:f>Chart!$J$18:$J$27</c:f>
              <c:numCache>
                <c:formatCode>General</c:formatCode>
                <c:ptCount val="10"/>
                <c:pt idx="0">
                  <c:v>0</c:v>
                </c:pt>
                <c:pt idx="1">
                  <c:v>0</c:v>
                </c:pt>
                <c:pt idx="2">
                  <c:v>0</c:v>
                </c:pt>
                <c:pt idx="3">
                  <c:v>0</c:v>
                </c:pt>
                <c:pt idx="4">
                  <c:v>0</c:v>
                </c:pt>
                <c:pt idx="5">
                  <c:v>0</c:v>
                </c:pt>
                <c:pt idx="6">
                  <c:v>0</c:v>
                </c:pt>
                <c:pt idx="7">
                  <c:v>0</c:v>
                </c:pt>
                <c:pt idx="8">
                  <c:v>0</c:v>
                </c:pt>
                <c:pt idx="9">
                  <c:v>0</c:v>
                </c:pt>
              </c:numCache>
            </c:numRef>
          </c:val>
          <c:extLst>
            <c:ext xmlns:c16="http://schemas.microsoft.com/office/drawing/2014/chart" uri="{C3380CC4-5D6E-409C-BE32-E72D297353CC}">
              <c16:uniqueId val="{00000005-711B-4BB7-9C0F-C3E0B7B3E60E}"/>
            </c:ext>
          </c:extLst>
        </c:ser>
        <c:ser>
          <c:idx val="6"/>
          <c:order val="6"/>
          <c:spPr>
            <a:blipFill>
              <a:blip xmlns:r="http://schemas.openxmlformats.org/officeDocument/2006/relationships" r:embed="rId4"/>
              <a:stretch>
                <a:fillRect/>
              </a:stretch>
            </a:blipFill>
            <a:ln>
              <a:noFill/>
            </a:ln>
            <a:effectLst/>
          </c:spPr>
          <c:invertIfNegative val="0"/>
          <c:val>
            <c:numRef>
              <c:f>Chart!$K$18:$K$27</c:f>
              <c:numCache>
                <c:formatCode>General</c:formatCode>
                <c:ptCount val="10"/>
                <c:pt idx="0">
                  <c:v>0</c:v>
                </c:pt>
                <c:pt idx="1">
                  <c:v>0</c:v>
                </c:pt>
                <c:pt idx="2">
                  <c:v>0</c:v>
                </c:pt>
                <c:pt idx="3">
                  <c:v>0</c:v>
                </c:pt>
                <c:pt idx="4">
                  <c:v>0</c:v>
                </c:pt>
                <c:pt idx="5">
                  <c:v>0</c:v>
                </c:pt>
                <c:pt idx="6">
                  <c:v>0</c:v>
                </c:pt>
                <c:pt idx="7">
                  <c:v>0</c:v>
                </c:pt>
                <c:pt idx="8">
                  <c:v>0</c:v>
                </c:pt>
                <c:pt idx="9">
                  <c:v>0</c:v>
                </c:pt>
              </c:numCache>
            </c:numRef>
          </c:val>
          <c:extLst>
            <c:ext xmlns:c16="http://schemas.microsoft.com/office/drawing/2014/chart" uri="{C3380CC4-5D6E-409C-BE32-E72D297353CC}">
              <c16:uniqueId val="{00000006-711B-4BB7-9C0F-C3E0B7B3E60E}"/>
            </c:ext>
          </c:extLst>
        </c:ser>
        <c:ser>
          <c:idx val="7"/>
          <c:order val="7"/>
          <c:spPr>
            <a:blipFill>
              <a:blip xmlns:r="http://schemas.openxmlformats.org/officeDocument/2006/relationships" r:embed="rId4"/>
              <a:stretch>
                <a:fillRect/>
              </a:stretch>
            </a:blipFill>
            <a:ln>
              <a:noFill/>
            </a:ln>
            <a:effectLst/>
          </c:spPr>
          <c:invertIfNegative val="0"/>
          <c:val>
            <c:numRef>
              <c:f>Chart!$L$18:$L$27</c:f>
              <c:numCache>
                <c:formatCode>General</c:formatCode>
                <c:ptCount val="10"/>
                <c:pt idx="0">
                  <c:v>0</c:v>
                </c:pt>
                <c:pt idx="1">
                  <c:v>0</c:v>
                </c:pt>
                <c:pt idx="2">
                  <c:v>0</c:v>
                </c:pt>
                <c:pt idx="3">
                  <c:v>0</c:v>
                </c:pt>
                <c:pt idx="4">
                  <c:v>0</c:v>
                </c:pt>
                <c:pt idx="5">
                  <c:v>0</c:v>
                </c:pt>
                <c:pt idx="6">
                  <c:v>0</c:v>
                </c:pt>
                <c:pt idx="7">
                  <c:v>0</c:v>
                </c:pt>
                <c:pt idx="8">
                  <c:v>0</c:v>
                </c:pt>
                <c:pt idx="9">
                  <c:v>0</c:v>
                </c:pt>
              </c:numCache>
            </c:numRef>
          </c:val>
          <c:extLst>
            <c:ext xmlns:c16="http://schemas.microsoft.com/office/drawing/2014/chart" uri="{C3380CC4-5D6E-409C-BE32-E72D297353CC}">
              <c16:uniqueId val="{00000007-711B-4BB7-9C0F-C3E0B7B3E60E}"/>
            </c:ext>
          </c:extLst>
        </c:ser>
        <c:ser>
          <c:idx val="8"/>
          <c:order val="8"/>
          <c:spPr>
            <a:blipFill>
              <a:blip xmlns:r="http://schemas.openxmlformats.org/officeDocument/2006/relationships" r:embed="rId4"/>
              <a:stretch>
                <a:fillRect/>
              </a:stretch>
            </a:blipFill>
            <a:ln>
              <a:noFill/>
            </a:ln>
            <a:effectLst/>
          </c:spPr>
          <c:invertIfNegative val="0"/>
          <c:val>
            <c:numRef>
              <c:f>Chart!$M$18:$M$27</c:f>
              <c:numCache>
                <c:formatCode>General</c:formatCode>
                <c:ptCount val="10"/>
                <c:pt idx="0">
                  <c:v>0</c:v>
                </c:pt>
                <c:pt idx="1">
                  <c:v>0</c:v>
                </c:pt>
                <c:pt idx="2">
                  <c:v>0</c:v>
                </c:pt>
                <c:pt idx="3">
                  <c:v>0</c:v>
                </c:pt>
                <c:pt idx="4">
                  <c:v>0</c:v>
                </c:pt>
                <c:pt idx="5">
                  <c:v>0</c:v>
                </c:pt>
                <c:pt idx="6">
                  <c:v>0</c:v>
                </c:pt>
                <c:pt idx="7">
                  <c:v>0</c:v>
                </c:pt>
                <c:pt idx="8">
                  <c:v>0</c:v>
                </c:pt>
                <c:pt idx="9">
                  <c:v>0</c:v>
                </c:pt>
              </c:numCache>
            </c:numRef>
          </c:val>
          <c:extLst>
            <c:ext xmlns:c16="http://schemas.microsoft.com/office/drawing/2014/chart" uri="{C3380CC4-5D6E-409C-BE32-E72D297353CC}">
              <c16:uniqueId val="{00000008-711B-4BB7-9C0F-C3E0B7B3E60E}"/>
            </c:ext>
          </c:extLst>
        </c:ser>
        <c:ser>
          <c:idx val="9"/>
          <c:order val="9"/>
          <c:spPr>
            <a:blipFill>
              <a:blip xmlns:r="http://schemas.openxmlformats.org/officeDocument/2006/relationships" r:embed="rId4"/>
              <a:stretch>
                <a:fillRect/>
              </a:stretch>
            </a:blipFill>
            <a:ln>
              <a:noFill/>
            </a:ln>
            <a:effectLst/>
          </c:spPr>
          <c:invertIfNegative val="0"/>
          <c:val>
            <c:numRef>
              <c:f>Chart!$N$18:$N$27</c:f>
              <c:numCache>
                <c:formatCode>General</c:formatCode>
                <c:ptCount val="10"/>
                <c:pt idx="0">
                  <c:v>0</c:v>
                </c:pt>
                <c:pt idx="1">
                  <c:v>0</c:v>
                </c:pt>
                <c:pt idx="2">
                  <c:v>0</c:v>
                </c:pt>
                <c:pt idx="3">
                  <c:v>0</c:v>
                </c:pt>
                <c:pt idx="4">
                  <c:v>0</c:v>
                </c:pt>
                <c:pt idx="5">
                  <c:v>0</c:v>
                </c:pt>
                <c:pt idx="6">
                  <c:v>0</c:v>
                </c:pt>
                <c:pt idx="7">
                  <c:v>0</c:v>
                </c:pt>
                <c:pt idx="8">
                  <c:v>0</c:v>
                </c:pt>
                <c:pt idx="9">
                  <c:v>0</c:v>
                </c:pt>
              </c:numCache>
            </c:numRef>
          </c:val>
          <c:extLst>
            <c:ext xmlns:c16="http://schemas.microsoft.com/office/drawing/2014/chart" uri="{C3380CC4-5D6E-409C-BE32-E72D297353CC}">
              <c16:uniqueId val="{00000009-711B-4BB7-9C0F-C3E0B7B3E60E}"/>
            </c:ext>
          </c:extLst>
        </c:ser>
        <c:dLbls>
          <c:showLegendKey val="0"/>
          <c:showVal val="0"/>
          <c:showCatName val="0"/>
          <c:showSerName val="0"/>
          <c:showPercent val="0"/>
          <c:showBubbleSize val="0"/>
        </c:dLbls>
        <c:gapWidth val="0"/>
        <c:overlap val="100"/>
        <c:axId val="469261920"/>
        <c:axId val="469265856"/>
      </c:barChart>
      <c:catAx>
        <c:axId val="469261920"/>
        <c:scaling>
          <c:orientation val="minMax"/>
        </c:scaling>
        <c:delete val="1"/>
        <c:axPos val="b"/>
        <c:majorTickMark val="none"/>
        <c:minorTickMark val="none"/>
        <c:tickLblPos val="nextTo"/>
        <c:crossAx val="469265856"/>
        <c:crosses val="autoZero"/>
        <c:auto val="1"/>
        <c:lblAlgn val="ctr"/>
        <c:lblOffset val="100"/>
        <c:noMultiLvlLbl val="0"/>
      </c:catAx>
      <c:valAx>
        <c:axId val="469265856"/>
        <c:scaling>
          <c:orientation val="minMax"/>
          <c:max val="10"/>
        </c:scaling>
        <c:delete val="1"/>
        <c:axPos val="l"/>
        <c:numFmt formatCode="General" sourceLinked="1"/>
        <c:majorTickMark val="none"/>
        <c:minorTickMark val="none"/>
        <c:tickLblPos val="nextTo"/>
        <c:crossAx val="46926192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ru-UA"/>
    </a:p>
  </c:txPr>
  <c:externalData r:id="rId5">
    <c:autoUpdate val="0"/>
  </c:externalData>
</c:chartSpace>
</file>

<file path=ppt/charts/chart9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0-D048-4583-A54E-BFB760C06CD7}"/>
            </c:ext>
          </c:extLst>
        </c:ser>
        <c:ser>
          <c:idx val="1"/>
          <c:order val="1"/>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1-D048-4583-A54E-BFB760C06CD7}"/>
            </c:ext>
          </c:extLst>
        </c:ser>
        <c:ser>
          <c:idx val="2"/>
          <c:order val="2"/>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2-D048-4583-A54E-BFB760C06CD7}"/>
            </c:ext>
          </c:extLst>
        </c:ser>
        <c:ser>
          <c:idx val="3"/>
          <c:order val="3"/>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3-D048-4583-A54E-BFB760C06CD7}"/>
            </c:ext>
          </c:extLst>
        </c:ser>
        <c:ser>
          <c:idx val="4"/>
          <c:order val="4"/>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4-D048-4583-A54E-BFB760C06CD7}"/>
            </c:ext>
          </c:extLst>
        </c:ser>
        <c:ser>
          <c:idx val="5"/>
          <c:order val="5"/>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5-D048-4583-A54E-BFB760C06CD7}"/>
            </c:ext>
          </c:extLst>
        </c:ser>
        <c:ser>
          <c:idx val="6"/>
          <c:order val="6"/>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6-D048-4583-A54E-BFB760C06CD7}"/>
            </c:ext>
          </c:extLst>
        </c:ser>
        <c:ser>
          <c:idx val="7"/>
          <c:order val="7"/>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7-D048-4583-A54E-BFB760C06CD7}"/>
            </c:ext>
          </c:extLst>
        </c:ser>
        <c:ser>
          <c:idx val="8"/>
          <c:order val="8"/>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8-D048-4583-A54E-BFB760C06CD7}"/>
            </c:ext>
          </c:extLst>
        </c:ser>
        <c:ser>
          <c:idx val="9"/>
          <c:order val="9"/>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9-D048-4583-A54E-BFB760C06CD7}"/>
            </c:ext>
          </c:extLst>
        </c:ser>
        <c:dLbls>
          <c:showLegendKey val="0"/>
          <c:showVal val="0"/>
          <c:showCatName val="0"/>
          <c:showSerName val="0"/>
          <c:showPercent val="0"/>
          <c:showBubbleSize val="0"/>
        </c:dLbls>
        <c:gapWidth val="0"/>
        <c:overlap val="100"/>
        <c:axId val="525161840"/>
        <c:axId val="525167416"/>
      </c:barChart>
      <c:catAx>
        <c:axId val="525161840"/>
        <c:scaling>
          <c:orientation val="minMax"/>
        </c:scaling>
        <c:delete val="1"/>
        <c:axPos val="b"/>
        <c:majorTickMark val="none"/>
        <c:minorTickMark val="none"/>
        <c:tickLblPos val="nextTo"/>
        <c:crossAx val="525167416"/>
        <c:crosses val="autoZero"/>
        <c:auto val="1"/>
        <c:lblAlgn val="ctr"/>
        <c:lblOffset val="100"/>
        <c:noMultiLvlLbl val="0"/>
      </c:catAx>
      <c:valAx>
        <c:axId val="525167416"/>
        <c:scaling>
          <c:orientation val="minMax"/>
          <c:max val="10"/>
        </c:scaling>
        <c:delete val="1"/>
        <c:axPos val="l"/>
        <c:numFmt formatCode="General" sourceLinked="1"/>
        <c:majorTickMark val="none"/>
        <c:minorTickMark val="none"/>
        <c:tickLblPos val="nextTo"/>
        <c:crossAx val="5251618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4">
    <c:autoUpdate val="0"/>
  </c:externalData>
</c:chartSpace>
</file>

<file path=ppt/charts/chart9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spPr>
            <a:blipFill>
              <a:blip xmlns:r="http://schemas.openxmlformats.org/officeDocument/2006/relationships" r:embed="rId3"/>
              <a:stretch>
                <a:fillRect/>
              </a:stretch>
            </a:blipFill>
            <a:ln>
              <a:noFill/>
            </a:ln>
            <a:effectLst/>
          </c:spPr>
          <c:invertIfNegative val="0"/>
          <c:val>
            <c:numRef>
              <c:f>[Waffle_yellow.xlsx]Chart!$I$3:$I$12</c:f>
              <c:numCache>
                <c:formatCode>General</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00-B8F5-46AB-A52C-D6DFAC6EE79A}"/>
            </c:ext>
          </c:extLst>
        </c:ser>
        <c:ser>
          <c:idx val="1"/>
          <c:order val="1"/>
          <c:spPr>
            <a:blipFill>
              <a:blip xmlns:r="http://schemas.openxmlformats.org/officeDocument/2006/relationships" r:embed="rId3"/>
              <a:stretch>
                <a:fillRect/>
              </a:stretch>
            </a:blipFill>
            <a:ln>
              <a:noFill/>
            </a:ln>
            <a:effectLst/>
          </c:spPr>
          <c:invertIfNegative val="0"/>
          <c:val>
            <c:numRef>
              <c:f>[Waffle_yellow.xlsx]Chart!$J$3:$J$12</c:f>
              <c:numCache>
                <c:formatCode>General</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01-B8F5-46AB-A52C-D6DFAC6EE79A}"/>
            </c:ext>
          </c:extLst>
        </c:ser>
        <c:ser>
          <c:idx val="2"/>
          <c:order val="2"/>
          <c:spPr>
            <a:blipFill>
              <a:blip xmlns:r="http://schemas.openxmlformats.org/officeDocument/2006/relationships" r:embed="rId3"/>
              <a:stretch>
                <a:fillRect/>
              </a:stretch>
            </a:blipFill>
            <a:ln>
              <a:noFill/>
            </a:ln>
            <a:effectLst/>
          </c:spPr>
          <c:invertIfNegative val="0"/>
          <c:val>
            <c:numRef>
              <c:f>[Waffle_yellow.xlsx]Chart!$K$3:$K$12</c:f>
              <c:numCache>
                <c:formatCode>General</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02-B8F5-46AB-A52C-D6DFAC6EE79A}"/>
            </c:ext>
          </c:extLst>
        </c:ser>
        <c:ser>
          <c:idx val="3"/>
          <c:order val="3"/>
          <c:spPr>
            <a:blipFill>
              <a:blip xmlns:r="http://schemas.openxmlformats.org/officeDocument/2006/relationships" r:embed="rId3"/>
              <a:stretch>
                <a:fillRect/>
              </a:stretch>
            </a:blipFill>
            <a:ln>
              <a:noFill/>
            </a:ln>
            <a:effectLst/>
          </c:spPr>
          <c:invertIfNegative val="0"/>
          <c:val>
            <c:numRef>
              <c:f>[Waffle_yellow.xlsx]Chart!$L$3:$L$12</c:f>
              <c:numCache>
                <c:formatCode>General</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03-B8F5-46AB-A52C-D6DFAC6EE79A}"/>
            </c:ext>
          </c:extLst>
        </c:ser>
        <c:ser>
          <c:idx val="4"/>
          <c:order val="4"/>
          <c:spPr>
            <a:blipFill>
              <a:blip xmlns:r="http://schemas.openxmlformats.org/officeDocument/2006/relationships" r:embed="rId3"/>
              <a:stretch>
                <a:fillRect/>
              </a:stretch>
            </a:blipFill>
            <a:ln>
              <a:noFill/>
            </a:ln>
            <a:effectLst/>
          </c:spPr>
          <c:invertIfNegative val="0"/>
          <c:val>
            <c:numRef>
              <c:f>[Waffle_yellow.xlsx]Chart!$M$3:$M$12</c:f>
              <c:numCache>
                <c:formatCode>General</c:formatCode>
                <c:ptCount val="10"/>
                <c:pt idx="0">
                  <c:v>1</c:v>
                </c:pt>
                <c:pt idx="1">
                  <c:v>1</c:v>
                </c:pt>
                <c:pt idx="2">
                  <c:v>1</c:v>
                </c:pt>
                <c:pt idx="3">
                  <c:v>1</c:v>
                </c:pt>
                <c:pt idx="4">
                  <c:v>1</c:v>
                </c:pt>
                <c:pt idx="5">
                  <c:v>0</c:v>
                </c:pt>
                <c:pt idx="6">
                  <c:v>0</c:v>
                </c:pt>
                <c:pt idx="7">
                  <c:v>0</c:v>
                </c:pt>
                <c:pt idx="8">
                  <c:v>0</c:v>
                </c:pt>
                <c:pt idx="9">
                  <c:v>0</c:v>
                </c:pt>
              </c:numCache>
            </c:numRef>
          </c:val>
          <c:extLst>
            <c:ext xmlns:c16="http://schemas.microsoft.com/office/drawing/2014/chart" uri="{C3380CC4-5D6E-409C-BE32-E72D297353CC}">
              <c16:uniqueId val="{00000004-B8F5-46AB-A52C-D6DFAC6EE79A}"/>
            </c:ext>
          </c:extLst>
        </c:ser>
        <c:ser>
          <c:idx val="5"/>
          <c:order val="5"/>
          <c:spPr>
            <a:blipFill>
              <a:blip xmlns:r="http://schemas.openxmlformats.org/officeDocument/2006/relationships" r:embed="rId3"/>
              <a:stretch>
                <a:fillRect/>
              </a:stretch>
            </a:blipFill>
            <a:ln>
              <a:noFill/>
            </a:ln>
            <a:effectLst/>
          </c:spPr>
          <c:invertIfNegative val="0"/>
          <c:val>
            <c:numRef>
              <c:f>[Waffle_yellow.xlsx]Chart!$N$3:$N$12</c:f>
              <c:numCache>
                <c:formatCode>General</c:formatCode>
                <c:ptCount val="10"/>
                <c:pt idx="0">
                  <c:v>0</c:v>
                </c:pt>
                <c:pt idx="1">
                  <c:v>0</c:v>
                </c:pt>
                <c:pt idx="2">
                  <c:v>0</c:v>
                </c:pt>
                <c:pt idx="3">
                  <c:v>0</c:v>
                </c:pt>
                <c:pt idx="4">
                  <c:v>0</c:v>
                </c:pt>
                <c:pt idx="5">
                  <c:v>0</c:v>
                </c:pt>
                <c:pt idx="6">
                  <c:v>0</c:v>
                </c:pt>
                <c:pt idx="7">
                  <c:v>0</c:v>
                </c:pt>
                <c:pt idx="8">
                  <c:v>0</c:v>
                </c:pt>
                <c:pt idx="9">
                  <c:v>0</c:v>
                </c:pt>
              </c:numCache>
            </c:numRef>
          </c:val>
          <c:extLst>
            <c:ext xmlns:c16="http://schemas.microsoft.com/office/drawing/2014/chart" uri="{C3380CC4-5D6E-409C-BE32-E72D297353CC}">
              <c16:uniqueId val="{00000005-B8F5-46AB-A52C-D6DFAC6EE79A}"/>
            </c:ext>
          </c:extLst>
        </c:ser>
        <c:ser>
          <c:idx val="6"/>
          <c:order val="6"/>
          <c:spPr>
            <a:blipFill>
              <a:blip xmlns:r="http://schemas.openxmlformats.org/officeDocument/2006/relationships" r:embed="rId3"/>
              <a:stretch>
                <a:fillRect/>
              </a:stretch>
            </a:blipFill>
            <a:ln>
              <a:noFill/>
            </a:ln>
            <a:effectLst/>
          </c:spPr>
          <c:invertIfNegative val="0"/>
          <c:val>
            <c:numRef>
              <c:f>[Waffle_yellow.xlsx]Chart!$O$3:$O$12</c:f>
              <c:numCache>
                <c:formatCode>General</c:formatCode>
                <c:ptCount val="10"/>
                <c:pt idx="0">
                  <c:v>0</c:v>
                </c:pt>
                <c:pt idx="1">
                  <c:v>0</c:v>
                </c:pt>
                <c:pt idx="2">
                  <c:v>0</c:v>
                </c:pt>
                <c:pt idx="3">
                  <c:v>0</c:v>
                </c:pt>
                <c:pt idx="4">
                  <c:v>0</c:v>
                </c:pt>
                <c:pt idx="5">
                  <c:v>0</c:v>
                </c:pt>
                <c:pt idx="6">
                  <c:v>0</c:v>
                </c:pt>
                <c:pt idx="7">
                  <c:v>0</c:v>
                </c:pt>
                <c:pt idx="8">
                  <c:v>0</c:v>
                </c:pt>
                <c:pt idx="9">
                  <c:v>0</c:v>
                </c:pt>
              </c:numCache>
            </c:numRef>
          </c:val>
          <c:extLst>
            <c:ext xmlns:c16="http://schemas.microsoft.com/office/drawing/2014/chart" uri="{C3380CC4-5D6E-409C-BE32-E72D297353CC}">
              <c16:uniqueId val="{00000006-B8F5-46AB-A52C-D6DFAC6EE79A}"/>
            </c:ext>
          </c:extLst>
        </c:ser>
        <c:ser>
          <c:idx val="7"/>
          <c:order val="7"/>
          <c:spPr>
            <a:blipFill>
              <a:blip xmlns:r="http://schemas.openxmlformats.org/officeDocument/2006/relationships" r:embed="rId3"/>
              <a:stretch>
                <a:fillRect/>
              </a:stretch>
            </a:blipFill>
            <a:ln>
              <a:noFill/>
            </a:ln>
            <a:effectLst/>
          </c:spPr>
          <c:invertIfNegative val="0"/>
          <c:val>
            <c:numRef>
              <c:f>[Waffle_yellow.xlsx]Chart!$P$3:$P$12</c:f>
              <c:numCache>
                <c:formatCode>General</c:formatCode>
                <c:ptCount val="10"/>
                <c:pt idx="0">
                  <c:v>0</c:v>
                </c:pt>
                <c:pt idx="1">
                  <c:v>0</c:v>
                </c:pt>
                <c:pt idx="2">
                  <c:v>0</c:v>
                </c:pt>
                <c:pt idx="3">
                  <c:v>0</c:v>
                </c:pt>
                <c:pt idx="4">
                  <c:v>0</c:v>
                </c:pt>
                <c:pt idx="5">
                  <c:v>0</c:v>
                </c:pt>
                <c:pt idx="6">
                  <c:v>0</c:v>
                </c:pt>
                <c:pt idx="7">
                  <c:v>0</c:v>
                </c:pt>
                <c:pt idx="8">
                  <c:v>0</c:v>
                </c:pt>
                <c:pt idx="9">
                  <c:v>0</c:v>
                </c:pt>
              </c:numCache>
            </c:numRef>
          </c:val>
          <c:extLst>
            <c:ext xmlns:c16="http://schemas.microsoft.com/office/drawing/2014/chart" uri="{C3380CC4-5D6E-409C-BE32-E72D297353CC}">
              <c16:uniqueId val="{00000007-B8F5-46AB-A52C-D6DFAC6EE79A}"/>
            </c:ext>
          </c:extLst>
        </c:ser>
        <c:ser>
          <c:idx val="8"/>
          <c:order val="8"/>
          <c:spPr>
            <a:blipFill>
              <a:blip xmlns:r="http://schemas.openxmlformats.org/officeDocument/2006/relationships" r:embed="rId3"/>
              <a:stretch>
                <a:fillRect/>
              </a:stretch>
            </a:blipFill>
            <a:ln>
              <a:noFill/>
            </a:ln>
            <a:effectLst/>
          </c:spPr>
          <c:invertIfNegative val="0"/>
          <c:val>
            <c:numRef>
              <c:f>[Waffle_yellow.xlsx]Chart!$Q$3:$Q$12</c:f>
              <c:numCache>
                <c:formatCode>General</c:formatCode>
                <c:ptCount val="10"/>
                <c:pt idx="0">
                  <c:v>0</c:v>
                </c:pt>
                <c:pt idx="1">
                  <c:v>0</c:v>
                </c:pt>
                <c:pt idx="2">
                  <c:v>0</c:v>
                </c:pt>
                <c:pt idx="3">
                  <c:v>0</c:v>
                </c:pt>
                <c:pt idx="4">
                  <c:v>0</c:v>
                </c:pt>
                <c:pt idx="5">
                  <c:v>0</c:v>
                </c:pt>
                <c:pt idx="6">
                  <c:v>0</c:v>
                </c:pt>
                <c:pt idx="7">
                  <c:v>0</c:v>
                </c:pt>
                <c:pt idx="8">
                  <c:v>0</c:v>
                </c:pt>
                <c:pt idx="9">
                  <c:v>0</c:v>
                </c:pt>
              </c:numCache>
            </c:numRef>
          </c:val>
          <c:extLst>
            <c:ext xmlns:c16="http://schemas.microsoft.com/office/drawing/2014/chart" uri="{C3380CC4-5D6E-409C-BE32-E72D297353CC}">
              <c16:uniqueId val="{00000008-B8F5-46AB-A52C-D6DFAC6EE79A}"/>
            </c:ext>
          </c:extLst>
        </c:ser>
        <c:ser>
          <c:idx val="9"/>
          <c:order val="9"/>
          <c:spPr>
            <a:blipFill>
              <a:blip xmlns:r="http://schemas.openxmlformats.org/officeDocument/2006/relationships" r:embed="rId3"/>
              <a:stretch>
                <a:fillRect/>
              </a:stretch>
            </a:blipFill>
            <a:ln>
              <a:noFill/>
            </a:ln>
            <a:effectLst/>
          </c:spPr>
          <c:invertIfNegative val="0"/>
          <c:val>
            <c:numRef>
              <c:f>[Waffle_yellow.xlsx]Chart!$R$3:$R$12</c:f>
              <c:numCache>
                <c:formatCode>General</c:formatCode>
                <c:ptCount val="10"/>
                <c:pt idx="0">
                  <c:v>0</c:v>
                </c:pt>
                <c:pt idx="1">
                  <c:v>0</c:v>
                </c:pt>
                <c:pt idx="2">
                  <c:v>0</c:v>
                </c:pt>
                <c:pt idx="3">
                  <c:v>0</c:v>
                </c:pt>
                <c:pt idx="4">
                  <c:v>0</c:v>
                </c:pt>
                <c:pt idx="5">
                  <c:v>0</c:v>
                </c:pt>
                <c:pt idx="6">
                  <c:v>0</c:v>
                </c:pt>
                <c:pt idx="7">
                  <c:v>0</c:v>
                </c:pt>
                <c:pt idx="8">
                  <c:v>0</c:v>
                </c:pt>
                <c:pt idx="9">
                  <c:v>0</c:v>
                </c:pt>
              </c:numCache>
            </c:numRef>
          </c:val>
          <c:extLst>
            <c:ext xmlns:c16="http://schemas.microsoft.com/office/drawing/2014/chart" uri="{C3380CC4-5D6E-409C-BE32-E72D297353CC}">
              <c16:uniqueId val="{00000009-B8F5-46AB-A52C-D6DFAC6EE79A}"/>
            </c:ext>
          </c:extLst>
        </c:ser>
        <c:dLbls>
          <c:showLegendKey val="0"/>
          <c:showVal val="0"/>
          <c:showCatName val="0"/>
          <c:showSerName val="0"/>
          <c:showPercent val="0"/>
          <c:showBubbleSize val="0"/>
        </c:dLbls>
        <c:gapWidth val="0"/>
        <c:overlap val="100"/>
        <c:axId val="525161840"/>
        <c:axId val="525167416"/>
      </c:barChart>
      <c:catAx>
        <c:axId val="525161840"/>
        <c:scaling>
          <c:orientation val="minMax"/>
        </c:scaling>
        <c:delete val="1"/>
        <c:axPos val="b"/>
        <c:majorTickMark val="none"/>
        <c:minorTickMark val="none"/>
        <c:tickLblPos val="nextTo"/>
        <c:crossAx val="525167416"/>
        <c:crosses val="autoZero"/>
        <c:auto val="1"/>
        <c:lblAlgn val="ctr"/>
        <c:lblOffset val="100"/>
        <c:noMultiLvlLbl val="0"/>
      </c:catAx>
      <c:valAx>
        <c:axId val="525167416"/>
        <c:scaling>
          <c:orientation val="minMax"/>
          <c:max val="10"/>
        </c:scaling>
        <c:delete val="1"/>
        <c:axPos val="l"/>
        <c:numFmt formatCode="General" sourceLinked="1"/>
        <c:majorTickMark val="none"/>
        <c:minorTickMark val="none"/>
        <c:tickLblPos val="nextTo"/>
        <c:crossAx val="5251618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ru-UA"/>
    </a:p>
  </c:txPr>
  <c:externalData r:id="rId4">
    <c:autoUpdate val="0"/>
  </c:externalData>
</c:chartSpace>
</file>

<file path=ppt/charts/chart9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0-8948-4A35-BA94-B7CC5A39D76D}"/>
            </c:ext>
          </c:extLst>
        </c:ser>
        <c:ser>
          <c:idx val="1"/>
          <c:order val="1"/>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1-8948-4A35-BA94-B7CC5A39D76D}"/>
            </c:ext>
          </c:extLst>
        </c:ser>
        <c:ser>
          <c:idx val="2"/>
          <c:order val="2"/>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2-8948-4A35-BA94-B7CC5A39D76D}"/>
            </c:ext>
          </c:extLst>
        </c:ser>
        <c:ser>
          <c:idx val="3"/>
          <c:order val="3"/>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3-8948-4A35-BA94-B7CC5A39D76D}"/>
            </c:ext>
          </c:extLst>
        </c:ser>
        <c:ser>
          <c:idx val="4"/>
          <c:order val="4"/>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4-8948-4A35-BA94-B7CC5A39D76D}"/>
            </c:ext>
          </c:extLst>
        </c:ser>
        <c:ser>
          <c:idx val="5"/>
          <c:order val="5"/>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5-8948-4A35-BA94-B7CC5A39D76D}"/>
            </c:ext>
          </c:extLst>
        </c:ser>
        <c:ser>
          <c:idx val="6"/>
          <c:order val="6"/>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6-8948-4A35-BA94-B7CC5A39D76D}"/>
            </c:ext>
          </c:extLst>
        </c:ser>
        <c:ser>
          <c:idx val="7"/>
          <c:order val="7"/>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7-8948-4A35-BA94-B7CC5A39D76D}"/>
            </c:ext>
          </c:extLst>
        </c:ser>
        <c:ser>
          <c:idx val="8"/>
          <c:order val="8"/>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8-8948-4A35-BA94-B7CC5A39D76D}"/>
            </c:ext>
          </c:extLst>
        </c:ser>
        <c:ser>
          <c:idx val="9"/>
          <c:order val="9"/>
          <c:spPr>
            <a:blipFill>
              <a:blip xmlns:r="http://schemas.openxmlformats.org/officeDocument/2006/relationships" r:embed="rId3"/>
              <a:stretch>
                <a:fillRect/>
              </a:stretch>
            </a:blipFill>
            <a:ln>
              <a:noFill/>
            </a:ln>
            <a:effectLst/>
          </c:spPr>
          <c:invertIfNegative val="0"/>
          <c:val>
            <c:numLit>
              <c:formatCode>General</c:formatCode>
              <c:ptCount val="10"/>
              <c:pt idx="0">
                <c:v>1</c:v>
              </c:pt>
              <c:pt idx="1">
                <c:v>1</c:v>
              </c:pt>
              <c:pt idx="2">
                <c:v>1</c:v>
              </c:pt>
              <c:pt idx="3">
                <c:v>1</c:v>
              </c:pt>
              <c:pt idx="4">
                <c:v>1</c:v>
              </c:pt>
              <c:pt idx="5">
                <c:v>1</c:v>
              </c:pt>
              <c:pt idx="6">
                <c:v>1</c:v>
              </c:pt>
              <c:pt idx="7">
                <c:v>1</c:v>
              </c:pt>
              <c:pt idx="8">
                <c:v>1</c:v>
              </c:pt>
              <c:pt idx="9">
                <c:v>1</c:v>
              </c:pt>
            </c:numLit>
          </c:val>
          <c:extLst>
            <c:ext xmlns:c16="http://schemas.microsoft.com/office/drawing/2014/chart" uri="{C3380CC4-5D6E-409C-BE32-E72D297353CC}">
              <c16:uniqueId val="{00000009-8948-4A35-BA94-B7CC5A39D76D}"/>
            </c:ext>
          </c:extLst>
        </c:ser>
        <c:dLbls>
          <c:showLegendKey val="0"/>
          <c:showVal val="0"/>
          <c:showCatName val="0"/>
          <c:showSerName val="0"/>
          <c:showPercent val="0"/>
          <c:showBubbleSize val="0"/>
        </c:dLbls>
        <c:gapWidth val="0"/>
        <c:overlap val="100"/>
        <c:axId val="509781104"/>
        <c:axId val="509780120"/>
      </c:barChart>
      <c:catAx>
        <c:axId val="509781104"/>
        <c:scaling>
          <c:orientation val="minMax"/>
        </c:scaling>
        <c:delete val="1"/>
        <c:axPos val="b"/>
        <c:majorTickMark val="none"/>
        <c:minorTickMark val="none"/>
        <c:tickLblPos val="nextTo"/>
        <c:crossAx val="509780120"/>
        <c:crosses val="autoZero"/>
        <c:auto val="1"/>
        <c:lblAlgn val="ctr"/>
        <c:lblOffset val="100"/>
        <c:noMultiLvlLbl val="0"/>
      </c:catAx>
      <c:valAx>
        <c:axId val="509780120"/>
        <c:scaling>
          <c:orientation val="minMax"/>
          <c:max val="10"/>
        </c:scaling>
        <c:delete val="1"/>
        <c:axPos val="l"/>
        <c:numFmt formatCode="General" sourceLinked="1"/>
        <c:majorTickMark val="none"/>
        <c:minorTickMark val="none"/>
        <c:tickLblPos val="nextTo"/>
        <c:crossAx val="5097811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UA"/>
    </a:p>
  </c:txPr>
  <c:externalData r:id="rId4">
    <c:autoUpdate val="0"/>
  </c:externalData>
</c:chartSpace>
</file>

<file path=ppt/charts/chart9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spPr>
            <a:blipFill>
              <a:blip xmlns:r="http://schemas.openxmlformats.org/officeDocument/2006/relationships" r:embed="rId3"/>
              <a:stretch>
                <a:fillRect/>
              </a:stretch>
            </a:blipFill>
            <a:ln>
              <a:noFill/>
            </a:ln>
            <a:effectLst/>
          </c:spPr>
          <c:invertIfNegative val="0"/>
          <c:val>
            <c:numRef>
              <c:f>Chart!$I$3:$I$12</c:f>
              <c:numCache>
                <c:formatCode>General</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00-67F0-4334-B364-3F817F10B8B4}"/>
            </c:ext>
          </c:extLst>
        </c:ser>
        <c:ser>
          <c:idx val="1"/>
          <c:order val="1"/>
          <c:spPr>
            <a:blipFill>
              <a:blip xmlns:r="http://schemas.openxmlformats.org/officeDocument/2006/relationships" r:embed="rId3"/>
              <a:stretch>
                <a:fillRect/>
              </a:stretch>
            </a:blipFill>
            <a:ln>
              <a:noFill/>
            </a:ln>
            <a:effectLst/>
          </c:spPr>
          <c:invertIfNegative val="0"/>
          <c:val>
            <c:numRef>
              <c:f>Chart!$J$3:$J$12</c:f>
              <c:numCache>
                <c:formatCode>General</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01-67F0-4334-B364-3F817F10B8B4}"/>
            </c:ext>
          </c:extLst>
        </c:ser>
        <c:ser>
          <c:idx val="2"/>
          <c:order val="2"/>
          <c:spPr>
            <a:blipFill>
              <a:blip xmlns:r="http://schemas.openxmlformats.org/officeDocument/2006/relationships" r:embed="rId3"/>
              <a:stretch>
                <a:fillRect/>
              </a:stretch>
            </a:blipFill>
            <a:ln>
              <a:noFill/>
            </a:ln>
            <a:effectLst/>
          </c:spPr>
          <c:invertIfNegative val="0"/>
          <c:val>
            <c:numRef>
              <c:f>Chart!$K$3:$K$12</c:f>
              <c:numCache>
                <c:formatCode>General</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02-67F0-4334-B364-3F817F10B8B4}"/>
            </c:ext>
          </c:extLst>
        </c:ser>
        <c:ser>
          <c:idx val="3"/>
          <c:order val="3"/>
          <c:spPr>
            <a:blipFill>
              <a:blip xmlns:r="http://schemas.openxmlformats.org/officeDocument/2006/relationships" r:embed="rId3"/>
              <a:stretch>
                <a:fillRect/>
              </a:stretch>
            </a:blipFill>
            <a:ln>
              <a:noFill/>
            </a:ln>
            <a:effectLst/>
          </c:spPr>
          <c:invertIfNegative val="0"/>
          <c:val>
            <c:numRef>
              <c:f>Chart!$L$3:$L$12</c:f>
              <c:numCache>
                <c:formatCode>General</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03-67F0-4334-B364-3F817F10B8B4}"/>
            </c:ext>
          </c:extLst>
        </c:ser>
        <c:ser>
          <c:idx val="4"/>
          <c:order val="4"/>
          <c:spPr>
            <a:blipFill>
              <a:blip xmlns:r="http://schemas.openxmlformats.org/officeDocument/2006/relationships" r:embed="rId3"/>
              <a:stretch>
                <a:fillRect/>
              </a:stretch>
            </a:blipFill>
            <a:ln>
              <a:noFill/>
            </a:ln>
            <a:effectLst/>
          </c:spPr>
          <c:invertIfNegative val="0"/>
          <c:val>
            <c:numRef>
              <c:f>Chart!$M$3:$M$12</c:f>
              <c:numCache>
                <c:formatCode>General</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04-67F0-4334-B364-3F817F10B8B4}"/>
            </c:ext>
          </c:extLst>
        </c:ser>
        <c:ser>
          <c:idx val="5"/>
          <c:order val="5"/>
          <c:spPr>
            <a:blipFill>
              <a:blip xmlns:r="http://schemas.openxmlformats.org/officeDocument/2006/relationships" r:embed="rId3"/>
              <a:stretch>
                <a:fillRect/>
              </a:stretch>
            </a:blipFill>
            <a:ln>
              <a:noFill/>
            </a:ln>
            <a:effectLst/>
          </c:spPr>
          <c:invertIfNegative val="0"/>
          <c:val>
            <c:numRef>
              <c:f>Chart!$N$3:$N$12</c:f>
              <c:numCache>
                <c:formatCode>General</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05-67F0-4334-B364-3F817F10B8B4}"/>
            </c:ext>
          </c:extLst>
        </c:ser>
        <c:ser>
          <c:idx val="6"/>
          <c:order val="6"/>
          <c:spPr>
            <a:blipFill>
              <a:blip xmlns:r="http://schemas.openxmlformats.org/officeDocument/2006/relationships" r:embed="rId3"/>
              <a:stretch>
                <a:fillRect/>
              </a:stretch>
            </a:blipFill>
            <a:ln>
              <a:noFill/>
            </a:ln>
            <a:effectLst/>
          </c:spPr>
          <c:invertIfNegative val="0"/>
          <c:val>
            <c:numRef>
              <c:f>Chart!$O$3:$O$12</c:f>
              <c:numCache>
                <c:formatCode>General</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06-67F0-4334-B364-3F817F10B8B4}"/>
            </c:ext>
          </c:extLst>
        </c:ser>
        <c:ser>
          <c:idx val="7"/>
          <c:order val="7"/>
          <c:spPr>
            <a:blipFill>
              <a:blip xmlns:r="http://schemas.openxmlformats.org/officeDocument/2006/relationships" r:embed="rId3"/>
              <a:stretch>
                <a:fillRect/>
              </a:stretch>
            </a:blipFill>
            <a:ln>
              <a:noFill/>
            </a:ln>
            <a:effectLst/>
          </c:spPr>
          <c:invertIfNegative val="0"/>
          <c:val>
            <c:numRef>
              <c:f>Chart!$P$3:$P$12</c:f>
              <c:numCache>
                <c:formatCode>General</c:formatCode>
                <c:ptCount val="10"/>
                <c:pt idx="0">
                  <c:v>1</c:v>
                </c:pt>
                <c:pt idx="1">
                  <c:v>1</c:v>
                </c:pt>
                <c:pt idx="2">
                  <c:v>1</c:v>
                </c:pt>
                <c:pt idx="3">
                  <c:v>1</c:v>
                </c:pt>
                <c:pt idx="4">
                  <c:v>1</c:v>
                </c:pt>
                <c:pt idx="5">
                  <c:v>1</c:v>
                </c:pt>
                <c:pt idx="6">
                  <c:v>1</c:v>
                </c:pt>
                <c:pt idx="7">
                  <c:v>1</c:v>
                </c:pt>
                <c:pt idx="8">
                  <c:v>0</c:v>
                </c:pt>
                <c:pt idx="9">
                  <c:v>0</c:v>
                </c:pt>
              </c:numCache>
            </c:numRef>
          </c:val>
          <c:extLst>
            <c:ext xmlns:c16="http://schemas.microsoft.com/office/drawing/2014/chart" uri="{C3380CC4-5D6E-409C-BE32-E72D297353CC}">
              <c16:uniqueId val="{00000007-67F0-4334-B364-3F817F10B8B4}"/>
            </c:ext>
          </c:extLst>
        </c:ser>
        <c:ser>
          <c:idx val="8"/>
          <c:order val="8"/>
          <c:spPr>
            <a:blipFill>
              <a:blip xmlns:r="http://schemas.openxmlformats.org/officeDocument/2006/relationships" r:embed="rId3"/>
              <a:stretch>
                <a:fillRect/>
              </a:stretch>
            </a:blipFill>
            <a:ln>
              <a:noFill/>
            </a:ln>
            <a:effectLst/>
          </c:spPr>
          <c:invertIfNegative val="0"/>
          <c:val>
            <c:numRef>
              <c:f>Chart!$Q$3:$Q$12</c:f>
              <c:numCache>
                <c:formatCode>General</c:formatCode>
                <c:ptCount val="10"/>
                <c:pt idx="0">
                  <c:v>0</c:v>
                </c:pt>
                <c:pt idx="1">
                  <c:v>0</c:v>
                </c:pt>
                <c:pt idx="2">
                  <c:v>0</c:v>
                </c:pt>
                <c:pt idx="3">
                  <c:v>0</c:v>
                </c:pt>
                <c:pt idx="4">
                  <c:v>0</c:v>
                </c:pt>
                <c:pt idx="5">
                  <c:v>0</c:v>
                </c:pt>
                <c:pt idx="6">
                  <c:v>0</c:v>
                </c:pt>
                <c:pt idx="7">
                  <c:v>0</c:v>
                </c:pt>
                <c:pt idx="8">
                  <c:v>0</c:v>
                </c:pt>
                <c:pt idx="9">
                  <c:v>0</c:v>
                </c:pt>
              </c:numCache>
            </c:numRef>
          </c:val>
          <c:extLst>
            <c:ext xmlns:c16="http://schemas.microsoft.com/office/drawing/2014/chart" uri="{C3380CC4-5D6E-409C-BE32-E72D297353CC}">
              <c16:uniqueId val="{00000008-67F0-4334-B364-3F817F10B8B4}"/>
            </c:ext>
          </c:extLst>
        </c:ser>
        <c:ser>
          <c:idx val="9"/>
          <c:order val="9"/>
          <c:spPr>
            <a:blipFill>
              <a:blip xmlns:r="http://schemas.openxmlformats.org/officeDocument/2006/relationships" r:embed="rId3"/>
              <a:stretch>
                <a:fillRect/>
              </a:stretch>
            </a:blipFill>
            <a:ln>
              <a:noFill/>
            </a:ln>
            <a:effectLst/>
          </c:spPr>
          <c:invertIfNegative val="0"/>
          <c:val>
            <c:numRef>
              <c:f>Chart!$R$3:$R$12</c:f>
              <c:numCache>
                <c:formatCode>General</c:formatCode>
                <c:ptCount val="10"/>
                <c:pt idx="0">
                  <c:v>0</c:v>
                </c:pt>
                <c:pt idx="1">
                  <c:v>0</c:v>
                </c:pt>
                <c:pt idx="2">
                  <c:v>0</c:v>
                </c:pt>
                <c:pt idx="3">
                  <c:v>0</c:v>
                </c:pt>
                <c:pt idx="4">
                  <c:v>0</c:v>
                </c:pt>
                <c:pt idx="5">
                  <c:v>0</c:v>
                </c:pt>
                <c:pt idx="6">
                  <c:v>0</c:v>
                </c:pt>
                <c:pt idx="7">
                  <c:v>0</c:v>
                </c:pt>
                <c:pt idx="8">
                  <c:v>0</c:v>
                </c:pt>
                <c:pt idx="9">
                  <c:v>0</c:v>
                </c:pt>
              </c:numCache>
            </c:numRef>
          </c:val>
          <c:extLst>
            <c:ext xmlns:c16="http://schemas.microsoft.com/office/drawing/2014/chart" uri="{C3380CC4-5D6E-409C-BE32-E72D297353CC}">
              <c16:uniqueId val="{00000009-67F0-4334-B364-3F817F10B8B4}"/>
            </c:ext>
          </c:extLst>
        </c:ser>
        <c:dLbls>
          <c:showLegendKey val="0"/>
          <c:showVal val="0"/>
          <c:showCatName val="0"/>
          <c:showSerName val="0"/>
          <c:showPercent val="0"/>
          <c:showBubbleSize val="0"/>
        </c:dLbls>
        <c:gapWidth val="0"/>
        <c:overlap val="100"/>
        <c:axId val="509781104"/>
        <c:axId val="509780120"/>
      </c:barChart>
      <c:catAx>
        <c:axId val="509781104"/>
        <c:scaling>
          <c:orientation val="minMax"/>
        </c:scaling>
        <c:delete val="1"/>
        <c:axPos val="b"/>
        <c:majorTickMark val="none"/>
        <c:minorTickMark val="none"/>
        <c:tickLblPos val="nextTo"/>
        <c:crossAx val="509780120"/>
        <c:crosses val="autoZero"/>
        <c:auto val="1"/>
        <c:lblAlgn val="ctr"/>
        <c:lblOffset val="100"/>
        <c:noMultiLvlLbl val="0"/>
      </c:catAx>
      <c:valAx>
        <c:axId val="509780120"/>
        <c:scaling>
          <c:orientation val="minMax"/>
          <c:max val="10"/>
        </c:scaling>
        <c:delete val="1"/>
        <c:axPos val="l"/>
        <c:numFmt formatCode="General" sourceLinked="1"/>
        <c:majorTickMark val="none"/>
        <c:minorTickMark val="none"/>
        <c:tickLblPos val="nextTo"/>
        <c:crossAx val="5097811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ru-UA"/>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9.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3684E-E523-4F29-9E0D-D391DEE226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UA"/>
          </a:p>
        </p:txBody>
      </p:sp>
      <p:sp>
        <p:nvSpPr>
          <p:cNvPr id="3" name="Subtitle 2">
            <a:extLst>
              <a:ext uri="{FF2B5EF4-FFF2-40B4-BE49-F238E27FC236}">
                <a16:creationId xmlns:a16="http://schemas.microsoft.com/office/drawing/2014/main" id="{C41A9A91-7FE7-423E-975C-BAF486628E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UA"/>
          </a:p>
        </p:txBody>
      </p:sp>
      <p:sp>
        <p:nvSpPr>
          <p:cNvPr id="4" name="Date Placeholder 3">
            <a:extLst>
              <a:ext uri="{FF2B5EF4-FFF2-40B4-BE49-F238E27FC236}">
                <a16:creationId xmlns:a16="http://schemas.microsoft.com/office/drawing/2014/main" id="{1C2D756C-26F3-4A5F-863E-9BC7ECA70C36}"/>
              </a:ext>
            </a:extLst>
          </p:cNvPr>
          <p:cNvSpPr>
            <a:spLocks noGrp="1"/>
          </p:cNvSpPr>
          <p:nvPr>
            <p:ph type="dt" sz="half" idx="10"/>
          </p:nvPr>
        </p:nvSpPr>
        <p:spPr/>
        <p:txBody>
          <a:bodyPr/>
          <a:lstStyle/>
          <a:p>
            <a:fld id="{31221B86-2A5A-4CF8-80E8-8F0668E963E8}" type="datetimeFigureOut">
              <a:rPr lang="ru-UA" smtClean="0"/>
              <a:t>15.06.2020</a:t>
            </a:fld>
            <a:endParaRPr lang="ru-UA"/>
          </a:p>
        </p:txBody>
      </p:sp>
      <p:sp>
        <p:nvSpPr>
          <p:cNvPr id="5" name="Footer Placeholder 4">
            <a:extLst>
              <a:ext uri="{FF2B5EF4-FFF2-40B4-BE49-F238E27FC236}">
                <a16:creationId xmlns:a16="http://schemas.microsoft.com/office/drawing/2014/main" id="{7597DC3D-6D58-4947-8D8A-35BC0606D2F9}"/>
              </a:ext>
            </a:extLst>
          </p:cNvPr>
          <p:cNvSpPr>
            <a:spLocks noGrp="1"/>
          </p:cNvSpPr>
          <p:nvPr>
            <p:ph type="ftr" sz="quarter" idx="11"/>
          </p:nvPr>
        </p:nvSpPr>
        <p:spPr/>
        <p:txBody>
          <a:bodyPr/>
          <a:lstStyle/>
          <a:p>
            <a:endParaRPr lang="ru-UA"/>
          </a:p>
        </p:txBody>
      </p:sp>
      <p:sp>
        <p:nvSpPr>
          <p:cNvPr id="6" name="Slide Number Placeholder 5">
            <a:extLst>
              <a:ext uri="{FF2B5EF4-FFF2-40B4-BE49-F238E27FC236}">
                <a16:creationId xmlns:a16="http://schemas.microsoft.com/office/drawing/2014/main" id="{9B17B7A6-F15D-4042-AF58-377F5DBD1439}"/>
              </a:ext>
            </a:extLst>
          </p:cNvPr>
          <p:cNvSpPr>
            <a:spLocks noGrp="1"/>
          </p:cNvSpPr>
          <p:nvPr>
            <p:ph type="sldNum" sz="quarter" idx="12"/>
          </p:nvPr>
        </p:nvSpPr>
        <p:spPr/>
        <p:txBody>
          <a:bodyPr/>
          <a:lstStyle/>
          <a:p>
            <a:fld id="{D43CDF7F-839A-47CF-8A4B-DD213D9EE588}" type="slidenum">
              <a:rPr lang="ru-UA" smtClean="0"/>
              <a:t>‹#›</a:t>
            </a:fld>
            <a:endParaRPr lang="ru-UA"/>
          </a:p>
        </p:txBody>
      </p:sp>
    </p:spTree>
    <p:extLst>
      <p:ext uri="{BB962C8B-B14F-4D97-AF65-F5344CB8AC3E}">
        <p14:creationId xmlns:p14="http://schemas.microsoft.com/office/powerpoint/2010/main" val="3299125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4C6F6-0662-4A13-9241-EE28014615E5}"/>
              </a:ext>
            </a:extLst>
          </p:cNvPr>
          <p:cNvSpPr>
            <a:spLocks noGrp="1"/>
          </p:cNvSpPr>
          <p:nvPr>
            <p:ph type="title"/>
          </p:nvPr>
        </p:nvSpPr>
        <p:spPr/>
        <p:txBody>
          <a:bodyPr/>
          <a:lstStyle/>
          <a:p>
            <a:r>
              <a:rPr lang="en-US"/>
              <a:t>Click to edit Master title style</a:t>
            </a:r>
            <a:endParaRPr lang="ru-UA"/>
          </a:p>
        </p:txBody>
      </p:sp>
      <p:sp>
        <p:nvSpPr>
          <p:cNvPr id="3" name="Content Placeholder 2">
            <a:extLst>
              <a:ext uri="{FF2B5EF4-FFF2-40B4-BE49-F238E27FC236}">
                <a16:creationId xmlns:a16="http://schemas.microsoft.com/office/drawing/2014/main" id="{C6C06E56-7D8D-44C8-8DCA-C2A367494C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4" name="Date Placeholder 3">
            <a:extLst>
              <a:ext uri="{FF2B5EF4-FFF2-40B4-BE49-F238E27FC236}">
                <a16:creationId xmlns:a16="http://schemas.microsoft.com/office/drawing/2014/main" id="{956ED6CE-9C6C-45BE-AA73-F0A8B10A98DC}"/>
              </a:ext>
            </a:extLst>
          </p:cNvPr>
          <p:cNvSpPr>
            <a:spLocks noGrp="1"/>
          </p:cNvSpPr>
          <p:nvPr>
            <p:ph type="dt" sz="half" idx="10"/>
          </p:nvPr>
        </p:nvSpPr>
        <p:spPr/>
        <p:txBody>
          <a:bodyPr/>
          <a:lstStyle/>
          <a:p>
            <a:fld id="{31221B86-2A5A-4CF8-80E8-8F0668E963E8}" type="datetimeFigureOut">
              <a:rPr lang="ru-UA" smtClean="0"/>
              <a:t>15.06.2020</a:t>
            </a:fld>
            <a:endParaRPr lang="ru-UA"/>
          </a:p>
        </p:txBody>
      </p:sp>
      <p:sp>
        <p:nvSpPr>
          <p:cNvPr id="5" name="Footer Placeholder 4">
            <a:extLst>
              <a:ext uri="{FF2B5EF4-FFF2-40B4-BE49-F238E27FC236}">
                <a16:creationId xmlns:a16="http://schemas.microsoft.com/office/drawing/2014/main" id="{99EC9B1E-9CA1-4022-AA39-DCD0E543C554}"/>
              </a:ext>
            </a:extLst>
          </p:cNvPr>
          <p:cNvSpPr>
            <a:spLocks noGrp="1"/>
          </p:cNvSpPr>
          <p:nvPr>
            <p:ph type="ftr" sz="quarter" idx="11"/>
          </p:nvPr>
        </p:nvSpPr>
        <p:spPr/>
        <p:txBody>
          <a:bodyPr/>
          <a:lstStyle/>
          <a:p>
            <a:endParaRPr lang="ru-UA"/>
          </a:p>
        </p:txBody>
      </p:sp>
      <p:sp>
        <p:nvSpPr>
          <p:cNvPr id="6" name="Slide Number Placeholder 5">
            <a:extLst>
              <a:ext uri="{FF2B5EF4-FFF2-40B4-BE49-F238E27FC236}">
                <a16:creationId xmlns:a16="http://schemas.microsoft.com/office/drawing/2014/main" id="{CD8DE60B-C89D-4DA2-8DB3-D1E14DCD6BC9}"/>
              </a:ext>
            </a:extLst>
          </p:cNvPr>
          <p:cNvSpPr>
            <a:spLocks noGrp="1"/>
          </p:cNvSpPr>
          <p:nvPr>
            <p:ph type="sldNum" sz="quarter" idx="12"/>
          </p:nvPr>
        </p:nvSpPr>
        <p:spPr/>
        <p:txBody>
          <a:bodyPr/>
          <a:lstStyle/>
          <a:p>
            <a:fld id="{D43CDF7F-839A-47CF-8A4B-DD213D9EE588}" type="slidenum">
              <a:rPr lang="ru-UA" smtClean="0"/>
              <a:t>‹#›</a:t>
            </a:fld>
            <a:endParaRPr lang="ru-UA"/>
          </a:p>
        </p:txBody>
      </p:sp>
    </p:spTree>
    <p:extLst>
      <p:ext uri="{BB962C8B-B14F-4D97-AF65-F5344CB8AC3E}">
        <p14:creationId xmlns:p14="http://schemas.microsoft.com/office/powerpoint/2010/main" val="3556967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054DA-FBC5-4CC6-9EFF-63B12FB750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UA"/>
          </a:p>
        </p:txBody>
      </p:sp>
      <p:sp>
        <p:nvSpPr>
          <p:cNvPr id="3" name="Text Placeholder 2">
            <a:extLst>
              <a:ext uri="{FF2B5EF4-FFF2-40B4-BE49-F238E27FC236}">
                <a16:creationId xmlns:a16="http://schemas.microsoft.com/office/drawing/2014/main" id="{700DD5F8-A623-4E78-B37A-E01F6AE122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69298C-7FDE-4EA6-AFCC-E23D0EEEA783}"/>
              </a:ext>
            </a:extLst>
          </p:cNvPr>
          <p:cNvSpPr>
            <a:spLocks noGrp="1"/>
          </p:cNvSpPr>
          <p:nvPr>
            <p:ph type="dt" sz="half" idx="10"/>
          </p:nvPr>
        </p:nvSpPr>
        <p:spPr/>
        <p:txBody>
          <a:bodyPr/>
          <a:lstStyle/>
          <a:p>
            <a:fld id="{31221B86-2A5A-4CF8-80E8-8F0668E963E8}" type="datetimeFigureOut">
              <a:rPr lang="ru-UA" smtClean="0"/>
              <a:t>15.06.2020</a:t>
            </a:fld>
            <a:endParaRPr lang="ru-UA"/>
          </a:p>
        </p:txBody>
      </p:sp>
      <p:sp>
        <p:nvSpPr>
          <p:cNvPr id="5" name="Footer Placeholder 4">
            <a:extLst>
              <a:ext uri="{FF2B5EF4-FFF2-40B4-BE49-F238E27FC236}">
                <a16:creationId xmlns:a16="http://schemas.microsoft.com/office/drawing/2014/main" id="{6DBA4B90-4915-49B2-9201-5E39E0B4C1A4}"/>
              </a:ext>
            </a:extLst>
          </p:cNvPr>
          <p:cNvSpPr>
            <a:spLocks noGrp="1"/>
          </p:cNvSpPr>
          <p:nvPr>
            <p:ph type="ftr" sz="quarter" idx="11"/>
          </p:nvPr>
        </p:nvSpPr>
        <p:spPr/>
        <p:txBody>
          <a:bodyPr/>
          <a:lstStyle/>
          <a:p>
            <a:endParaRPr lang="ru-UA"/>
          </a:p>
        </p:txBody>
      </p:sp>
      <p:sp>
        <p:nvSpPr>
          <p:cNvPr id="6" name="Slide Number Placeholder 5">
            <a:extLst>
              <a:ext uri="{FF2B5EF4-FFF2-40B4-BE49-F238E27FC236}">
                <a16:creationId xmlns:a16="http://schemas.microsoft.com/office/drawing/2014/main" id="{EC78AA17-5828-4403-B3AC-C44BD53BE782}"/>
              </a:ext>
            </a:extLst>
          </p:cNvPr>
          <p:cNvSpPr>
            <a:spLocks noGrp="1"/>
          </p:cNvSpPr>
          <p:nvPr>
            <p:ph type="sldNum" sz="quarter" idx="12"/>
          </p:nvPr>
        </p:nvSpPr>
        <p:spPr/>
        <p:txBody>
          <a:bodyPr/>
          <a:lstStyle/>
          <a:p>
            <a:fld id="{D43CDF7F-839A-47CF-8A4B-DD213D9EE588}" type="slidenum">
              <a:rPr lang="ru-UA" smtClean="0"/>
              <a:t>‹#›</a:t>
            </a:fld>
            <a:endParaRPr lang="ru-UA"/>
          </a:p>
        </p:txBody>
      </p:sp>
    </p:spTree>
    <p:extLst>
      <p:ext uri="{BB962C8B-B14F-4D97-AF65-F5344CB8AC3E}">
        <p14:creationId xmlns:p14="http://schemas.microsoft.com/office/powerpoint/2010/main" val="1348890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115F2-60ED-4DA1-A8CA-0276F0BEE7E7}"/>
              </a:ext>
            </a:extLst>
          </p:cNvPr>
          <p:cNvSpPr>
            <a:spLocks noGrp="1"/>
          </p:cNvSpPr>
          <p:nvPr>
            <p:ph type="title"/>
          </p:nvPr>
        </p:nvSpPr>
        <p:spPr/>
        <p:txBody>
          <a:bodyPr/>
          <a:lstStyle/>
          <a:p>
            <a:r>
              <a:rPr lang="en-US"/>
              <a:t>Click to edit Master title style</a:t>
            </a:r>
            <a:endParaRPr lang="ru-UA"/>
          </a:p>
        </p:txBody>
      </p:sp>
      <p:sp>
        <p:nvSpPr>
          <p:cNvPr id="3" name="Content Placeholder 2">
            <a:extLst>
              <a:ext uri="{FF2B5EF4-FFF2-40B4-BE49-F238E27FC236}">
                <a16:creationId xmlns:a16="http://schemas.microsoft.com/office/drawing/2014/main" id="{0E1D223D-4462-426A-9382-6CFA17E531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4" name="Content Placeholder 3">
            <a:extLst>
              <a:ext uri="{FF2B5EF4-FFF2-40B4-BE49-F238E27FC236}">
                <a16:creationId xmlns:a16="http://schemas.microsoft.com/office/drawing/2014/main" id="{3FDB9CF2-CA9C-4F9F-8177-D10146A02D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5" name="Date Placeholder 4">
            <a:extLst>
              <a:ext uri="{FF2B5EF4-FFF2-40B4-BE49-F238E27FC236}">
                <a16:creationId xmlns:a16="http://schemas.microsoft.com/office/drawing/2014/main" id="{923BE39E-E94C-46F9-A252-82D7F8F05152}"/>
              </a:ext>
            </a:extLst>
          </p:cNvPr>
          <p:cNvSpPr>
            <a:spLocks noGrp="1"/>
          </p:cNvSpPr>
          <p:nvPr>
            <p:ph type="dt" sz="half" idx="10"/>
          </p:nvPr>
        </p:nvSpPr>
        <p:spPr/>
        <p:txBody>
          <a:bodyPr/>
          <a:lstStyle/>
          <a:p>
            <a:fld id="{31221B86-2A5A-4CF8-80E8-8F0668E963E8}" type="datetimeFigureOut">
              <a:rPr lang="ru-UA" smtClean="0"/>
              <a:t>15.06.2020</a:t>
            </a:fld>
            <a:endParaRPr lang="ru-UA"/>
          </a:p>
        </p:txBody>
      </p:sp>
      <p:sp>
        <p:nvSpPr>
          <p:cNvPr id="6" name="Footer Placeholder 5">
            <a:extLst>
              <a:ext uri="{FF2B5EF4-FFF2-40B4-BE49-F238E27FC236}">
                <a16:creationId xmlns:a16="http://schemas.microsoft.com/office/drawing/2014/main" id="{F06750E3-BD5B-4B8B-9423-530B0C139D1D}"/>
              </a:ext>
            </a:extLst>
          </p:cNvPr>
          <p:cNvSpPr>
            <a:spLocks noGrp="1"/>
          </p:cNvSpPr>
          <p:nvPr>
            <p:ph type="ftr" sz="quarter" idx="11"/>
          </p:nvPr>
        </p:nvSpPr>
        <p:spPr/>
        <p:txBody>
          <a:bodyPr/>
          <a:lstStyle/>
          <a:p>
            <a:endParaRPr lang="ru-UA"/>
          </a:p>
        </p:txBody>
      </p:sp>
      <p:sp>
        <p:nvSpPr>
          <p:cNvPr id="7" name="Slide Number Placeholder 6">
            <a:extLst>
              <a:ext uri="{FF2B5EF4-FFF2-40B4-BE49-F238E27FC236}">
                <a16:creationId xmlns:a16="http://schemas.microsoft.com/office/drawing/2014/main" id="{7A9E8B05-32AE-4F66-BC5D-6B9274E2B283}"/>
              </a:ext>
            </a:extLst>
          </p:cNvPr>
          <p:cNvSpPr>
            <a:spLocks noGrp="1"/>
          </p:cNvSpPr>
          <p:nvPr>
            <p:ph type="sldNum" sz="quarter" idx="12"/>
          </p:nvPr>
        </p:nvSpPr>
        <p:spPr/>
        <p:txBody>
          <a:bodyPr/>
          <a:lstStyle/>
          <a:p>
            <a:fld id="{D43CDF7F-839A-47CF-8A4B-DD213D9EE588}" type="slidenum">
              <a:rPr lang="ru-UA" smtClean="0"/>
              <a:t>‹#›</a:t>
            </a:fld>
            <a:endParaRPr lang="ru-UA"/>
          </a:p>
        </p:txBody>
      </p:sp>
    </p:spTree>
    <p:extLst>
      <p:ext uri="{BB962C8B-B14F-4D97-AF65-F5344CB8AC3E}">
        <p14:creationId xmlns:p14="http://schemas.microsoft.com/office/powerpoint/2010/main" val="1742307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C1B72-85A0-436F-ADAC-0E313635092C}"/>
              </a:ext>
            </a:extLst>
          </p:cNvPr>
          <p:cNvSpPr>
            <a:spLocks noGrp="1"/>
          </p:cNvSpPr>
          <p:nvPr>
            <p:ph type="title"/>
          </p:nvPr>
        </p:nvSpPr>
        <p:spPr>
          <a:xfrm>
            <a:off x="839788" y="365125"/>
            <a:ext cx="10515600" cy="1325563"/>
          </a:xfrm>
        </p:spPr>
        <p:txBody>
          <a:bodyPr/>
          <a:lstStyle/>
          <a:p>
            <a:r>
              <a:rPr lang="en-US"/>
              <a:t>Click to edit Master title style</a:t>
            </a:r>
            <a:endParaRPr lang="ru-UA"/>
          </a:p>
        </p:txBody>
      </p:sp>
      <p:sp>
        <p:nvSpPr>
          <p:cNvPr id="3" name="Text Placeholder 2">
            <a:extLst>
              <a:ext uri="{FF2B5EF4-FFF2-40B4-BE49-F238E27FC236}">
                <a16:creationId xmlns:a16="http://schemas.microsoft.com/office/drawing/2014/main" id="{8CB4EFBA-94D1-48C2-9310-27CA811CA4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682C4F-6AB6-43DF-957C-79A376588E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5" name="Text Placeholder 4">
            <a:extLst>
              <a:ext uri="{FF2B5EF4-FFF2-40B4-BE49-F238E27FC236}">
                <a16:creationId xmlns:a16="http://schemas.microsoft.com/office/drawing/2014/main" id="{E40A1C1C-EF6C-436F-9BAC-64B44FCC38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E33FAC-0DDE-492B-9301-53513D0E12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7" name="Date Placeholder 6">
            <a:extLst>
              <a:ext uri="{FF2B5EF4-FFF2-40B4-BE49-F238E27FC236}">
                <a16:creationId xmlns:a16="http://schemas.microsoft.com/office/drawing/2014/main" id="{E85D1467-BC1E-423B-BEFC-7AA9A0EC7296}"/>
              </a:ext>
            </a:extLst>
          </p:cNvPr>
          <p:cNvSpPr>
            <a:spLocks noGrp="1"/>
          </p:cNvSpPr>
          <p:nvPr>
            <p:ph type="dt" sz="half" idx="10"/>
          </p:nvPr>
        </p:nvSpPr>
        <p:spPr/>
        <p:txBody>
          <a:bodyPr/>
          <a:lstStyle/>
          <a:p>
            <a:fld id="{31221B86-2A5A-4CF8-80E8-8F0668E963E8}" type="datetimeFigureOut">
              <a:rPr lang="ru-UA" smtClean="0"/>
              <a:t>15.06.2020</a:t>
            </a:fld>
            <a:endParaRPr lang="ru-UA"/>
          </a:p>
        </p:txBody>
      </p:sp>
      <p:sp>
        <p:nvSpPr>
          <p:cNvPr id="8" name="Footer Placeholder 7">
            <a:extLst>
              <a:ext uri="{FF2B5EF4-FFF2-40B4-BE49-F238E27FC236}">
                <a16:creationId xmlns:a16="http://schemas.microsoft.com/office/drawing/2014/main" id="{C6A7A1F0-8D7A-4E1C-A785-5562CA60DCE0}"/>
              </a:ext>
            </a:extLst>
          </p:cNvPr>
          <p:cNvSpPr>
            <a:spLocks noGrp="1"/>
          </p:cNvSpPr>
          <p:nvPr>
            <p:ph type="ftr" sz="quarter" idx="11"/>
          </p:nvPr>
        </p:nvSpPr>
        <p:spPr/>
        <p:txBody>
          <a:bodyPr/>
          <a:lstStyle/>
          <a:p>
            <a:endParaRPr lang="ru-UA"/>
          </a:p>
        </p:txBody>
      </p:sp>
      <p:sp>
        <p:nvSpPr>
          <p:cNvPr id="9" name="Slide Number Placeholder 8">
            <a:extLst>
              <a:ext uri="{FF2B5EF4-FFF2-40B4-BE49-F238E27FC236}">
                <a16:creationId xmlns:a16="http://schemas.microsoft.com/office/drawing/2014/main" id="{376AEED6-AC6A-45FA-BE8B-CEB6F4043F34}"/>
              </a:ext>
            </a:extLst>
          </p:cNvPr>
          <p:cNvSpPr>
            <a:spLocks noGrp="1"/>
          </p:cNvSpPr>
          <p:nvPr>
            <p:ph type="sldNum" sz="quarter" idx="12"/>
          </p:nvPr>
        </p:nvSpPr>
        <p:spPr/>
        <p:txBody>
          <a:bodyPr/>
          <a:lstStyle/>
          <a:p>
            <a:fld id="{D43CDF7F-839A-47CF-8A4B-DD213D9EE588}" type="slidenum">
              <a:rPr lang="ru-UA" smtClean="0"/>
              <a:t>‹#›</a:t>
            </a:fld>
            <a:endParaRPr lang="ru-UA"/>
          </a:p>
        </p:txBody>
      </p:sp>
    </p:spTree>
    <p:extLst>
      <p:ext uri="{BB962C8B-B14F-4D97-AF65-F5344CB8AC3E}">
        <p14:creationId xmlns:p14="http://schemas.microsoft.com/office/powerpoint/2010/main" val="3082244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E1A74-4EB4-48A6-ACFA-7E35C3F9EE12}"/>
              </a:ext>
            </a:extLst>
          </p:cNvPr>
          <p:cNvSpPr>
            <a:spLocks noGrp="1"/>
          </p:cNvSpPr>
          <p:nvPr>
            <p:ph type="title"/>
          </p:nvPr>
        </p:nvSpPr>
        <p:spPr/>
        <p:txBody>
          <a:bodyPr/>
          <a:lstStyle/>
          <a:p>
            <a:r>
              <a:rPr lang="en-US"/>
              <a:t>Click to edit Master title style</a:t>
            </a:r>
            <a:endParaRPr lang="ru-UA"/>
          </a:p>
        </p:txBody>
      </p:sp>
      <p:sp>
        <p:nvSpPr>
          <p:cNvPr id="3" name="Date Placeholder 2">
            <a:extLst>
              <a:ext uri="{FF2B5EF4-FFF2-40B4-BE49-F238E27FC236}">
                <a16:creationId xmlns:a16="http://schemas.microsoft.com/office/drawing/2014/main" id="{2B10D7B4-5005-41E7-B9E0-BE0701CE0734}"/>
              </a:ext>
            </a:extLst>
          </p:cNvPr>
          <p:cNvSpPr>
            <a:spLocks noGrp="1"/>
          </p:cNvSpPr>
          <p:nvPr>
            <p:ph type="dt" sz="half" idx="10"/>
          </p:nvPr>
        </p:nvSpPr>
        <p:spPr/>
        <p:txBody>
          <a:bodyPr/>
          <a:lstStyle/>
          <a:p>
            <a:fld id="{31221B86-2A5A-4CF8-80E8-8F0668E963E8}" type="datetimeFigureOut">
              <a:rPr lang="ru-UA" smtClean="0"/>
              <a:t>15.06.2020</a:t>
            </a:fld>
            <a:endParaRPr lang="ru-UA"/>
          </a:p>
        </p:txBody>
      </p:sp>
      <p:sp>
        <p:nvSpPr>
          <p:cNvPr id="4" name="Footer Placeholder 3">
            <a:extLst>
              <a:ext uri="{FF2B5EF4-FFF2-40B4-BE49-F238E27FC236}">
                <a16:creationId xmlns:a16="http://schemas.microsoft.com/office/drawing/2014/main" id="{CA34F919-7FAF-4ECC-807B-6B4C19113D37}"/>
              </a:ext>
            </a:extLst>
          </p:cNvPr>
          <p:cNvSpPr>
            <a:spLocks noGrp="1"/>
          </p:cNvSpPr>
          <p:nvPr>
            <p:ph type="ftr" sz="quarter" idx="11"/>
          </p:nvPr>
        </p:nvSpPr>
        <p:spPr/>
        <p:txBody>
          <a:bodyPr/>
          <a:lstStyle/>
          <a:p>
            <a:endParaRPr lang="ru-UA"/>
          </a:p>
        </p:txBody>
      </p:sp>
      <p:sp>
        <p:nvSpPr>
          <p:cNvPr id="5" name="Slide Number Placeholder 4">
            <a:extLst>
              <a:ext uri="{FF2B5EF4-FFF2-40B4-BE49-F238E27FC236}">
                <a16:creationId xmlns:a16="http://schemas.microsoft.com/office/drawing/2014/main" id="{133EFA26-2D12-4D08-8F9F-DB92519A06E5}"/>
              </a:ext>
            </a:extLst>
          </p:cNvPr>
          <p:cNvSpPr>
            <a:spLocks noGrp="1"/>
          </p:cNvSpPr>
          <p:nvPr>
            <p:ph type="sldNum" sz="quarter" idx="12"/>
          </p:nvPr>
        </p:nvSpPr>
        <p:spPr/>
        <p:txBody>
          <a:bodyPr/>
          <a:lstStyle/>
          <a:p>
            <a:fld id="{D43CDF7F-839A-47CF-8A4B-DD213D9EE588}" type="slidenum">
              <a:rPr lang="ru-UA" smtClean="0"/>
              <a:t>‹#›</a:t>
            </a:fld>
            <a:endParaRPr lang="ru-UA"/>
          </a:p>
        </p:txBody>
      </p:sp>
    </p:spTree>
    <p:extLst>
      <p:ext uri="{BB962C8B-B14F-4D97-AF65-F5344CB8AC3E}">
        <p14:creationId xmlns:p14="http://schemas.microsoft.com/office/powerpoint/2010/main" val="458718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670D43-DE98-415E-AF25-2DB4DFDBD1EC}"/>
              </a:ext>
            </a:extLst>
          </p:cNvPr>
          <p:cNvSpPr>
            <a:spLocks noGrp="1"/>
          </p:cNvSpPr>
          <p:nvPr>
            <p:ph type="dt" sz="half" idx="10"/>
          </p:nvPr>
        </p:nvSpPr>
        <p:spPr/>
        <p:txBody>
          <a:bodyPr/>
          <a:lstStyle/>
          <a:p>
            <a:fld id="{31221B86-2A5A-4CF8-80E8-8F0668E963E8}" type="datetimeFigureOut">
              <a:rPr lang="ru-UA" smtClean="0"/>
              <a:t>15.06.2020</a:t>
            </a:fld>
            <a:endParaRPr lang="ru-UA"/>
          </a:p>
        </p:txBody>
      </p:sp>
      <p:sp>
        <p:nvSpPr>
          <p:cNvPr id="3" name="Footer Placeholder 2">
            <a:extLst>
              <a:ext uri="{FF2B5EF4-FFF2-40B4-BE49-F238E27FC236}">
                <a16:creationId xmlns:a16="http://schemas.microsoft.com/office/drawing/2014/main" id="{46597B21-5311-42FA-B354-BE429739C26A}"/>
              </a:ext>
            </a:extLst>
          </p:cNvPr>
          <p:cNvSpPr>
            <a:spLocks noGrp="1"/>
          </p:cNvSpPr>
          <p:nvPr>
            <p:ph type="ftr" sz="quarter" idx="11"/>
          </p:nvPr>
        </p:nvSpPr>
        <p:spPr/>
        <p:txBody>
          <a:bodyPr/>
          <a:lstStyle/>
          <a:p>
            <a:endParaRPr lang="ru-UA"/>
          </a:p>
        </p:txBody>
      </p:sp>
      <p:sp>
        <p:nvSpPr>
          <p:cNvPr id="4" name="Slide Number Placeholder 3">
            <a:extLst>
              <a:ext uri="{FF2B5EF4-FFF2-40B4-BE49-F238E27FC236}">
                <a16:creationId xmlns:a16="http://schemas.microsoft.com/office/drawing/2014/main" id="{465B5E76-E26C-4995-9B4C-CFEC56E1943A}"/>
              </a:ext>
            </a:extLst>
          </p:cNvPr>
          <p:cNvSpPr>
            <a:spLocks noGrp="1"/>
          </p:cNvSpPr>
          <p:nvPr>
            <p:ph type="sldNum" sz="quarter" idx="12"/>
          </p:nvPr>
        </p:nvSpPr>
        <p:spPr/>
        <p:txBody>
          <a:bodyPr/>
          <a:lstStyle/>
          <a:p>
            <a:fld id="{D43CDF7F-839A-47CF-8A4B-DD213D9EE588}" type="slidenum">
              <a:rPr lang="ru-UA" smtClean="0"/>
              <a:t>‹#›</a:t>
            </a:fld>
            <a:endParaRPr lang="ru-UA"/>
          </a:p>
        </p:txBody>
      </p:sp>
    </p:spTree>
    <p:extLst>
      <p:ext uri="{BB962C8B-B14F-4D97-AF65-F5344CB8AC3E}">
        <p14:creationId xmlns:p14="http://schemas.microsoft.com/office/powerpoint/2010/main" val="278282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C2A4A-322B-442E-9F26-2AE7E7C6C5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UA"/>
          </a:p>
        </p:txBody>
      </p:sp>
      <p:sp>
        <p:nvSpPr>
          <p:cNvPr id="3" name="Content Placeholder 2">
            <a:extLst>
              <a:ext uri="{FF2B5EF4-FFF2-40B4-BE49-F238E27FC236}">
                <a16:creationId xmlns:a16="http://schemas.microsoft.com/office/drawing/2014/main" id="{39851A85-7375-472A-A2A8-9D6BB705DE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4" name="Text Placeholder 3">
            <a:extLst>
              <a:ext uri="{FF2B5EF4-FFF2-40B4-BE49-F238E27FC236}">
                <a16:creationId xmlns:a16="http://schemas.microsoft.com/office/drawing/2014/main" id="{C463842D-A977-4198-BED2-8042DD26D6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222303-9834-4724-A80E-C813F6DE59F9}"/>
              </a:ext>
            </a:extLst>
          </p:cNvPr>
          <p:cNvSpPr>
            <a:spLocks noGrp="1"/>
          </p:cNvSpPr>
          <p:nvPr>
            <p:ph type="dt" sz="half" idx="10"/>
          </p:nvPr>
        </p:nvSpPr>
        <p:spPr/>
        <p:txBody>
          <a:bodyPr/>
          <a:lstStyle/>
          <a:p>
            <a:fld id="{31221B86-2A5A-4CF8-80E8-8F0668E963E8}" type="datetimeFigureOut">
              <a:rPr lang="ru-UA" smtClean="0"/>
              <a:t>15.06.2020</a:t>
            </a:fld>
            <a:endParaRPr lang="ru-UA"/>
          </a:p>
        </p:txBody>
      </p:sp>
      <p:sp>
        <p:nvSpPr>
          <p:cNvPr id="6" name="Footer Placeholder 5">
            <a:extLst>
              <a:ext uri="{FF2B5EF4-FFF2-40B4-BE49-F238E27FC236}">
                <a16:creationId xmlns:a16="http://schemas.microsoft.com/office/drawing/2014/main" id="{CD57A812-01AB-4C03-B117-644E6FDE9CCF}"/>
              </a:ext>
            </a:extLst>
          </p:cNvPr>
          <p:cNvSpPr>
            <a:spLocks noGrp="1"/>
          </p:cNvSpPr>
          <p:nvPr>
            <p:ph type="ftr" sz="quarter" idx="11"/>
          </p:nvPr>
        </p:nvSpPr>
        <p:spPr/>
        <p:txBody>
          <a:bodyPr/>
          <a:lstStyle/>
          <a:p>
            <a:endParaRPr lang="ru-UA"/>
          </a:p>
        </p:txBody>
      </p:sp>
      <p:sp>
        <p:nvSpPr>
          <p:cNvPr id="7" name="Slide Number Placeholder 6">
            <a:extLst>
              <a:ext uri="{FF2B5EF4-FFF2-40B4-BE49-F238E27FC236}">
                <a16:creationId xmlns:a16="http://schemas.microsoft.com/office/drawing/2014/main" id="{3FB9BC7C-2D57-471C-B623-067CC2F4A805}"/>
              </a:ext>
            </a:extLst>
          </p:cNvPr>
          <p:cNvSpPr>
            <a:spLocks noGrp="1"/>
          </p:cNvSpPr>
          <p:nvPr>
            <p:ph type="sldNum" sz="quarter" idx="12"/>
          </p:nvPr>
        </p:nvSpPr>
        <p:spPr/>
        <p:txBody>
          <a:bodyPr/>
          <a:lstStyle/>
          <a:p>
            <a:fld id="{D43CDF7F-839A-47CF-8A4B-DD213D9EE588}" type="slidenum">
              <a:rPr lang="ru-UA" smtClean="0"/>
              <a:t>‹#›</a:t>
            </a:fld>
            <a:endParaRPr lang="ru-UA"/>
          </a:p>
        </p:txBody>
      </p:sp>
    </p:spTree>
    <p:extLst>
      <p:ext uri="{BB962C8B-B14F-4D97-AF65-F5344CB8AC3E}">
        <p14:creationId xmlns:p14="http://schemas.microsoft.com/office/powerpoint/2010/main" val="3242921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F685E-16DA-4E4D-A9FC-A6FD1007C1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UA"/>
          </a:p>
        </p:txBody>
      </p:sp>
      <p:sp>
        <p:nvSpPr>
          <p:cNvPr id="3" name="Picture Placeholder 2">
            <a:extLst>
              <a:ext uri="{FF2B5EF4-FFF2-40B4-BE49-F238E27FC236}">
                <a16:creationId xmlns:a16="http://schemas.microsoft.com/office/drawing/2014/main" id="{09902AF1-AB65-469C-9F09-117B7E83A2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UA"/>
          </a:p>
        </p:txBody>
      </p:sp>
      <p:sp>
        <p:nvSpPr>
          <p:cNvPr id="4" name="Text Placeholder 3">
            <a:extLst>
              <a:ext uri="{FF2B5EF4-FFF2-40B4-BE49-F238E27FC236}">
                <a16:creationId xmlns:a16="http://schemas.microsoft.com/office/drawing/2014/main" id="{47DF615B-FD6A-4D8B-90B5-C8EAD68065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9A5463-EB57-47F2-A07C-9C17B11D6CB6}"/>
              </a:ext>
            </a:extLst>
          </p:cNvPr>
          <p:cNvSpPr>
            <a:spLocks noGrp="1"/>
          </p:cNvSpPr>
          <p:nvPr>
            <p:ph type="dt" sz="half" idx="10"/>
          </p:nvPr>
        </p:nvSpPr>
        <p:spPr/>
        <p:txBody>
          <a:bodyPr/>
          <a:lstStyle/>
          <a:p>
            <a:fld id="{31221B86-2A5A-4CF8-80E8-8F0668E963E8}" type="datetimeFigureOut">
              <a:rPr lang="ru-UA" smtClean="0"/>
              <a:t>15.06.2020</a:t>
            </a:fld>
            <a:endParaRPr lang="ru-UA"/>
          </a:p>
        </p:txBody>
      </p:sp>
      <p:sp>
        <p:nvSpPr>
          <p:cNvPr id="6" name="Footer Placeholder 5">
            <a:extLst>
              <a:ext uri="{FF2B5EF4-FFF2-40B4-BE49-F238E27FC236}">
                <a16:creationId xmlns:a16="http://schemas.microsoft.com/office/drawing/2014/main" id="{C8CF7B70-061A-4ACC-B00E-F9D0F847C64B}"/>
              </a:ext>
            </a:extLst>
          </p:cNvPr>
          <p:cNvSpPr>
            <a:spLocks noGrp="1"/>
          </p:cNvSpPr>
          <p:nvPr>
            <p:ph type="ftr" sz="quarter" idx="11"/>
          </p:nvPr>
        </p:nvSpPr>
        <p:spPr/>
        <p:txBody>
          <a:bodyPr/>
          <a:lstStyle/>
          <a:p>
            <a:endParaRPr lang="ru-UA"/>
          </a:p>
        </p:txBody>
      </p:sp>
      <p:sp>
        <p:nvSpPr>
          <p:cNvPr id="7" name="Slide Number Placeholder 6">
            <a:extLst>
              <a:ext uri="{FF2B5EF4-FFF2-40B4-BE49-F238E27FC236}">
                <a16:creationId xmlns:a16="http://schemas.microsoft.com/office/drawing/2014/main" id="{1E91BB7E-A86F-4098-85D8-3E28F166099B}"/>
              </a:ext>
            </a:extLst>
          </p:cNvPr>
          <p:cNvSpPr>
            <a:spLocks noGrp="1"/>
          </p:cNvSpPr>
          <p:nvPr>
            <p:ph type="sldNum" sz="quarter" idx="12"/>
          </p:nvPr>
        </p:nvSpPr>
        <p:spPr/>
        <p:txBody>
          <a:bodyPr/>
          <a:lstStyle/>
          <a:p>
            <a:fld id="{D43CDF7F-839A-47CF-8A4B-DD213D9EE588}" type="slidenum">
              <a:rPr lang="ru-UA" smtClean="0"/>
              <a:t>‹#›</a:t>
            </a:fld>
            <a:endParaRPr lang="ru-UA"/>
          </a:p>
        </p:txBody>
      </p:sp>
    </p:spTree>
    <p:extLst>
      <p:ext uri="{BB962C8B-B14F-4D97-AF65-F5344CB8AC3E}">
        <p14:creationId xmlns:p14="http://schemas.microsoft.com/office/powerpoint/2010/main" val="908529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31137-8B37-4B08-B861-67956AE2266F}"/>
              </a:ext>
            </a:extLst>
          </p:cNvPr>
          <p:cNvSpPr>
            <a:spLocks noGrp="1"/>
          </p:cNvSpPr>
          <p:nvPr>
            <p:ph type="title"/>
          </p:nvPr>
        </p:nvSpPr>
        <p:spPr/>
        <p:txBody>
          <a:bodyPr/>
          <a:lstStyle/>
          <a:p>
            <a:r>
              <a:rPr lang="en-US"/>
              <a:t>Click to edit Master title style</a:t>
            </a:r>
            <a:endParaRPr lang="ru-UA"/>
          </a:p>
        </p:txBody>
      </p:sp>
      <p:sp>
        <p:nvSpPr>
          <p:cNvPr id="3" name="Vertical Text Placeholder 2">
            <a:extLst>
              <a:ext uri="{FF2B5EF4-FFF2-40B4-BE49-F238E27FC236}">
                <a16:creationId xmlns:a16="http://schemas.microsoft.com/office/drawing/2014/main" id="{53405A20-2CFD-45DD-B0BB-32A3010A2E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4" name="Date Placeholder 3">
            <a:extLst>
              <a:ext uri="{FF2B5EF4-FFF2-40B4-BE49-F238E27FC236}">
                <a16:creationId xmlns:a16="http://schemas.microsoft.com/office/drawing/2014/main" id="{FDBFFB08-655D-4D22-9571-C42218EC3A49}"/>
              </a:ext>
            </a:extLst>
          </p:cNvPr>
          <p:cNvSpPr>
            <a:spLocks noGrp="1"/>
          </p:cNvSpPr>
          <p:nvPr>
            <p:ph type="dt" sz="half" idx="10"/>
          </p:nvPr>
        </p:nvSpPr>
        <p:spPr/>
        <p:txBody>
          <a:bodyPr/>
          <a:lstStyle/>
          <a:p>
            <a:fld id="{31221B86-2A5A-4CF8-80E8-8F0668E963E8}" type="datetimeFigureOut">
              <a:rPr lang="ru-UA" smtClean="0"/>
              <a:t>15.06.2020</a:t>
            </a:fld>
            <a:endParaRPr lang="ru-UA"/>
          </a:p>
        </p:txBody>
      </p:sp>
      <p:sp>
        <p:nvSpPr>
          <p:cNvPr id="5" name="Footer Placeholder 4">
            <a:extLst>
              <a:ext uri="{FF2B5EF4-FFF2-40B4-BE49-F238E27FC236}">
                <a16:creationId xmlns:a16="http://schemas.microsoft.com/office/drawing/2014/main" id="{503C8D0C-D9B6-479D-8B35-EC366FCA34E3}"/>
              </a:ext>
            </a:extLst>
          </p:cNvPr>
          <p:cNvSpPr>
            <a:spLocks noGrp="1"/>
          </p:cNvSpPr>
          <p:nvPr>
            <p:ph type="ftr" sz="quarter" idx="11"/>
          </p:nvPr>
        </p:nvSpPr>
        <p:spPr/>
        <p:txBody>
          <a:bodyPr/>
          <a:lstStyle/>
          <a:p>
            <a:endParaRPr lang="ru-UA"/>
          </a:p>
        </p:txBody>
      </p:sp>
      <p:sp>
        <p:nvSpPr>
          <p:cNvPr id="6" name="Slide Number Placeholder 5">
            <a:extLst>
              <a:ext uri="{FF2B5EF4-FFF2-40B4-BE49-F238E27FC236}">
                <a16:creationId xmlns:a16="http://schemas.microsoft.com/office/drawing/2014/main" id="{FEF99207-3135-4798-AF2E-DBB77779A962}"/>
              </a:ext>
            </a:extLst>
          </p:cNvPr>
          <p:cNvSpPr>
            <a:spLocks noGrp="1"/>
          </p:cNvSpPr>
          <p:nvPr>
            <p:ph type="sldNum" sz="quarter" idx="12"/>
          </p:nvPr>
        </p:nvSpPr>
        <p:spPr/>
        <p:txBody>
          <a:bodyPr/>
          <a:lstStyle/>
          <a:p>
            <a:fld id="{D43CDF7F-839A-47CF-8A4B-DD213D9EE588}" type="slidenum">
              <a:rPr lang="ru-UA" smtClean="0"/>
              <a:t>‹#›</a:t>
            </a:fld>
            <a:endParaRPr lang="ru-UA"/>
          </a:p>
        </p:txBody>
      </p:sp>
    </p:spTree>
    <p:extLst>
      <p:ext uri="{BB962C8B-B14F-4D97-AF65-F5344CB8AC3E}">
        <p14:creationId xmlns:p14="http://schemas.microsoft.com/office/powerpoint/2010/main" val="1208936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C99E1F-FB46-4C8D-92FF-455B820510C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u-UA"/>
          </a:p>
        </p:txBody>
      </p:sp>
      <p:sp>
        <p:nvSpPr>
          <p:cNvPr id="3" name="Vertical Text Placeholder 2">
            <a:extLst>
              <a:ext uri="{FF2B5EF4-FFF2-40B4-BE49-F238E27FC236}">
                <a16:creationId xmlns:a16="http://schemas.microsoft.com/office/drawing/2014/main" id="{92F73502-479F-453D-A285-C5D50C052B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4" name="Date Placeholder 3">
            <a:extLst>
              <a:ext uri="{FF2B5EF4-FFF2-40B4-BE49-F238E27FC236}">
                <a16:creationId xmlns:a16="http://schemas.microsoft.com/office/drawing/2014/main" id="{A6EC80C5-3A70-4CAB-8C5A-C44E20D2DD6F}"/>
              </a:ext>
            </a:extLst>
          </p:cNvPr>
          <p:cNvSpPr>
            <a:spLocks noGrp="1"/>
          </p:cNvSpPr>
          <p:nvPr>
            <p:ph type="dt" sz="half" idx="10"/>
          </p:nvPr>
        </p:nvSpPr>
        <p:spPr/>
        <p:txBody>
          <a:bodyPr/>
          <a:lstStyle/>
          <a:p>
            <a:fld id="{31221B86-2A5A-4CF8-80E8-8F0668E963E8}" type="datetimeFigureOut">
              <a:rPr lang="ru-UA" smtClean="0"/>
              <a:t>15.06.2020</a:t>
            </a:fld>
            <a:endParaRPr lang="ru-UA"/>
          </a:p>
        </p:txBody>
      </p:sp>
      <p:sp>
        <p:nvSpPr>
          <p:cNvPr id="5" name="Footer Placeholder 4">
            <a:extLst>
              <a:ext uri="{FF2B5EF4-FFF2-40B4-BE49-F238E27FC236}">
                <a16:creationId xmlns:a16="http://schemas.microsoft.com/office/drawing/2014/main" id="{389339E7-8CDF-46E0-B59F-77BFA5F0951D}"/>
              </a:ext>
            </a:extLst>
          </p:cNvPr>
          <p:cNvSpPr>
            <a:spLocks noGrp="1"/>
          </p:cNvSpPr>
          <p:nvPr>
            <p:ph type="ftr" sz="quarter" idx="11"/>
          </p:nvPr>
        </p:nvSpPr>
        <p:spPr/>
        <p:txBody>
          <a:bodyPr/>
          <a:lstStyle/>
          <a:p>
            <a:endParaRPr lang="ru-UA"/>
          </a:p>
        </p:txBody>
      </p:sp>
      <p:sp>
        <p:nvSpPr>
          <p:cNvPr id="6" name="Slide Number Placeholder 5">
            <a:extLst>
              <a:ext uri="{FF2B5EF4-FFF2-40B4-BE49-F238E27FC236}">
                <a16:creationId xmlns:a16="http://schemas.microsoft.com/office/drawing/2014/main" id="{4FCF11A7-72A6-4E2A-90C1-8B8F1EE6D50E}"/>
              </a:ext>
            </a:extLst>
          </p:cNvPr>
          <p:cNvSpPr>
            <a:spLocks noGrp="1"/>
          </p:cNvSpPr>
          <p:nvPr>
            <p:ph type="sldNum" sz="quarter" idx="12"/>
          </p:nvPr>
        </p:nvSpPr>
        <p:spPr/>
        <p:txBody>
          <a:bodyPr/>
          <a:lstStyle/>
          <a:p>
            <a:fld id="{D43CDF7F-839A-47CF-8A4B-DD213D9EE588}" type="slidenum">
              <a:rPr lang="ru-UA" smtClean="0"/>
              <a:t>‹#›</a:t>
            </a:fld>
            <a:endParaRPr lang="ru-UA"/>
          </a:p>
        </p:txBody>
      </p:sp>
    </p:spTree>
    <p:extLst>
      <p:ext uri="{BB962C8B-B14F-4D97-AF65-F5344CB8AC3E}">
        <p14:creationId xmlns:p14="http://schemas.microsoft.com/office/powerpoint/2010/main" val="1641686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462D89-C463-4C70-A543-5E99FFCF5E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UA"/>
          </a:p>
        </p:txBody>
      </p:sp>
      <p:sp>
        <p:nvSpPr>
          <p:cNvPr id="3" name="Text Placeholder 2">
            <a:extLst>
              <a:ext uri="{FF2B5EF4-FFF2-40B4-BE49-F238E27FC236}">
                <a16:creationId xmlns:a16="http://schemas.microsoft.com/office/drawing/2014/main" id="{D450F98E-949D-4458-AB86-5493C7040C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4" name="Date Placeholder 3">
            <a:extLst>
              <a:ext uri="{FF2B5EF4-FFF2-40B4-BE49-F238E27FC236}">
                <a16:creationId xmlns:a16="http://schemas.microsoft.com/office/drawing/2014/main" id="{664224B3-8D1D-4650-A874-090699575B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221B86-2A5A-4CF8-80E8-8F0668E963E8}" type="datetimeFigureOut">
              <a:rPr lang="ru-UA" smtClean="0"/>
              <a:t>15.06.2020</a:t>
            </a:fld>
            <a:endParaRPr lang="ru-UA"/>
          </a:p>
        </p:txBody>
      </p:sp>
      <p:sp>
        <p:nvSpPr>
          <p:cNvPr id="5" name="Footer Placeholder 4">
            <a:extLst>
              <a:ext uri="{FF2B5EF4-FFF2-40B4-BE49-F238E27FC236}">
                <a16:creationId xmlns:a16="http://schemas.microsoft.com/office/drawing/2014/main" id="{FE3E19E1-2DC9-4795-812A-0878A2C951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UA"/>
          </a:p>
        </p:txBody>
      </p:sp>
      <p:sp>
        <p:nvSpPr>
          <p:cNvPr id="6" name="Slide Number Placeholder 5">
            <a:extLst>
              <a:ext uri="{FF2B5EF4-FFF2-40B4-BE49-F238E27FC236}">
                <a16:creationId xmlns:a16="http://schemas.microsoft.com/office/drawing/2014/main" id="{4DF382D3-E764-4C96-9C6B-54901787B8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3CDF7F-839A-47CF-8A4B-DD213D9EE588}" type="slidenum">
              <a:rPr lang="ru-UA" smtClean="0"/>
              <a:t>‹#›</a:t>
            </a:fld>
            <a:endParaRPr lang="ru-UA"/>
          </a:p>
        </p:txBody>
      </p:sp>
    </p:spTree>
    <p:extLst>
      <p:ext uri="{BB962C8B-B14F-4D97-AF65-F5344CB8AC3E}">
        <p14:creationId xmlns:p14="http://schemas.microsoft.com/office/powerpoint/2010/main" val="1525318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2.xml"/><Relationship Id="rId4" Type="http://schemas.openxmlformats.org/officeDocument/2006/relationships/chart" Target="../charts/chart10.xml"/></Relationships>
</file>

<file path=ppt/slides/_rels/slide9.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chart" Target="../charts/chart12.xml"/><Relationship Id="rId1" Type="http://schemas.openxmlformats.org/officeDocument/2006/relationships/slideLayout" Target="../slideLayouts/slideLayout1.xml"/><Relationship Id="rId4" Type="http://schemas.openxmlformats.org/officeDocument/2006/relationships/chart" Target="../charts/chart14.xml"/></Relationships>
</file>

<file path=ppt/slides/_rels/slide11.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chart" Target="../charts/chart22.xml"/><Relationship Id="rId1" Type="http://schemas.openxmlformats.org/officeDocument/2006/relationships/slideLayout" Target="../slideLayouts/slideLayout1.xml"/><Relationship Id="rId4" Type="http://schemas.openxmlformats.org/officeDocument/2006/relationships/chart" Target="../charts/chart24.xml"/></Relationships>
</file>

<file path=ppt/slides/_rels/slide19.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chart" Target="../charts/chart2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chart" Target="../charts/chart2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chart" Target="../charts/chart34.xml"/><Relationship Id="rId13" Type="http://schemas.openxmlformats.org/officeDocument/2006/relationships/chart" Target="../charts/chart39.xml"/><Relationship Id="rId3" Type="http://schemas.openxmlformats.org/officeDocument/2006/relationships/chart" Target="../charts/chart29.xml"/><Relationship Id="rId7" Type="http://schemas.openxmlformats.org/officeDocument/2006/relationships/chart" Target="../charts/chart33.xml"/><Relationship Id="rId12" Type="http://schemas.openxmlformats.org/officeDocument/2006/relationships/chart" Target="../charts/chart38.xml"/><Relationship Id="rId2" Type="http://schemas.openxmlformats.org/officeDocument/2006/relationships/chart" Target="../charts/chart28.xml"/><Relationship Id="rId1" Type="http://schemas.openxmlformats.org/officeDocument/2006/relationships/slideLayout" Target="../slideLayouts/slideLayout1.xml"/><Relationship Id="rId6" Type="http://schemas.openxmlformats.org/officeDocument/2006/relationships/chart" Target="../charts/chart32.xml"/><Relationship Id="rId11" Type="http://schemas.openxmlformats.org/officeDocument/2006/relationships/chart" Target="../charts/chart37.xml"/><Relationship Id="rId5" Type="http://schemas.openxmlformats.org/officeDocument/2006/relationships/chart" Target="../charts/chart31.xml"/><Relationship Id="rId10" Type="http://schemas.openxmlformats.org/officeDocument/2006/relationships/chart" Target="../charts/chart36.xml"/><Relationship Id="rId4" Type="http://schemas.openxmlformats.org/officeDocument/2006/relationships/chart" Target="../charts/chart30.xml"/><Relationship Id="rId9" Type="http://schemas.openxmlformats.org/officeDocument/2006/relationships/chart" Target="../charts/chart35.xml"/></Relationships>
</file>

<file path=ppt/slides/_rels/slide22.xml.rels><?xml version="1.0" encoding="UTF-8" standalone="yes"?>
<Relationships xmlns="http://schemas.openxmlformats.org/package/2006/relationships"><Relationship Id="rId2" Type="http://schemas.openxmlformats.org/officeDocument/2006/relationships/chart" Target="../charts/chart4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chart" Target="../charts/chart4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chart" Target="../charts/chart4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chart" Target="../charts/chart4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chart" Target="../charts/chart4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chart" Target="../charts/chart4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chart" Target="../charts/chart4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chart" Target="../charts/chart48.xml"/><Relationship Id="rId2" Type="http://schemas.openxmlformats.org/officeDocument/2006/relationships/chart" Target="../charts/chart47.xml"/><Relationship Id="rId1" Type="http://schemas.openxmlformats.org/officeDocument/2006/relationships/slideLayout" Target="../slideLayouts/slideLayout1.xml"/><Relationship Id="rId6" Type="http://schemas.openxmlformats.org/officeDocument/2006/relationships/chart" Target="../charts/chart51.xml"/><Relationship Id="rId5" Type="http://schemas.openxmlformats.org/officeDocument/2006/relationships/chart" Target="../charts/chart50.xml"/><Relationship Id="rId4" Type="http://schemas.openxmlformats.org/officeDocument/2006/relationships/chart" Target="../charts/chart49.xml"/></Relationships>
</file>

<file path=ppt/slides/_rels/slide30.xml.rels><?xml version="1.0" encoding="UTF-8" standalone="yes"?>
<Relationships xmlns="http://schemas.openxmlformats.org/package/2006/relationships"><Relationship Id="rId3" Type="http://schemas.openxmlformats.org/officeDocument/2006/relationships/chart" Target="../charts/chart53.xml"/><Relationship Id="rId2" Type="http://schemas.openxmlformats.org/officeDocument/2006/relationships/chart" Target="../charts/chart52.xml"/><Relationship Id="rId1" Type="http://schemas.openxmlformats.org/officeDocument/2006/relationships/slideLayout" Target="../slideLayouts/slideLayout1.xml"/><Relationship Id="rId4" Type="http://schemas.openxmlformats.org/officeDocument/2006/relationships/chart" Target="../charts/chart54.xml"/></Relationships>
</file>

<file path=ppt/slides/_rels/slide31.xml.rels><?xml version="1.0" encoding="UTF-8" standalone="yes"?>
<Relationships xmlns="http://schemas.openxmlformats.org/package/2006/relationships"><Relationship Id="rId3" Type="http://schemas.openxmlformats.org/officeDocument/2006/relationships/chart" Target="../charts/chart56.xml"/><Relationship Id="rId2" Type="http://schemas.openxmlformats.org/officeDocument/2006/relationships/chart" Target="../charts/chart55.xml"/><Relationship Id="rId1" Type="http://schemas.openxmlformats.org/officeDocument/2006/relationships/slideLayout" Target="../slideLayouts/slideLayout1.xml"/><Relationship Id="rId5" Type="http://schemas.openxmlformats.org/officeDocument/2006/relationships/chart" Target="../charts/chart58.xml"/><Relationship Id="rId4" Type="http://schemas.openxmlformats.org/officeDocument/2006/relationships/chart" Target="../charts/chart57.xml"/></Relationships>
</file>

<file path=ppt/slides/_rels/slide32.xml.rels><?xml version="1.0" encoding="UTF-8" standalone="yes"?>
<Relationships xmlns="http://schemas.openxmlformats.org/package/2006/relationships"><Relationship Id="rId2" Type="http://schemas.openxmlformats.org/officeDocument/2006/relationships/chart" Target="../charts/chart5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chart" Target="../charts/chart61.xml"/><Relationship Id="rId7" Type="http://schemas.openxmlformats.org/officeDocument/2006/relationships/chart" Target="../charts/chart65.xml"/><Relationship Id="rId2" Type="http://schemas.openxmlformats.org/officeDocument/2006/relationships/chart" Target="../charts/chart60.xml"/><Relationship Id="rId1" Type="http://schemas.openxmlformats.org/officeDocument/2006/relationships/slideLayout" Target="../slideLayouts/slideLayout1.xml"/><Relationship Id="rId6" Type="http://schemas.openxmlformats.org/officeDocument/2006/relationships/chart" Target="../charts/chart64.xml"/><Relationship Id="rId5" Type="http://schemas.openxmlformats.org/officeDocument/2006/relationships/chart" Target="../charts/chart63.xml"/><Relationship Id="rId4" Type="http://schemas.openxmlformats.org/officeDocument/2006/relationships/chart" Target="../charts/chart62.xml"/></Relationships>
</file>

<file path=ppt/slides/_rels/slide34.xml.rels><?xml version="1.0" encoding="UTF-8" standalone="yes"?>
<Relationships xmlns="http://schemas.openxmlformats.org/package/2006/relationships"><Relationship Id="rId2" Type="http://schemas.openxmlformats.org/officeDocument/2006/relationships/chart" Target="../charts/chart66.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chart" Target="../charts/chart68.xml"/><Relationship Id="rId2" Type="http://schemas.openxmlformats.org/officeDocument/2006/relationships/chart" Target="../charts/chart67.xml"/><Relationship Id="rId1" Type="http://schemas.openxmlformats.org/officeDocument/2006/relationships/slideLayout" Target="../slideLayouts/slideLayout1.xml"/><Relationship Id="rId5" Type="http://schemas.openxmlformats.org/officeDocument/2006/relationships/chart" Target="../charts/chart70.xml"/><Relationship Id="rId4" Type="http://schemas.openxmlformats.org/officeDocument/2006/relationships/chart" Target="../charts/chart69.xml"/></Relationships>
</file>

<file path=ppt/slides/_rels/slide36.xml.rels><?xml version="1.0" encoding="UTF-8" standalone="yes"?>
<Relationships xmlns="http://schemas.openxmlformats.org/package/2006/relationships"><Relationship Id="rId3" Type="http://schemas.openxmlformats.org/officeDocument/2006/relationships/chart" Target="../charts/chart72.xml"/><Relationship Id="rId2" Type="http://schemas.openxmlformats.org/officeDocument/2006/relationships/chart" Target="../charts/chart71.xml"/><Relationship Id="rId1" Type="http://schemas.openxmlformats.org/officeDocument/2006/relationships/slideLayout" Target="../slideLayouts/slideLayout1.xml"/><Relationship Id="rId5" Type="http://schemas.openxmlformats.org/officeDocument/2006/relationships/chart" Target="../charts/chart74.xml"/><Relationship Id="rId4" Type="http://schemas.openxmlformats.org/officeDocument/2006/relationships/chart" Target="../charts/chart73.xml"/></Relationships>
</file>

<file path=ppt/slides/_rels/slide37.xml.rels><?xml version="1.0" encoding="UTF-8" standalone="yes"?>
<Relationships xmlns="http://schemas.openxmlformats.org/package/2006/relationships"><Relationship Id="rId3" Type="http://schemas.openxmlformats.org/officeDocument/2006/relationships/chart" Target="../charts/chart76.xml"/><Relationship Id="rId2" Type="http://schemas.openxmlformats.org/officeDocument/2006/relationships/chart" Target="../charts/chart75.xml"/><Relationship Id="rId1" Type="http://schemas.openxmlformats.org/officeDocument/2006/relationships/slideLayout" Target="../slideLayouts/slideLayout1.xml"/><Relationship Id="rId5" Type="http://schemas.openxmlformats.org/officeDocument/2006/relationships/chart" Target="../charts/chart78.xml"/><Relationship Id="rId4" Type="http://schemas.openxmlformats.org/officeDocument/2006/relationships/chart" Target="../charts/chart77.xml"/></Relationships>
</file>

<file path=ppt/slides/_rels/slide38.xml.rels><?xml version="1.0" encoding="UTF-8" standalone="yes"?>
<Relationships xmlns="http://schemas.openxmlformats.org/package/2006/relationships"><Relationship Id="rId3" Type="http://schemas.openxmlformats.org/officeDocument/2006/relationships/chart" Target="../charts/chart80.xml"/><Relationship Id="rId2" Type="http://schemas.openxmlformats.org/officeDocument/2006/relationships/chart" Target="../charts/chart79.xml"/><Relationship Id="rId1" Type="http://schemas.openxmlformats.org/officeDocument/2006/relationships/slideLayout" Target="../slideLayouts/slideLayout1.xml"/><Relationship Id="rId5" Type="http://schemas.openxmlformats.org/officeDocument/2006/relationships/chart" Target="../charts/chart82.xml"/><Relationship Id="rId4" Type="http://schemas.openxmlformats.org/officeDocument/2006/relationships/chart" Target="../charts/chart81.xml"/></Relationships>
</file>

<file path=ppt/slides/_rels/slide39.xml.rels><?xml version="1.0" encoding="UTF-8" standalone="yes"?>
<Relationships xmlns="http://schemas.openxmlformats.org/package/2006/relationships"><Relationship Id="rId3" Type="http://schemas.openxmlformats.org/officeDocument/2006/relationships/chart" Target="../charts/chart84.xml"/><Relationship Id="rId2" Type="http://schemas.openxmlformats.org/officeDocument/2006/relationships/chart" Target="../charts/chart83.xml"/><Relationship Id="rId1" Type="http://schemas.openxmlformats.org/officeDocument/2006/relationships/slideLayout" Target="../slideLayouts/slideLayout1.xml"/><Relationship Id="rId6" Type="http://schemas.openxmlformats.org/officeDocument/2006/relationships/chart" Target="../charts/chart87.xml"/><Relationship Id="rId5" Type="http://schemas.openxmlformats.org/officeDocument/2006/relationships/chart" Target="../charts/chart86.xml"/><Relationship Id="rId4" Type="http://schemas.openxmlformats.org/officeDocument/2006/relationships/chart" Target="../charts/chart85.xml"/></Relationships>
</file>

<file path=ppt/slides/_rels/slide40.xml.rels><?xml version="1.0" encoding="UTF-8" standalone="yes"?>
<Relationships xmlns="http://schemas.openxmlformats.org/package/2006/relationships"><Relationship Id="rId2" Type="http://schemas.openxmlformats.org/officeDocument/2006/relationships/hyperlink" Target="https://youtu.be/IDuQyCdywSU" TargetMode="Externa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chart" Target="../charts/chart89.xml"/><Relationship Id="rId7" Type="http://schemas.openxmlformats.org/officeDocument/2006/relationships/chart" Target="../charts/chart93.xml"/><Relationship Id="rId2" Type="http://schemas.openxmlformats.org/officeDocument/2006/relationships/chart" Target="../charts/chart88.xml"/><Relationship Id="rId1" Type="http://schemas.openxmlformats.org/officeDocument/2006/relationships/slideLayout" Target="../slideLayouts/slideLayout1.xml"/><Relationship Id="rId6" Type="http://schemas.openxmlformats.org/officeDocument/2006/relationships/chart" Target="../charts/chart92.xml"/><Relationship Id="rId5" Type="http://schemas.openxmlformats.org/officeDocument/2006/relationships/chart" Target="../charts/chart91.xml"/><Relationship Id="rId4" Type="http://schemas.openxmlformats.org/officeDocument/2006/relationships/chart" Target="../charts/chart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1E2323F9-CEA1-4E01-B585-70975C185474}"/>
              </a:ext>
            </a:extLst>
          </p:cNvPr>
          <p:cNvGraphicFramePr/>
          <p:nvPr>
            <p:extLst>
              <p:ext uri="{D42A27DB-BD31-4B8C-83A1-F6EECF244321}">
                <p14:modId xmlns:p14="http://schemas.microsoft.com/office/powerpoint/2010/main" val="1744105753"/>
              </p:ext>
            </p:extLst>
          </p:nvPr>
        </p:nvGraphicFramePr>
        <p:xfrm>
          <a:off x="1605618" y="1027108"/>
          <a:ext cx="9152068" cy="5364480"/>
        </p:xfrm>
        <a:graphic>
          <a:graphicData uri="http://schemas.openxmlformats.org/drawingml/2006/chart">
            <c:chart xmlns:c="http://schemas.openxmlformats.org/drawingml/2006/chart" xmlns:r="http://schemas.openxmlformats.org/officeDocument/2006/relationships" r:id="rId2"/>
          </a:graphicData>
        </a:graphic>
      </p:graphicFrame>
      <p:sp>
        <p:nvSpPr>
          <p:cNvPr id="20" name="TextBox 19">
            <a:extLst>
              <a:ext uri="{FF2B5EF4-FFF2-40B4-BE49-F238E27FC236}">
                <a16:creationId xmlns:a16="http://schemas.microsoft.com/office/drawing/2014/main" id="{1919B8CA-DC09-4AE8-9FBD-EDE9C081973F}"/>
              </a:ext>
            </a:extLst>
          </p:cNvPr>
          <p:cNvSpPr txBox="1"/>
          <p:nvPr/>
        </p:nvSpPr>
        <p:spPr>
          <a:xfrm>
            <a:off x="3245702" y="333188"/>
            <a:ext cx="5700600" cy="461665"/>
          </a:xfrm>
          <a:prstGeom prst="rect">
            <a:avLst/>
          </a:prstGeom>
          <a:noFill/>
        </p:spPr>
        <p:txBody>
          <a:bodyPr wrap="none" rtlCol="0">
            <a:spAutoFit/>
          </a:bodyPr>
          <a:lstStyle/>
          <a:p>
            <a:pPr algn="ctr"/>
            <a:r>
              <a:rPr lang="en-US" sz="2400">
                <a:latin typeface="Montserrat SemiBold" panose="00000700000000000000" pitchFamily="50" charset="-52"/>
              </a:rPr>
              <a:t>EDITABLE COLUMN INFOGRAPHIC</a:t>
            </a:r>
            <a:endParaRPr lang="ru-UA" sz="2400">
              <a:latin typeface="Montserrat SemiBold" panose="00000700000000000000" pitchFamily="50" charset="-52"/>
            </a:endParaRPr>
          </a:p>
        </p:txBody>
      </p:sp>
      <p:sp>
        <p:nvSpPr>
          <p:cNvPr id="21" name="TextBox 20">
            <a:extLst>
              <a:ext uri="{FF2B5EF4-FFF2-40B4-BE49-F238E27FC236}">
                <a16:creationId xmlns:a16="http://schemas.microsoft.com/office/drawing/2014/main" id="{A811E092-D49C-49FA-B3CB-9E3E5BC748DF}"/>
              </a:ext>
            </a:extLst>
          </p:cNvPr>
          <p:cNvSpPr txBox="1"/>
          <p:nvPr/>
        </p:nvSpPr>
        <p:spPr>
          <a:xfrm>
            <a:off x="5258273"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1277825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6">
                                            <p:graphicEl>
                                              <a:chart seriesIdx="-3" categoryIdx="-3" bldStep="gridLegend"/>
                                            </p:graphicEl>
                                          </p:spTgt>
                                        </p:tgtEl>
                                        <p:attrNameLst>
                                          <p:attrName>style.visibility</p:attrName>
                                        </p:attrNameLst>
                                      </p:cBhvr>
                                      <p:to>
                                        <p:strVal val="visible"/>
                                      </p:to>
                                    </p:set>
                                    <p:anim calcmode="lin" valueType="num">
                                      <p:cBhvr additive="base">
                                        <p:cTn id="7" dur="1000" fill="hold"/>
                                        <p:tgtEl>
                                          <p:spTgt spid="6">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cBhvr additive="base">
                                        <p:cTn id="8" dur="1000" fill="hold"/>
                                        <p:tgtEl>
                                          <p:spTgt spid="6">
                                            <p:graphicEl>
                                              <a:chart seriesIdx="-3" categoryIdx="-3" bldStep="gridLegend"/>
                                            </p:graphicEl>
                                          </p:spTgt>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250"/>
                                  </p:stCondLst>
                                  <p:childTnLst>
                                    <p:set>
                                      <p:cBhvr>
                                        <p:cTn id="10" dur="1" fill="hold">
                                          <p:stCondLst>
                                            <p:cond delay="0"/>
                                          </p:stCondLst>
                                        </p:cTn>
                                        <p:tgtEl>
                                          <p:spTgt spid="6">
                                            <p:graphicEl>
                                              <a:chart seriesIdx="0" categoryIdx="0" bldStep="ptInSeries"/>
                                            </p:graphicEl>
                                          </p:spTgt>
                                        </p:tgtEl>
                                        <p:attrNameLst>
                                          <p:attrName>style.visibility</p:attrName>
                                        </p:attrNameLst>
                                      </p:cBhvr>
                                      <p:to>
                                        <p:strVal val="visible"/>
                                      </p:to>
                                    </p:set>
                                    <p:anim calcmode="lin" valueType="num">
                                      <p:cBhvr additive="base">
                                        <p:cTn id="11" dur="1000" fill="hold"/>
                                        <p:tgtEl>
                                          <p:spTgt spid="6">
                                            <p:graphicEl>
                                              <a:chart seriesIdx="0"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12" dur="1000" fill="hold"/>
                                        <p:tgtEl>
                                          <p:spTgt spid="6">
                                            <p:graphicEl>
                                              <a:chart seriesIdx="0" categoryIdx="0" bldStep="ptInSeries"/>
                                            </p:graphicEl>
                                          </p:spTgt>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500"/>
                                  </p:stCondLst>
                                  <p:childTnLst>
                                    <p:set>
                                      <p:cBhvr>
                                        <p:cTn id="14" dur="1" fill="hold">
                                          <p:stCondLst>
                                            <p:cond delay="0"/>
                                          </p:stCondLst>
                                        </p:cTn>
                                        <p:tgtEl>
                                          <p:spTgt spid="6">
                                            <p:graphicEl>
                                              <a:chart seriesIdx="1" categoryIdx="0" bldStep="ptInSeries"/>
                                            </p:graphicEl>
                                          </p:spTgt>
                                        </p:tgtEl>
                                        <p:attrNameLst>
                                          <p:attrName>style.visibility</p:attrName>
                                        </p:attrNameLst>
                                      </p:cBhvr>
                                      <p:to>
                                        <p:strVal val="visible"/>
                                      </p:to>
                                    </p:set>
                                    <p:anim calcmode="lin" valueType="num">
                                      <p:cBhvr additive="base">
                                        <p:cTn id="15" dur="1000" fill="hold"/>
                                        <p:tgtEl>
                                          <p:spTgt spid="6">
                                            <p:graphicEl>
                                              <a:chart seriesIdx="1"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16" dur="1000" fill="hold"/>
                                        <p:tgtEl>
                                          <p:spTgt spid="6">
                                            <p:graphicEl>
                                              <a:chart seriesIdx="1" categoryIdx="0" bldStep="ptInSeries"/>
                                            </p:graphicEl>
                                          </p:spTgt>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750"/>
                                  </p:stCondLst>
                                  <p:childTnLst>
                                    <p:set>
                                      <p:cBhvr>
                                        <p:cTn id="18" dur="1" fill="hold">
                                          <p:stCondLst>
                                            <p:cond delay="0"/>
                                          </p:stCondLst>
                                        </p:cTn>
                                        <p:tgtEl>
                                          <p:spTgt spid="6">
                                            <p:graphicEl>
                                              <a:chart seriesIdx="2" categoryIdx="0" bldStep="ptInSeries"/>
                                            </p:graphicEl>
                                          </p:spTgt>
                                        </p:tgtEl>
                                        <p:attrNameLst>
                                          <p:attrName>style.visibility</p:attrName>
                                        </p:attrNameLst>
                                      </p:cBhvr>
                                      <p:to>
                                        <p:strVal val="visible"/>
                                      </p:to>
                                    </p:set>
                                    <p:anim calcmode="lin" valueType="num">
                                      <p:cBhvr additive="base">
                                        <p:cTn id="19" dur="1000" fill="hold"/>
                                        <p:tgtEl>
                                          <p:spTgt spid="6">
                                            <p:graphicEl>
                                              <a:chart seriesIdx="2"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20" dur="1000" fill="hold"/>
                                        <p:tgtEl>
                                          <p:spTgt spid="6">
                                            <p:graphicEl>
                                              <a:chart seriesIdx="2" categoryIdx="0" bldStep="ptInSeries"/>
                                            </p:graphicEl>
                                          </p:spTgt>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p:stCondLst>
                                    <p:cond delay="1000"/>
                                  </p:stCondLst>
                                  <p:childTnLst>
                                    <p:set>
                                      <p:cBhvr>
                                        <p:cTn id="22" dur="1" fill="hold">
                                          <p:stCondLst>
                                            <p:cond delay="0"/>
                                          </p:stCondLst>
                                        </p:cTn>
                                        <p:tgtEl>
                                          <p:spTgt spid="6">
                                            <p:graphicEl>
                                              <a:chart seriesIdx="3" categoryIdx="0" bldStep="ptInSeries"/>
                                            </p:graphicEl>
                                          </p:spTgt>
                                        </p:tgtEl>
                                        <p:attrNameLst>
                                          <p:attrName>style.visibility</p:attrName>
                                        </p:attrNameLst>
                                      </p:cBhvr>
                                      <p:to>
                                        <p:strVal val="visible"/>
                                      </p:to>
                                    </p:set>
                                    <p:anim calcmode="lin" valueType="num">
                                      <p:cBhvr additive="base">
                                        <p:cTn id="23" dur="1000" fill="hold"/>
                                        <p:tgtEl>
                                          <p:spTgt spid="6">
                                            <p:graphicEl>
                                              <a:chart seriesIdx="3"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24" dur="1000" fill="hold"/>
                                        <p:tgtEl>
                                          <p:spTgt spid="6">
                                            <p:graphicEl>
                                              <a:chart seriesIdx="3" categoryIdx="0" bldStep="ptInSeries"/>
                                            </p:graphicEl>
                                          </p:spTgt>
                                        </p:tgtEl>
                                        <p:attrNameLst>
                                          <p:attrName>ppt_y</p:attrName>
                                        </p:attrNameLst>
                                      </p:cBhvr>
                                      <p:tavLst>
                                        <p:tav tm="0">
                                          <p:val>
                                            <p:strVal val="1+#ppt_h/2"/>
                                          </p:val>
                                        </p:tav>
                                        <p:tav tm="100000">
                                          <p:val>
                                            <p:strVal val="#ppt_y"/>
                                          </p:val>
                                        </p:tav>
                                      </p:tavLst>
                                    </p:anim>
                                  </p:childTnLst>
                                </p:cTn>
                              </p:par>
                              <p:par>
                                <p:cTn id="25" presetID="2" presetClass="entr" presetSubtype="4" decel="100000" fill="hold" grpId="0" nodeType="withEffect">
                                  <p:stCondLst>
                                    <p:cond delay="1250"/>
                                  </p:stCondLst>
                                  <p:childTnLst>
                                    <p:set>
                                      <p:cBhvr>
                                        <p:cTn id="26" dur="1" fill="hold">
                                          <p:stCondLst>
                                            <p:cond delay="0"/>
                                          </p:stCondLst>
                                        </p:cTn>
                                        <p:tgtEl>
                                          <p:spTgt spid="6">
                                            <p:graphicEl>
                                              <a:chart seriesIdx="4" categoryIdx="0" bldStep="ptInSeries"/>
                                            </p:graphicEl>
                                          </p:spTgt>
                                        </p:tgtEl>
                                        <p:attrNameLst>
                                          <p:attrName>style.visibility</p:attrName>
                                        </p:attrNameLst>
                                      </p:cBhvr>
                                      <p:to>
                                        <p:strVal val="visible"/>
                                      </p:to>
                                    </p:set>
                                    <p:anim calcmode="lin" valueType="num">
                                      <p:cBhvr additive="base">
                                        <p:cTn id="27" dur="1000" fill="hold"/>
                                        <p:tgtEl>
                                          <p:spTgt spid="6">
                                            <p:graphicEl>
                                              <a:chart seriesIdx="4"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28" dur="1000" fill="hold"/>
                                        <p:tgtEl>
                                          <p:spTgt spid="6">
                                            <p:graphicEl>
                                              <a:chart seriesIdx="4" categoryIdx="0" bldStep="ptInSeries"/>
                                            </p:graphicEl>
                                          </p:spTgt>
                                        </p:tgtEl>
                                        <p:attrNameLst>
                                          <p:attrName>ppt_y</p:attrName>
                                        </p:attrNameLst>
                                      </p:cBhvr>
                                      <p:tavLst>
                                        <p:tav tm="0">
                                          <p:val>
                                            <p:strVal val="1+#ppt_h/2"/>
                                          </p:val>
                                        </p:tav>
                                        <p:tav tm="100000">
                                          <p:val>
                                            <p:strVal val="#ppt_y"/>
                                          </p:val>
                                        </p:tav>
                                      </p:tavLst>
                                    </p:anim>
                                  </p:childTnLst>
                                </p:cTn>
                              </p:par>
                              <p:par>
                                <p:cTn id="29" presetID="2" presetClass="entr" presetSubtype="4" decel="100000" fill="hold" grpId="0" nodeType="withEffect">
                                  <p:stCondLst>
                                    <p:cond delay="1500"/>
                                  </p:stCondLst>
                                  <p:childTnLst>
                                    <p:set>
                                      <p:cBhvr>
                                        <p:cTn id="30" dur="1" fill="hold">
                                          <p:stCondLst>
                                            <p:cond delay="0"/>
                                          </p:stCondLst>
                                        </p:cTn>
                                        <p:tgtEl>
                                          <p:spTgt spid="6">
                                            <p:graphicEl>
                                              <a:chart seriesIdx="5" categoryIdx="0" bldStep="ptInSeries"/>
                                            </p:graphicEl>
                                          </p:spTgt>
                                        </p:tgtEl>
                                        <p:attrNameLst>
                                          <p:attrName>style.visibility</p:attrName>
                                        </p:attrNameLst>
                                      </p:cBhvr>
                                      <p:to>
                                        <p:strVal val="visible"/>
                                      </p:to>
                                    </p:set>
                                    <p:anim calcmode="lin" valueType="num">
                                      <p:cBhvr additive="base">
                                        <p:cTn id="31" dur="1000" fill="hold"/>
                                        <p:tgtEl>
                                          <p:spTgt spid="6">
                                            <p:graphicEl>
                                              <a:chart seriesIdx="5"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32" dur="1000" fill="hold"/>
                                        <p:tgtEl>
                                          <p:spTgt spid="6">
                                            <p:graphicEl>
                                              <a:chart seriesIdx="5" categoryIdx="0" bldStep="ptInSeries"/>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Chart bld="seriesEl"/>
        </p:bldSub>
      </p:bldGraphic>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3204F7BB-D32B-406F-8FF6-FE0EDBD4BB6D}"/>
              </a:ext>
            </a:extLst>
          </p:cNvPr>
          <p:cNvSpPr/>
          <p:nvPr/>
        </p:nvSpPr>
        <p:spPr>
          <a:xfrm>
            <a:off x="4493765" y="1464987"/>
            <a:ext cx="596132" cy="4375286"/>
          </a:xfrm>
          <a:prstGeom prst="roundRect">
            <a:avLst>
              <a:gd name="adj" fmla="val 50000"/>
            </a:avLst>
          </a:prstGeom>
          <a:solidFill>
            <a:schemeClr val="bg2">
              <a:lumMod val="95000"/>
            </a:schemeClr>
          </a:solidFill>
          <a:ln>
            <a:noFill/>
          </a:ln>
          <a:effectLst>
            <a:innerShdw blurRad="114300">
              <a:prstClr val="black">
                <a:alpha val="2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4" name="Rectangle: Rounded Corners 3">
            <a:extLst>
              <a:ext uri="{FF2B5EF4-FFF2-40B4-BE49-F238E27FC236}">
                <a16:creationId xmlns:a16="http://schemas.microsoft.com/office/drawing/2014/main" id="{6987CCAD-CC53-4463-B723-558C103199E5}"/>
              </a:ext>
            </a:extLst>
          </p:cNvPr>
          <p:cNvSpPr/>
          <p:nvPr/>
        </p:nvSpPr>
        <p:spPr>
          <a:xfrm>
            <a:off x="3461770" y="1464988"/>
            <a:ext cx="625941" cy="4594062"/>
          </a:xfrm>
          <a:prstGeom prst="roundRect">
            <a:avLst>
              <a:gd name="adj" fmla="val 50000"/>
            </a:avLst>
          </a:prstGeom>
          <a:solidFill>
            <a:schemeClr val="bg2">
              <a:lumMod val="90000"/>
              <a:lumOff val="10000"/>
            </a:schemeClr>
          </a:solidFill>
          <a:ln>
            <a:noFill/>
          </a:ln>
          <a:effectLst>
            <a:innerShdw blurRad="114300">
              <a:prstClr val="black">
                <a:alpha val="7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5" name="Rectangle: Rounded Corners 4">
            <a:extLst>
              <a:ext uri="{FF2B5EF4-FFF2-40B4-BE49-F238E27FC236}">
                <a16:creationId xmlns:a16="http://schemas.microsoft.com/office/drawing/2014/main" id="{8F0CF637-A224-4ED2-9CD5-1C61522EAC89}"/>
              </a:ext>
            </a:extLst>
          </p:cNvPr>
          <p:cNvSpPr/>
          <p:nvPr/>
        </p:nvSpPr>
        <p:spPr>
          <a:xfrm>
            <a:off x="4463956" y="1464988"/>
            <a:ext cx="625941" cy="4594062"/>
          </a:xfrm>
          <a:prstGeom prst="roundRect">
            <a:avLst>
              <a:gd name="adj" fmla="val 50000"/>
            </a:avLst>
          </a:prstGeom>
          <a:solidFill>
            <a:schemeClr val="bg2">
              <a:lumMod val="90000"/>
              <a:lumOff val="10000"/>
            </a:schemeClr>
          </a:solidFill>
          <a:ln>
            <a:noFill/>
          </a:ln>
          <a:effectLst>
            <a:innerShdw blurRad="114300">
              <a:prstClr val="black">
                <a:alpha val="7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6" name="Rectangle: Rounded Corners 5">
            <a:extLst>
              <a:ext uri="{FF2B5EF4-FFF2-40B4-BE49-F238E27FC236}">
                <a16:creationId xmlns:a16="http://schemas.microsoft.com/office/drawing/2014/main" id="{9C207A94-EE74-4711-8D5F-0572C63CE6EB}"/>
              </a:ext>
            </a:extLst>
          </p:cNvPr>
          <p:cNvSpPr/>
          <p:nvPr/>
        </p:nvSpPr>
        <p:spPr>
          <a:xfrm>
            <a:off x="5470059" y="1464988"/>
            <a:ext cx="625941" cy="4594062"/>
          </a:xfrm>
          <a:prstGeom prst="roundRect">
            <a:avLst>
              <a:gd name="adj" fmla="val 50000"/>
            </a:avLst>
          </a:prstGeom>
          <a:solidFill>
            <a:schemeClr val="bg2">
              <a:lumMod val="90000"/>
              <a:lumOff val="10000"/>
            </a:schemeClr>
          </a:solidFill>
          <a:ln>
            <a:noFill/>
          </a:ln>
          <a:effectLst>
            <a:innerShdw blurRad="114300">
              <a:prstClr val="black">
                <a:alpha val="7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7" name="Rectangle: Rounded Corners 6">
            <a:extLst>
              <a:ext uri="{FF2B5EF4-FFF2-40B4-BE49-F238E27FC236}">
                <a16:creationId xmlns:a16="http://schemas.microsoft.com/office/drawing/2014/main" id="{C20408F1-BF63-4E22-9D7C-0646388A0E3B}"/>
              </a:ext>
            </a:extLst>
          </p:cNvPr>
          <p:cNvSpPr/>
          <p:nvPr/>
        </p:nvSpPr>
        <p:spPr>
          <a:xfrm>
            <a:off x="6476161" y="1464988"/>
            <a:ext cx="625941" cy="4594062"/>
          </a:xfrm>
          <a:prstGeom prst="roundRect">
            <a:avLst>
              <a:gd name="adj" fmla="val 50000"/>
            </a:avLst>
          </a:prstGeom>
          <a:solidFill>
            <a:schemeClr val="bg2">
              <a:lumMod val="90000"/>
              <a:lumOff val="10000"/>
            </a:schemeClr>
          </a:solidFill>
          <a:ln>
            <a:noFill/>
          </a:ln>
          <a:effectLst>
            <a:innerShdw blurRad="114300">
              <a:prstClr val="black">
                <a:alpha val="7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8" name="Rectangle: Rounded Corners 7">
            <a:extLst>
              <a:ext uri="{FF2B5EF4-FFF2-40B4-BE49-F238E27FC236}">
                <a16:creationId xmlns:a16="http://schemas.microsoft.com/office/drawing/2014/main" id="{0B80F289-9425-47DE-82DC-2C9727B39145}"/>
              </a:ext>
            </a:extLst>
          </p:cNvPr>
          <p:cNvSpPr/>
          <p:nvPr/>
        </p:nvSpPr>
        <p:spPr>
          <a:xfrm>
            <a:off x="7495329" y="1464988"/>
            <a:ext cx="625941" cy="4594062"/>
          </a:xfrm>
          <a:prstGeom prst="roundRect">
            <a:avLst>
              <a:gd name="adj" fmla="val 50000"/>
            </a:avLst>
          </a:prstGeom>
          <a:solidFill>
            <a:schemeClr val="bg2">
              <a:lumMod val="90000"/>
              <a:lumOff val="10000"/>
            </a:schemeClr>
          </a:solidFill>
          <a:ln>
            <a:noFill/>
          </a:ln>
          <a:effectLst>
            <a:innerShdw blurRad="114300">
              <a:prstClr val="black">
                <a:alpha val="7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9" name="Rectangle: Rounded Corners 8">
            <a:extLst>
              <a:ext uri="{FF2B5EF4-FFF2-40B4-BE49-F238E27FC236}">
                <a16:creationId xmlns:a16="http://schemas.microsoft.com/office/drawing/2014/main" id="{0FD82B7D-CAD1-48C6-9499-E30CF898795E}"/>
              </a:ext>
            </a:extLst>
          </p:cNvPr>
          <p:cNvSpPr/>
          <p:nvPr/>
        </p:nvSpPr>
        <p:spPr>
          <a:xfrm>
            <a:off x="8514497" y="1464988"/>
            <a:ext cx="625941" cy="4594062"/>
          </a:xfrm>
          <a:prstGeom prst="roundRect">
            <a:avLst>
              <a:gd name="adj" fmla="val 50000"/>
            </a:avLst>
          </a:prstGeom>
          <a:solidFill>
            <a:schemeClr val="bg2">
              <a:lumMod val="90000"/>
              <a:lumOff val="10000"/>
            </a:schemeClr>
          </a:solidFill>
          <a:ln>
            <a:noFill/>
          </a:ln>
          <a:effectLst>
            <a:innerShdw blurRad="114300">
              <a:prstClr val="black">
                <a:alpha val="7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aphicFrame>
        <p:nvGraphicFramePr>
          <p:cNvPr id="10" name="Chart 9">
            <a:extLst>
              <a:ext uri="{FF2B5EF4-FFF2-40B4-BE49-F238E27FC236}">
                <a16:creationId xmlns:a16="http://schemas.microsoft.com/office/drawing/2014/main" id="{3C4A95D8-8E88-430B-BDE4-1B3BF0A4D76B}"/>
              </a:ext>
            </a:extLst>
          </p:cNvPr>
          <p:cNvGraphicFramePr/>
          <p:nvPr>
            <p:extLst>
              <p:ext uri="{D42A27DB-BD31-4B8C-83A1-F6EECF244321}">
                <p14:modId xmlns:p14="http://schemas.microsoft.com/office/powerpoint/2010/main" val="2952669521"/>
              </p:ext>
            </p:extLst>
          </p:nvPr>
        </p:nvGraphicFramePr>
        <p:xfrm>
          <a:off x="2425620" y="1316461"/>
          <a:ext cx="7340759" cy="4893839"/>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00EEC253-0A29-47F4-B92B-F77B2FFDD190}"/>
              </a:ext>
            </a:extLst>
          </p:cNvPr>
          <p:cNvSpPr txBox="1"/>
          <p:nvPr/>
        </p:nvSpPr>
        <p:spPr>
          <a:xfrm>
            <a:off x="3245702" y="333188"/>
            <a:ext cx="5700600" cy="461665"/>
          </a:xfrm>
          <a:prstGeom prst="rect">
            <a:avLst/>
          </a:prstGeom>
          <a:noFill/>
        </p:spPr>
        <p:txBody>
          <a:bodyPr wrap="none" rtlCol="0">
            <a:spAutoFit/>
          </a:bodyPr>
          <a:lstStyle/>
          <a:p>
            <a:pPr algn="ctr"/>
            <a:r>
              <a:rPr lang="en-US" sz="2400">
                <a:latin typeface="Montserrat SemiBold" panose="00000700000000000000" pitchFamily="50" charset="-52"/>
              </a:rPr>
              <a:t>EDITABLE COLUMN INFOGRAPHIC</a:t>
            </a:r>
            <a:endParaRPr lang="ru-UA" sz="2400">
              <a:latin typeface="Montserrat SemiBold" panose="00000700000000000000" pitchFamily="50" charset="-52"/>
            </a:endParaRPr>
          </a:p>
        </p:txBody>
      </p:sp>
      <p:sp>
        <p:nvSpPr>
          <p:cNvPr id="12" name="TextBox 11">
            <a:extLst>
              <a:ext uri="{FF2B5EF4-FFF2-40B4-BE49-F238E27FC236}">
                <a16:creationId xmlns:a16="http://schemas.microsoft.com/office/drawing/2014/main" id="{4B942DB0-A5B3-41E2-8195-404C39906606}"/>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
        <p:nvSpPr>
          <p:cNvPr id="13" name="Text Placeholder 36">
            <a:extLst>
              <a:ext uri="{FF2B5EF4-FFF2-40B4-BE49-F238E27FC236}">
                <a16:creationId xmlns:a16="http://schemas.microsoft.com/office/drawing/2014/main" id="{1008ECAA-B86B-40FE-ADDC-970306844FFB}"/>
              </a:ext>
            </a:extLst>
          </p:cNvPr>
          <p:cNvSpPr txBox="1">
            <a:spLocks/>
          </p:cNvSpPr>
          <p:nvPr/>
        </p:nvSpPr>
        <p:spPr>
          <a:xfrm>
            <a:off x="3461770" y="6169612"/>
            <a:ext cx="607614" cy="35520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600" b="0">
                <a:latin typeface="Montserrat Light" panose="00000400000000000000" pitchFamily="50" charset="-52"/>
              </a:rPr>
              <a:t>70%</a:t>
            </a:r>
          </a:p>
        </p:txBody>
      </p:sp>
      <p:sp>
        <p:nvSpPr>
          <p:cNvPr id="14" name="Text Placeholder 36">
            <a:extLst>
              <a:ext uri="{FF2B5EF4-FFF2-40B4-BE49-F238E27FC236}">
                <a16:creationId xmlns:a16="http://schemas.microsoft.com/office/drawing/2014/main" id="{27355C28-190C-4329-90AE-39FE7D9A7423}"/>
              </a:ext>
            </a:extLst>
          </p:cNvPr>
          <p:cNvSpPr txBox="1">
            <a:spLocks/>
          </p:cNvSpPr>
          <p:nvPr/>
        </p:nvSpPr>
        <p:spPr>
          <a:xfrm>
            <a:off x="4497282" y="6169612"/>
            <a:ext cx="607614" cy="35520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600" b="0">
                <a:solidFill>
                  <a:schemeClr val="accent2"/>
                </a:solidFill>
                <a:latin typeface="Montserrat Light" panose="00000400000000000000" pitchFamily="50" charset="-52"/>
              </a:rPr>
              <a:t>50%</a:t>
            </a:r>
          </a:p>
        </p:txBody>
      </p:sp>
      <p:sp>
        <p:nvSpPr>
          <p:cNvPr id="15" name="Text Placeholder 36">
            <a:extLst>
              <a:ext uri="{FF2B5EF4-FFF2-40B4-BE49-F238E27FC236}">
                <a16:creationId xmlns:a16="http://schemas.microsoft.com/office/drawing/2014/main" id="{52C32ADA-ED18-44D2-AD86-09D78B6859A0}"/>
              </a:ext>
            </a:extLst>
          </p:cNvPr>
          <p:cNvSpPr txBox="1">
            <a:spLocks/>
          </p:cNvSpPr>
          <p:nvPr/>
        </p:nvSpPr>
        <p:spPr>
          <a:xfrm>
            <a:off x="5508572" y="6169612"/>
            <a:ext cx="607614" cy="35520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600" b="0">
                <a:solidFill>
                  <a:schemeClr val="accent3"/>
                </a:solidFill>
                <a:latin typeface="Montserrat Light" panose="00000400000000000000" pitchFamily="50" charset="-52"/>
              </a:rPr>
              <a:t>30%</a:t>
            </a:r>
          </a:p>
        </p:txBody>
      </p:sp>
      <p:sp>
        <p:nvSpPr>
          <p:cNvPr id="16" name="Text Placeholder 36">
            <a:extLst>
              <a:ext uri="{FF2B5EF4-FFF2-40B4-BE49-F238E27FC236}">
                <a16:creationId xmlns:a16="http://schemas.microsoft.com/office/drawing/2014/main" id="{A281C90A-A4DB-43E9-97C1-024C9E0B6D61}"/>
              </a:ext>
            </a:extLst>
          </p:cNvPr>
          <p:cNvSpPr txBox="1">
            <a:spLocks/>
          </p:cNvSpPr>
          <p:nvPr/>
        </p:nvSpPr>
        <p:spPr>
          <a:xfrm>
            <a:off x="6501695" y="6169612"/>
            <a:ext cx="607614" cy="35520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600" b="0">
                <a:solidFill>
                  <a:schemeClr val="accent4"/>
                </a:solidFill>
                <a:latin typeface="Montserrat Light" panose="00000400000000000000" pitchFamily="50" charset="-52"/>
              </a:rPr>
              <a:t>45%</a:t>
            </a:r>
          </a:p>
        </p:txBody>
      </p:sp>
      <p:sp>
        <p:nvSpPr>
          <p:cNvPr id="17" name="Text Placeholder 36">
            <a:extLst>
              <a:ext uri="{FF2B5EF4-FFF2-40B4-BE49-F238E27FC236}">
                <a16:creationId xmlns:a16="http://schemas.microsoft.com/office/drawing/2014/main" id="{E29237D5-BF11-4ECE-BEFF-A686D6A5ED5F}"/>
              </a:ext>
            </a:extLst>
          </p:cNvPr>
          <p:cNvSpPr txBox="1">
            <a:spLocks/>
          </p:cNvSpPr>
          <p:nvPr/>
        </p:nvSpPr>
        <p:spPr>
          <a:xfrm>
            <a:off x="7525097" y="6169612"/>
            <a:ext cx="607614" cy="35520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600" b="0">
                <a:solidFill>
                  <a:schemeClr val="accent5"/>
                </a:solidFill>
                <a:latin typeface="Montserrat Light" panose="00000400000000000000" pitchFamily="50" charset="-52"/>
              </a:rPr>
              <a:t>65%</a:t>
            </a:r>
          </a:p>
        </p:txBody>
      </p:sp>
      <p:sp>
        <p:nvSpPr>
          <p:cNvPr id="18" name="Text Placeholder 36">
            <a:extLst>
              <a:ext uri="{FF2B5EF4-FFF2-40B4-BE49-F238E27FC236}">
                <a16:creationId xmlns:a16="http://schemas.microsoft.com/office/drawing/2014/main" id="{706EA649-1777-4792-B144-2E582386A5CF}"/>
              </a:ext>
            </a:extLst>
          </p:cNvPr>
          <p:cNvSpPr txBox="1">
            <a:spLocks/>
          </p:cNvSpPr>
          <p:nvPr/>
        </p:nvSpPr>
        <p:spPr>
          <a:xfrm>
            <a:off x="8560610" y="6169612"/>
            <a:ext cx="607614" cy="35520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600" b="0">
                <a:solidFill>
                  <a:schemeClr val="accent6"/>
                </a:solidFill>
                <a:latin typeface="Montserrat Light" panose="00000400000000000000" pitchFamily="50" charset="-52"/>
              </a:rPr>
              <a:t>25%</a:t>
            </a:r>
          </a:p>
        </p:txBody>
      </p:sp>
    </p:spTree>
    <p:extLst>
      <p:ext uri="{BB962C8B-B14F-4D97-AF65-F5344CB8AC3E}">
        <p14:creationId xmlns:p14="http://schemas.microsoft.com/office/powerpoint/2010/main" val="768819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0">
                                            <p:graphicEl>
                                              <a:chart seriesIdx="-3" categoryIdx="-3" bldStep="gridLegend"/>
                                            </p:graphicEl>
                                          </p:spTgt>
                                        </p:tgtEl>
                                        <p:attrNameLst>
                                          <p:attrName>style.visibility</p:attrName>
                                        </p:attrNameLst>
                                      </p:cBhvr>
                                      <p:to>
                                        <p:strVal val="visible"/>
                                      </p:to>
                                    </p:set>
                                    <p:anim calcmode="lin" valueType="num">
                                      <p:cBhvr additive="base">
                                        <p:cTn id="7" dur="750" fill="hold"/>
                                        <p:tgtEl>
                                          <p:spTgt spid="10">
                                            <p:graphicEl>
                                              <a:chart seriesIdx="-3" categoryIdx="-3" bldStep="gridLegend"/>
                                            </p:graphicEl>
                                          </p:spTgt>
                                        </p:tgtEl>
                                        <p:attrNameLst>
                                          <p:attrName>ppt_x</p:attrName>
                                        </p:attrNameLst>
                                      </p:cBhvr>
                                      <p:tavLst>
                                        <p:tav tm="0">
                                          <p:val>
                                            <p:strVal val="0-#ppt_w/2"/>
                                          </p:val>
                                        </p:tav>
                                        <p:tav tm="100000">
                                          <p:val>
                                            <p:strVal val="#ppt_x"/>
                                          </p:val>
                                        </p:tav>
                                      </p:tavLst>
                                    </p:anim>
                                    <p:anim calcmode="lin" valueType="num">
                                      <p:cBhvr additive="base">
                                        <p:cTn id="8" dur="750" fill="hold"/>
                                        <p:tgtEl>
                                          <p:spTgt spid="10">
                                            <p:graphicEl>
                                              <a:chart seriesIdx="-3" categoryIdx="-3" bldStep="gridLegend"/>
                                            </p:graphicEl>
                                          </p:spTgt>
                                        </p:tgtEl>
                                        <p:attrNameLst>
                                          <p:attrName>ppt_y</p:attrName>
                                        </p:attrNameLst>
                                      </p:cBhvr>
                                      <p:tavLst>
                                        <p:tav tm="0">
                                          <p:val>
                                            <p:strVal val="#ppt_y"/>
                                          </p:val>
                                        </p:tav>
                                        <p:tav tm="100000">
                                          <p:val>
                                            <p:strVal val="#ppt_y"/>
                                          </p:val>
                                        </p:tav>
                                      </p:tavLst>
                                    </p:anim>
                                  </p:childTnLst>
                                </p:cTn>
                              </p:par>
                              <p:par>
                                <p:cTn id="9" presetID="22" presetClass="entr" presetSubtype="4" fill="hold" grpId="0" nodeType="withEffect">
                                  <p:stCondLst>
                                    <p:cond delay="250"/>
                                  </p:stCondLst>
                                  <p:childTnLst>
                                    <p:set>
                                      <p:cBhvr>
                                        <p:cTn id="10" dur="1" fill="hold">
                                          <p:stCondLst>
                                            <p:cond delay="0"/>
                                          </p:stCondLst>
                                        </p:cTn>
                                        <p:tgtEl>
                                          <p:spTgt spid="10">
                                            <p:graphicEl>
                                              <a:chart seriesIdx="0" categoryIdx="0" bldStep="ptInSeries"/>
                                            </p:graphicEl>
                                          </p:spTgt>
                                        </p:tgtEl>
                                        <p:attrNameLst>
                                          <p:attrName>style.visibility</p:attrName>
                                        </p:attrNameLst>
                                      </p:cBhvr>
                                      <p:to>
                                        <p:strVal val="visible"/>
                                      </p:to>
                                    </p:set>
                                    <p:animEffect transition="in" filter="wipe(down)">
                                      <p:cBhvr>
                                        <p:cTn id="11" dur="750"/>
                                        <p:tgtEl>
                                          <p:spTgt spid="10">
                                            <p:graphicEl>
                                              <a:chart seriesIdx="0" categoryIdx="0" bldStep="ptInSeries"/>
                                            </p:graphicEl>
                                          </p:spTgt>
                                        </p:tgtEl>
                                      </p:cBhvr>
                                    </p:animEffect>
                                  </p:childTnLst>
                                </p:cTn>
                              </p:par>
                              <p:par>
                                <p:cTn id="12" presetID="22" presetClass="entr" presetSubtype="4" fill="hold" grpId="0" nodeType="withEffect">
                                  <p:stCondLst>
                                    <p:cond delay="500"/>
                                  </p:stCondLst>
                                  <p:childTnLst>
                                    <p:set>
                                      <p:cBhvr>
                                        <p:cTn id="13" dur="1" fill="hold">
                                          <p:stCondLst>
                                            <p:cond delay="0"/>
                                          </p:stCondLst>
                                        </p:cTn>
                                        <p:tgtEl>
                                          <p:spTgt spid="10">
                                            <p:graphicEl>
                                              <a:chart seriesIdx="1" categoryIdx="0" bldStep="ptInSeries"/>
                                            </p:graphicEl>
                                          </p:spTgt>
                                        </p:tgtEl>
                                        <p:attrNameLst>
                                          <p:attrName>style.visibility</p:attrName>
                                        </p:attrNameLst>
                                      </p:cBhvr>
                                      <p:to>
                                        <p:strVal val="visible"/>
                                      </p:to>
                                    </p:set>
                                    <p:animEffect transition="in" filter="wipe(down)">
                                      <p:cBhvr>
                                        <p:cTn id="14" dur="750"/>
                                        <p:tgtEl>
                                          <p:spTgt spid="10">
                                            <p:graphicEl>
                                              <a:chart seriesIdx="1" categoryIdx="0" bldStep="ptInSeries"/>
                                            </p:graphicEl>
                                          </p:spTgt>
                                        </p:tgtEl>
                                      </p:cBhvr>
                                    </p:animEffect>
                                  </p:childTnLst>
                                </p:cTn>
                              </p:par>
                              <p:par>
                                <p:cTn id="15" presetID="22" presetClass="entr" presetSubtype="4" fill="hold" grpId="0" nodeType="withEffect">
                                  <p:stCondLst>
                                    <p:cond delay="750"/>
                                  </p:stCondLst>
                                  <p:childTnLst>
                                    <p:set>
                                      <p:cBhvr>
                                        <p:cTn id="16" dur="1" fill="hold">
                                          <p:stCondLst>
                                            <p:cond delay="0"/>
                                          </p:stCondLst>
                                        </p:cTn>
                                        <p:tgtEl>
                                          <p:spTgt spid="10">
                                            <p:graphicEl>
                                              <a:chart seriesIdx="2" categoryIdx="0" bldStep="ptInSeries"/>
                                            </p:graphicEl>
                                          </p:spTgt>
                                        </p:tgtEl>
                                        <p:attrNameLst>
                                          <p:attrName>style.visibility</p:attrName>
                                        </p:attrNameLst>
                                      </p:cBhvr>
                                      <p:to>
                                        <p:strVal val="visible"/>
                                      </p:to>
                                    </p:set>
                                    <p:animEffect transition="in" filter="wipe(down)">
                                      <p:cBhvr>
                                        <p:cTn id="17" dur="750"/>
                                        <p:tgtEl>
                                          <p:spTgt spid="10">
                                            <p:graphicEl>
                                              <a:chart seriesIdx="2" categoryIdx="0" bldStep="ptInSeries"/>
                                            </p:graphicEl>
                                          </p:spTgt>
                                        </p:tgtEl>
                                      </p:cBhvr>
                                    </p:animEffect>
                                  </p:childTnLst>
                                </p:cTn>
                              </p:par>
                              <p:par>
                                <p:cTn id="18" presetID="22" presetClass="entr" presetSubtype="4" fill="hold" grpId="0" nodeType="withEffect">
                                  <p:stCondLst>
                                    <p:cond delay="1000"/>
                                  </p:stCondLst>
                                  <p:childTnLst>
                                    <p:set>
                                      <p:cBhvr>
                                        <p:cTn id="19" dur="1" fill="hold">
                                          <p:stCondLst>
                                            <p:cond delay="0"/>
                                          </p:stCondLst>
                                        </p:cTn>
                                        <p:tgtEl>
                                          <p:spTgt spid="10">
                                            <p:graphicEl>
                                              <a:chart seriesIdx="3" categoryIdx="0" bldStep="ptInSeries"/>
                                            </p:graphicEl>
                                          </p:spTgt>
                                        </p:tgtEl>
                                        <p:attrNameLst>
                                          <p:attrName>style.visibility</p:attrName>
                                        </p:attrNameLst>
                                      </p:cBhvr>
                                      <p:to>
                                        <p:strVal val="visible"/>
                                      </p:to>
                                    </p:set>
                                    <p:animEffect transition="in" filter="wipe(down)">
                                      <p:cBhvr>
                                        <p:cTn id="20" dur="750"/>
                                        <p:tgtEl>
                                          <p:spTgt spid="10">
                                            <p:graphicEl>
                                              <a:chart seriesIdx="3" categoryIdx="0" bldStep="ptInSeries"/>
                                            </p:graphicEl>
                                          </p:spTgt>
                                        </p:tgtEl>
                                      </p:cBhvr>
                                    </p:animEffect>
                                  </p:childTnLst>
                                </p:cTn>
                              </p:par>
                              <p:par>
                                <p:cTn id="21" presetID="22" presetClass="entr" presetSubtype="4" fill="hold" grpId="0" nodeType="withEffect">
                                  <p:stCondLst>
                                    <p:cond delay="1250"/>
                                  </p:stCondLst>
                                  <p:childTnLst>
                                    <p:set>
                                      <p:cBhvr>
                                        <p:cTn id="22" dur="1" fill="hold">
                                          <p:stCondLst>
                                            <p:cond delay="0"/>
                                          </p:stCondLst>
                                        </p:cTn>
                                        <p:tgtEl>
                                          <p:spTgt spid="10">
                                            <p:graphicEl>
                                              <a:chart seriesIdx="4" categoryIdx="0" bldStep="ptInSeries"/>
                                            </p:graphicEl>
                                          </p:spTgt>
                                        </p:tgtEl>
                                        <p:attrNameLst>
                                          <p:attrName>style.visibility</p:attrName>
                                        </p:attrNameLst>
                                      </p:cBhvr>
                                      <p:to>
                                        <p:strVal val="visible"/>
                                      </p:to>
                                    </p:set>
                                    <p:animEffect transition="in" filter="wipe(down)">
                                      <p:cBhvr>
                                        <p:cTn id="23" dur="750"/>
                                        <p:tgtEl>
                                          <p:spTgt spid="10">
                                            <p:graphicEl>
                                              <a:chart seriesIdx="4" categoryIdx="0" bldStep="ptInSeries"/>
                                            </p:graphicEl>
                                          </p:spTgt>
                                        </p:tgtEl>
                                      </p:cBhvr>
                                    </p:animEffect>
                                  </p:childTnLst>
                                </p:cTn>
                              </p:par>
                              <p:par>
                                <p:cTn id="24" presetID="22" presetClass="entr" presetSubtype="4" fill="hold" grpId="0" nodeType="withEffect">
                                  <p:stCondLst>
                                    <p:cond delay="1500"/>
                                  </p:stCondLst>
                                  <p:childTnLst>
                                    <p:set>
                                      <p:cBhvr>
                                        <p:cTn id="25" dur="1" fill="hold">
                                          <p:stCondLst>
                                            <p:cond delay="0"/>
                                          </p:stCondLst>
                                        </p:cTn>
                                        <p:tgtEl>
                                          <p:spTgt spid="10">
                                            <p:graphicEl>
                                              <a:chart seriesIdx="5" categoryIdx="0" bldStep="ptInSeries"/>
                                            </p:graphicEl>
                                          </p:spTgt>
                                        </p:tgtEl>
                                        <p:attrNameLst>
                                          <p:attrName>style.visibility</p:attrName>
                                        </p:attrNameLst>
                                      </p:cBhvr>
                                      <p:to>
                                        <p:strVal val="visible"/>
                                      </p:to>
                                    </p:set>
                                    <p:animEffect transition="in" filter="wipe(down)">
                                      <p:cBhvr>
                                        <p:cTn id="26" dur="750"/>
                                        <p:tgtEl>
                                          <p:spTgt spid="10">
                                            <p:graphicEl>
                                              <a:chart seriesIdx="5" categoryIdx="0" bldStep="ptInSeries"/>
                                            </p:graphicEl>
                                          </p:spTgt>
                                        </p:tgtEl>
                                      </p:cBhvr>
                                    </p:animEffect>
                                  </p:childTnLst>
                                </p:cTn>
                              </p:par>
                              <p:par>
                                <p:cTn id="27" presetID="10" presetClass="entr" presetSubtype="0" fill="hold" grpId="0" nodeType="withEffect">
                                  <p:stCondLst>
                                    <p:cond delay="25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750"/>
                                        <p:tgtEl>
                                          <p:spTgt spid="13"/>
                                        </p:tgtEl>
                                      </p:cBhvr>
                                    </p:animEffect>
                                  </p:childTnLst>
                                </p:cTn>
                              </p:par>
                              <p:par>
                                <p:cTn id="30" presetID="10" presetClass="entr" presetSubtype="0" fill="hold" grpId="0" nodeType="withEffect">
                                  <p:stCondLst>
                                    <p:cond delay="50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750"/>
                                        <p:tgtEl>
                                          <p:spTgt spid="14"/>
                                        </p:tgtEl>
                                      </p:cBhvr>
                                    </p:animEffect>
                                  </p:childTnLst>
                                </p:cTn>
                              </p:par>
                              <p:par>
                                <p:cTn id="33" presetID="10" presetClass="entr" presetSubtype="0" fill="hold" grpId="0" nodeType="withEffect">
                                  <p:stCondLst>
                                    <p:cond delay="75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750"/>
                                        <p:tgtEl>
                                          <p:spTgt spid="15"/>
                                        </p:tgtEl>
                                      </p:cBhvr>
                                    </p:animEffect>
                                  </p:childTnLst>
                                </p:cTn>
                              </p:par>
                              <p:par>
                                <p:cTn id="36" presetID="10" presetClass="entr" presetSubtype="0" fill="hold" grpId="0" nodeType="withEffect">
                                  <p:stCondLst>
                                    <p:cond delay="100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750"/>
                                        <p:tgtEl>
                                          <p:spTgt spid="16"/>
                                        </p:tgtEl>
                                      </p:cBhvr>
                                    </p:animEffect>
                                  </p:childTnLst>
                                </p:cTn>
                              </p:par>
                              <p:par>
                                <p:cTn id="39" presetID="10" presetClass="entr" presetSubtype="0" fill="hold" grpId="0" nodeType="withEffect">
                                  <p:stCondLst>
                                    <p:cond delay="125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750"/>
                                        <p:tgtEl>
                                          <p:spTgt spid="17"/>
                                        </p:tgtEl>
                                      </p:cBhvr>
                                    </p:animEffect>
                                  </p:childTnLst>
                                </p:cTn>
                              </p:par>
                              <p:par>
                                <p:cTn id="42" presetID="10" presetClass="entr" presetSubtype="0" fill="hold" grpId="0" nodeType="withEffect">
                                  <p:stCondLst>
                                    <p:cond delay="150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7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uiExpand="1">
        <p:bldSub>
          <a:bldChart bld="seriesEl"/>
        </p:bldSub>
      </p:bldGraphic>
      <p:bldP spid="13" grpId="0"/>
      <p:bldP spid="14" grpId="0"/>
      <p:bldP spid="15" grpId="0"/>
      <p:bldP spid="16" grpId="0"/>
      <p:bldP spid="17" grpId="0"/>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dow 06">
            <a:extLst>
              <a:ext uri="{FF2B5EF4-FFF2-40B4-BE49-F238E27FC236}">
                <a16:creationId xmlns:a16="http://schemas.microsoft.com/office/drawing/2014/main" id="{EE67C661-35DC-4C23-B598-E9F03FC2463D}"/>
              </a:ext>
            </a:extLst>
          </p:cNvPr>
          <p:cNvSpPr/>
          <p:nvPr/>
        </p:nvSpPr>
        <p:spPr>
          <a:xfrm>
            <a:off x="8545413" y="5021580"/>
            <a:ext cx="2160000" cy="720000"/>
          </a:xfrm>
          <a:prstGeom prst="ellipse">
            <a:avLst/>
          </a:prstGeom>
          <a:gradFill flip="none" rotWithShape="1">
            <a:gsLst>
              <a:gs pos="67000">
                <a:schemeClr val="bg2">
                  <a:alpha val="0"/>
                </a:schemeClr>
              </a:gs>
              <a:gs pos="8000">
                <a:srgbClr val="000000"/>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18" name="Shadow 05">
            <a:extLst>
              <a:ext uri="{FF2B5EF4-FFF2-40B4-BE49-F238E27FC236}">
                <a16:creationId xmlns:a16="http://schemas.microsoft.com/office/drawing/2014/main" id="{11CEC10D-E8DA-4E5D-A358-1A178BFE39ED}"/>
              </a:ext>
            </a:extLst>
          </p:cNvPr>
          <p:cNvSpPr/>
          <p:nvPr/>
        </p:nvSpPr>
        <p:spPr>
          <a:xfrm>
            <a:off x="7115289" y="5048093"/>
            <a:ext cx="2160000" cy="666974"/>
          </a:xfrm>
          <a:prstGeom prst="ellipse">
            <a:avLst/>
          </a:prstGeom>
          <a:gradFill flip="none" rotWithShape="1">
            <a:gsLst>
              <a:gs pos="67000">
                <a:schemeClr val="bg2">
                  <a:alpha val="0"/>
                </a:schemeClr>
              </a:gs>
              <a:gs pos="8000">
                <a:srgbClr val="000000"/>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17" name="Shadow 04">
            <a:extLst>
              <a:ext uri="{FF2B5EF4-FFF2-40B4-BE49-F238E27FC236}">
                <a16:creationId xmlns:a16="http://schemas.microsoft.com/office/drawing/2014/main" id="{496EFF96-5286-442B-8459-B0F62174E06E}"/>
              </a:ext>
            </a:extLst>
          </p:cNvPr>
          <p:cNvSpPr/>
          <p:nvPr/>
        </p:nvSpPr>
        <p:spPr>
          <a:xfrm>
            <a:off x="5722744" y="5013960"/>
            <a:ext cx="2160000" cy="666974"/>
          </a:xfrm>
          <a:prstGeom prst="ellipse">
            <a:avLst/>
          </a:prstGeom>
          <a:gradFill flip="none" rotWithShape="1">
            <a:gsLst>
              <a:gs pos="67000">
                <a:schemeClr val="bg2">
                  <a:alpha val="0"/>
                </a:schemeClr>
              </a:gs>
              <a:gs pos="8000">
                <a:srgbClr val="000000"/>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16" name="Shadow 03">
            <a:extLst>
              <a:ext uri="{FF2B5EF4-FFF2-40B4-BE49-F238E27FC236}">
                <a16:creationId xmlns:a16="http://schemas.microsoft.com/office/drawing/2014/main" id="{6EC180F0-B6FE-43CD-A7D8-DF38CD81EAB8}"/>
              </a:ext>
            </a:extLst>
          </p:cNvPr>
          <p:cNvSpPr/>
          <p:nvPr/>
        </p:nvSpPr>
        <p:spPr>
          <a:xfrm>
            <a:off x="4342786" y="5013960"/>
            <a:ext cx="2160000" cy="666974"/>
          </a:xfrm>
          <a:prstGeom prst="ellipse">
            <a:avLst/>
          </a:prstGeom>
          <a:gradFill flip="none" rotWithShape="1">
            <a:gsLst>
              <a:gs pos="67000">
                <a:schemeClr val="bg2">
                  <a:alpha val="0"/>
                </a:schemeClr>
              </a:gs>
              <a:gs pos="8000">
                <a:srgbClr val="000000"/>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15" name="Shadow 02">
            <a:extLst>
              <a:ext uri="{FF2B5EF4-FFF2-40B4-BE49-F238E27FC236}">
                <a16:creationId xmlns:a16="http://schemas.microsoft.com/office/drawing/2014/main" id="{E0541C3E-B538-4926-9694-F649D164B535}"/>
              </a:ext>
            </a:extLst>
          </p:cNvPr>
          <p:cNvSpPr/>
          <p:nvPr/>
        </p:nvSpPr>
        <p:spPr>
          <a:xfrm>
            <a:off x="2935522" y="5001544"/>
            <a:ext cx="2160000" cy="666974"/>
          </a:xfrm>
          <a:prstGeom prst="ellipse">
            <a:avLst/>
          </a:prstGeom>
          <a:gradFill flip="none" rotWithShape="1">
            <a:gsLst>
              <a:gs pos="67000">
                <a:schemeClr val="bg2">
                  <a:alpha val="0"/>
                </a:schemeClr>
              </a:gs>
              <a:gs pos="8000">
                <a:srgbClr val="000000"/>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20" name="Shadow 01">
            <a:extLst>
              <a:ext uri="{FF2B5EF4-FFF2-40B4-BE49-F238E27FC236}">
                <a16:creationId xmlns:a16="http://schemas.microsoft.com/office/drawing/2014/main" id="{021F3592-B073-4931-A440-DAE16A4E880A}"/>
              </a:ext>
            </a:extLst>
          </p:cNvPr>
          <p:cNvSpPr/>
          <p:nvPr/>
        </p:nvSpPr>
        <p:spPr>
          <a:xfrm>
            <a:off x="1523321" y="4998720"/>
            <a:ext cx="2160000" cy="666974"/>
          </a:xfrm>
          <a:prstGeom prst="ellipse">
            <a:avLst/>
          </a:prstGeom>
          <a:gradFill flip="none" rotWithShape="1">
            <a:gsLst>
              <a:gs pos="67000">
                <a:schemeClr val="bg2">
                  <a:alpha val="0"/>
                </a:schemeClr>
              </a:gs>
              <a:gs pos="8000">
                <a:srgbClr val="000000"/>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aphicFrame>
        <p:nvGraphicFramePr>
          <p:cNvPr id="7" name="Chart 6">
            <a:extLst>
              <a:ext uri="{FF2B5EF4-FFF2-40B4-BE49-F238E27FC236}">
                <a16:creationId xmlns:a16="http://schemas.microsoft.com/office/drawing/2014/main" id="{2779291C-8BFA-42F7-A356-C1137F2F2FA6}"/>
              </a:ext>
            </a:extLst>
          </p:cNvPr>
          <p:cNvGraphicFramePr/>
          <p:nvPr>
            <p:extLst>
              <p:ext uri="{D42A27DB-BD31-4B8C-83A1-F6EECF244321}">
                <p14:modId xmlns:p14="http://schemas.microsoft.com/office/powerpoint/2010/main" val="949938857"/>
              </p:ext>
            </p:extLst>
          </p:nvPr>
        </p:nvGraphicFramePr>
        <p:xfrm>
          <a:off x="939165" y="1417320"/>
          <a:ext cx="10328910" cy="4355253"/>
        </p:xfrm>
        <a:graphic>
          <a:graphicData uri="http://schemas.openxmlformats.org/drawingml/2006/chart">
            <c:chart xmlns:c="http://schemas.openxmlformats.org/drawingml/2006/chart" xmlns:r="http://schemas.openxmlformats.org/officeDocument/2006/relationships" r:id="rId2"/>
          </a:graphicData>
        </a:graphic>
      </p:graphicFrame>
      <p:sp>
        <p:nvSpPr>
          <p:cNvPr id="8" name="Rectangle 7">
            <a:extLst>
              <a:ext uri="{FF2B5EF4-FFF2-40B4-BE49-F238E27FC236}">
                <a16:creationId xmlns:a16="http://schemas.microsoft.com/office/drawing/2014/main" id="{D3BE7591-B0A7-4E30-BF66-E17EC1071E37}"/>
              </a:ext>
            </a:extLst>
          </p:cNvPr>
          <p:cNvSpPr/>
          <p:nvPr/>
        </p:nvSpPr>
        <p:spPr>
          <a:xfrm>
            <a:off x="2140151" y="5872772"/>
            <a:ext cx="922047" cy="338554"/>
          </a:xfrm>
          <a:prstGeom prst="rect">
            <a:avLst/>
          </a:prstGeom>
        </p:spPr>
        <p:txBody>
          <a:bodyPr wrap="none">
            <a:spAutoFit/>
          </a:bodyPr>
          <a:lstStyle/>
          <a:p>
            <a:pPr algn="ctr"/>
            <a:r>
              <a:rPr lang="en-US" sz="1600">
                <a:solidFill>
                  <a:schemeClr val="accent6"/>
                </a:solidFill>
              </a:rPr>
              <a:t>Step 01</a:t>
            </a:r>
            <a:endParaRPr lang="ru-UA" sz="1600">
              <a:solidFill>
                <a:schemeClr val="accent6"/>
              </a:solidFill>
            </a:endParaRPr>
          </a:p>
        </p:txBody>
      </p:sp>
      <p:sp>
        <p:nvSpPr>
          <p:cNvPr id="9" name="Rectangle 8">
            <a:extLst>
              <a:ext uri="{FF2B5EF4-FFF2-40B4-BE49-F238E27FC236}">
                <a16:creationId xmlns:a16="http://schemas.microsoft.com/office/drawing/2014/main" id="{A19A4348-81DE-4E5A-98AF-A9CA930C0D81}"/>
              </a:ext>
            </a:extLst>
          </p:cNvPr>
          <p:cNvSpPr/>
          <p:nvPr/>
        </p:nvSpPr>
        <p:spPr>
          <a:xfrm>
            <a:off x="3527381" y="5872772"/>
            <a:ext cx="965328" cy="338554"/>
          </a:xfrm>
          <a:prstGeom prst="rect">
            <a:avLst/>
          </a:prstGeom>
        </p:spPr>
        <p:txBody>
          <a:bodyPr wrap="none">
            <a:spAutoFit/>
          </a:bodyPr>
          <a:lstStyle/>
          <a:p>
            <a:pPr algn="ctr"/>
            <a:r>
              <a:rPr lang="en-US" sz="1600">
                <a:solidFill>
                  <a:schemeClr val="accent1"/>
                </a:solidFill>
              </a:rPr>
              <a:t>Step 02</a:t>
            </a:r>
            <a:endParaRPr lang="ru-UA" sz="1600">
              <a:solidFill>
                <a:schemeClr val="accent1"/>
              </a:solidFill>
            </a:endParaRPr>
          </a:p>
        </p:txBody>
      </p:sp>
      <p:sp>
        <p:nvSpPr>
          <p:cNvPr id="10" name="Rectangle 9">
            <a:extLst>
              <a:ext uri="{FF2B5EF4-FFF2-40B4-BE49-F238E27FC236}">
                <a16:creationId xmlns:a16="http://schemas.microsoft.com/office/drawing/2014/main" id="{D41F23D8-B557-4F88-8D44-C79D471D6DC8}"/>
              </a:ext>
            </a:extLst>
          </p:cNvPr>
          <p:cNvSpPr/>
          <p:nvPr/>
        </p:nvSpPr>
        <p:spPr>
          <a:xfrm>
            <a:off x="4957892" y="5865152"/>
            <a:ext cx="963725" cy="338554"/>
          </a:xfrm>
          <a:prstGeom prst="rect">
            <a:avLst/>
          </a:prstGeom>
        </p:spPr>
        <p:txBody>
          <a:bodyPr wrap="none">
            <a:spAutoFit/>
          </a:bodyPr>
          <a:lstStyle/>
          <a:p>
            <a:pPr algn="ctr"/>
            <a:r>
              <a:rPr lang="en-US" sz="1600">
                <a:solidFill>
                  <a:schemeClr val="accent2"/>
                </a:solidFill>
              </a:rPr>
              <a:t>Step 03</a:t>
            </a:r>
            <a:endParaRPr lang="ru-UA" sz="1600">
              <a:solidFill>
                <a:schemeClr val="accent2"/>
              </a:solidFill>
            </a:endParaRPr>
          </a:p>
        </p:txBody>
      </p:sp>
      <p:sp>
        <p:nvSpPr>
          <p:cNvPr id="11" name="Rectangle 10">
            <a:extLst>
              <a:ext uri="{FF2B5EF4-FFF2-40B4-BE49-F238E27FC236}">
                <a16:creationId xmlns:a16="http://schemas.microsoft.com/office/drawing/2014/main" id="{3AA9A8D8-03D3-4F5C-AA35-2B107347EFF2}"/>
              </a:ext>
            </a:extLst>
          </p:cNvPr>
          <p:cNvSpPr/>
          <p:nvPr/>
        </p:nvSpPr>
        <p:spPr>
          <a:xfrm>
            <a:off x="6308746" y="5865152"/>
            <a:ext cx="984564" cy="338554"/>
          </a:xfrm>
          <a:prstGeom prst="rect">
            <a:avLst/>
          </a:prstGeom>
        </p:spPr>
        <p:txBody>
          <a:bodyPr wrap="none">
            <a:spAutoFit/>
          </a:bodyPr>
          <a:lstStyle/>
          <a:p>
            <a:pPr algn="ctr"/>
            <a:r>
              <a:rPr lang="en-US" sz="1600">
                <a:solidFill>
                  <a:schemeClr val="accent3"/>
                </a:solidFill>
              </a:rPr>
              <a:t>Step 04</a:t>
            </a:r>
            <a:endParaRPr lang="ru-UA" sz="1600">
              <a:solidFill>
                <a:schemeClr val="accent3"/>
              </a:solidFill>
            </a:endParaRPr>
          </a:p>
        </p:txBody>
      </p:sp>
      <p:sp>
        <p:nvSpPr>
          <p:cNvPr id="12" name="Rectangle 11">
            <a:extLst>
              <a:ext uri="{FF2B5EF4-FFF2-40B4-BE49-F238E27FC236}">
                <a16:creationId xmlns:a16="http://schemas.microsoft.com/office/drawing/2014/main" id="{BB7FC0A1-70B3-47B4-A2EA-5A7410980788}"/>
              </a:ext>
            </a:extLst>
          </p:cNvPr>
          <p:cNvSpPr/>
          <p:nvPr/>
        </p:nvSpPr>
        <p:spPr>
          <a:xfrm>
            <a:off x="7680439" y="5865152"/>
            <a:ext cx="963725" cy="338554"/>
          </a:xfrm>
          <a:prstGeom prst="rect">
            <a:avLst/>
          </a:prstGeom>
        </p:spPr>
        <p:txBody>
          <a:bodyPr wrap="none">
            <a:spAutoFit/>
          </a:bodyPr>
          <a:lstStyle/>
          <a:p>
            <a:pPr algn="ctr"/>
            <a:r>
              <a:rPr lang="en-US" sz="1600">
                <a:solidFill>
                  <a:schemeClr val="accent4"/>
                </a:solidFill>
              </a:rPr>
              <a:t>Step 05</a:t>
            </a:r>
            <a:endParaRPr lang="ru-UA" sz="1600">
              <a:solidFill>
                <a:schemeClr val="accent4"/>
              </a:solidFill>
            </a:endParaRPr>
          </a:p>
        </p:txBody>
      </p:sp>
      <p:sp>
        <p:nvSpPr>
          <p:cNvPr id="13" name="Rectangle 12">
            <a:extLst>
              <a:ext uri="{FF2B5EF4-FFF2-40B4-BE49-F238E27FC236}">
                <a16:creationId xmlns:a16="http://schemas.microsoft.com/office/drawing/2014/main" id="{FFAA6DFD-DB05-4310-AC57-6605BC3A59D6}"/>
              </a:ext>
            </a:extLst>
          </p:cNvPr>
          <p:cNvSpPr/>
          <p:nvPr/>
        </p:nvSpPr>
        <p:spPr>
          <a:xfrm>
            <a:off x="9155941" y="5839180"/>
            <a:ext cx="973343" cy="338554"/>
          </a:xfrm>
          <a:prstGeom prst="rect">
            <a:avLst/>
          </a:prstGeom>
        </p:spPr>
        <p:txBody>
          <a:bodyPr wrap="none">
            <a:spAutoFit/>
          </a:bodyPr>
          <a:lstStyle/>
          <a:p>
            <a:pPr algn="ctr"/>
            <a:r>
              <a:rPr lang="en-US" sz="1600">
                <a:solidFill>
                  <a:schemeClr val="accent5"/>
                </a:solidFill>
              </a:rPr>
              <a:t>Step 06</a:t>
            </a:r>
            <a:endParaRPr lang="ru-UA" sz="1600">
              <a:solidFill>
                <a:schemeClr val="accent5"/>
              </a:solidFill>
            </a:endParaRPr>
          </a:p>
        </p:txBody>
      </p:sp>
      <p:sp>
        <p:nvSpPr>
          <p:cNvPr id="21" name="TextBox 20">
            <a:extLst>
              <a:ext uri="{FF2B5EF4-FFF2-40B4-BE49-F238E27FC236}">
                <a16:creationId xmlns:a16="http://schemas.microsoft.com/office/drawing/2014/main" id="{66F904A2-43B1-479A-80A1-6BCAE42D8599}"/>
              </a:ext>
            </a:extLst>
          </p:cNvPr>
          <p:cNvSpPr txBox="1"/>
          <p:nvPr/>
        </p:nvSpPr>
        <p:spPr>
          <a:xfrm>
            <a:off x="3245700" y="333188"/>
            <a:ext cx="5700600" cy="461665"/>
          </a:xfrm>
          <a:prstGeom prst="rect">
            <a:avLst/>
          </a:prstGeom>
          <a:noFill/>
        </p:spPr>
        <p:txBody>
          <a:bodyPr wrap="none" rtlCol="0">
            <a:spAutoFit/>
          </a:bodyPr>
          <a:lstStyle/>
          <a:p>
            <a:pPr algn="ctr"/>
            <a:r>
              <a:rPr lang="en-US" sz="2400">
                <a:latin typeface="Montserrat SemiBold" panose="00000700000000000000" pitchFamily="50" charset="-52"/>
              </a:rPr>
              <a:t>EDITABLE COLUMN INFOGRAPHIC</a:t>
            </a:r>
            <a:endParaRPr lang="ru-UA" sz="2400">
              <a:latin typeface="Montserrat SemiBold" panose="00000700000000000000" pitchFamily="50" charset="-52"/>
            </a:endParaRPr>
          </a:p>
        </p:txBody>
      </p:sp>
      <p:sp>
        <p:nvSpPr>
          <p:cNvPr id="22" name="TextBox 21">
            <a:extLst>
              <a:ext uri="{FF2B5EF4-FFF2-40B4-BE49-F238E27FC236}">
                <a16:creationId xmlns:a16="http://schemas.microsoft.com/office/drawing/2014/main" id="{33591219-5F03-4409-B564-CE5459334DFE}"/>
              </a:ext>
            </a:extLst>
          </p:cNvPr>
          <p:cNvSpPr txBox="1"/>
          <p:nvPr/>
        </p:nvSpPr>
        <p:spPr>
          <a:xfrm>
            <a:off x="5258271"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977304266"/>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67000">
                                      <p:stCondLst>
                                        <p:cond delay="0"/>
                                      </p:stCondLst>
                                      <p:childTnLst>
                                        <p:set>
                                          <p:cBhvr>
                                            <p:cTn id="6" dur="1" fill="hold">
                                              <p:stCondLst>
                                                <p:cond delay="0"/>
                                              </p:stCondLst>
                                            </p:cTn>
                                            <p:tgtEl>
                                              <p:spTgt spid="7">
                                                <p:graphicEl>
                                                  <a:chart seriesIdx="-3" categoryIdx="-3" bldStep="gridLegend"/>
                                                </p:graphicEl>
                                              </p:spTgt>
                                            </p:tgtEl>
                                            <p:attrNameLst>
                                              <p:attrName>style.visibility</p:attrName>
                                            </p:attrNameLst>
                                          </p:cBhvr>
                                          <p:to>
                                            <p:strVal val="visible"/>
                                          </p:to>
                                        </p:set>
                                        <p:anim calcmode="lin" valueType="num" p14:bounceEnd="67000">
                                          <p:cBhvr additive="base">
                                            <p:cTn id="7" dur="1000" fill="hold"/>
                                            <p:tgtEl>
                                              <p:spTgt spid="7">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14:bounceEnd="67000">
                                          <p:cBhvr additive="base">
                                            <p:cTn id="8" dur="1000" fill="hold"/>
                                            <p:tgtEl>
                                              <p:spTgt spid="7">
                                                <p:graphicEl>
                                                  <a:chart seriesIdx="-3" categoryIdx="-3" bldStep="gridLegend"/>
                                                </p:graphic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14:presetBounceEnd="67000">
                                      <p:stCondLst>
                                        <p:cond delay="250"/>
                                      </p:stCondLst>
                                      <p:childTnLst>
                                        <p:set>
                                          <p:cBhvr>
                                            <p:cTn id="10" dur="1" fill="hold">
                                              <p:stCondLst>
                                                <p:cond delay="0"/>
                                              </p:stCondLst>
                                            </p:cTn>
                                            <p:tgtEl>
                                              <p:spTgt spid="7">
                                                <p:graphicEl>
                                                  <a:chart seriesIdx="-4" categoryIdx="0" bldStep="category"/>
                                                </p:graphicEl>
                                              </p:spTgt>
                                            </p:tgtEl>
                                            <p:attrNameLst>
                                              <p:attrName>style.visibility</p:attrName>
                                            </p:attrNameLst>
                                          </p:cBhvr>
                                          <p:to>
                                            <p:strVal val="visible"/>
                                          </p:to>
                                        </p:set>
                                        <p:anim calcmode="lin" valueType="num" p14:bounceEnd="67000">
                                          <p:cBhvr additive="base">
                                            <p:cTn id="11" dur="1000" fill="hold"/>
                                            <p:tgtEl>
                                              <p:spTgt spid="7">
                                                <p:graphicEl>
                                                  <a:chart seriesIdx="-4" categoryIdx="0"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12" dur="1000" fill="hold"/>
                                            <p:tgtEl>
                                              <p:spTgt spid="7">
                                                <p:graphicEl>
                                                  <a:chart seriesIdx="-4" categoryIdx="0" bldStep="category"/>
                                                </p:graphic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14:presetBounceEnd="67000">
                                      <p:stCondLst>
                                        <p:cond delay="500"/>
                                      </p:stCondLst>
                                      <p:childTnLst>
                                        <p:set>
                                          <p:cBhvr>
                                            <p:cTn id="14" dur="1" fill="hold">
                                              <p:stCondLst>
                                                <p:cond delay="0"/>
                                              </p:stCondLst>
                                            </p:cTn>
                                            <p:tgtEl>
                                              <p:spTgt spid="7">
                                                <p:graphicEl>
                                                  <a:chart seriesIdx="-4" categoryIdx="1" bldStep="category"/>
                                                </p:graphicEl>
                                              </p:spTgt>
                                            </p:tgtEl>
                                            <p:attrNameLst>
                                              <p:attrName>style.visibility</p:attrName>
                                            </p:attrNameLst>
                                          </p:cBhvr>
                                          <p:to>
                                            <p:strVal val="visible"/>
                                          </p:to>
                                        </p:set>
                                        <p:anim calcmode="lin" valueType="num" p14:bounceEnd="67000">
                                          <p:cBhvr additive="base">
                                            <p:cTn id="15" dur="1000" fill="hold"/>
                                            <p:tgtEl>
                                              <p:spTgt spid="7">
                                                <p:graphicEl>
                                                  <a:chart seriesIdx="-4" categoryIdx="1"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16" dur="1000" fill="hold"/>
                                            <p:tgtEl>
                                              <p:spTgt spid="7">
                                                <p:graphicEl>
                                                  <a:chart seriesIdx="-4" categoryIdx="1" bldStep="category"/>
                                                </p:graphicEl>
                                              </p:spTgt>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14:presetBounceEnd="67000">
                                      <p:stCondLst>
                                        <p:cond delay="750"/>
                                      </p:stCondLst>
                                      <p:childTnLst>
                                        <p:set>
                                          <p:cBhvr>
                                            <p:cTn id="18" dur="1" fill="hold">
                                              <p:stCondLst>
                                                <p:cond delay="0"/>
                                              </p:stCondLst>
                                            </p:cTn>
                                            <p:tgtEl>
                                              <p:spTgt spid="7">
                                                <p:graphicEl>
                                                  <a:chart seriesIdx="-4" categoryIdx="2" bldStep="category"/>
                                                </p:graphicEl>
                                              </p:spTgt>
                                            </p:tgtEl>
                                            <p:attrNameLst>
                                              <p:attrName>style.visibility</p:attrName>
                                            </p:attrNameLst>
                                          </p:cBhvr>
                                          <p:to>
                                            <p:strVal val="visible"/>
                                          </p:to>
                                        </p:set>
                                        <p:anim calcmode="lin" valueType="num" p14:bounceEnd="67000">
                                          <p:cBhvr additive="base">
                                            <p:cTn id="19" dur="1000" fill="hold"/>
                                            <p:tgtEl>
                                              <p:spTgt spid="7">
                                                <p:graphicEl>
                                                  <a:chart seriesIdx="-4" categoryIdx="2"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20" dur="1000" fill="hold"/>
                                            <p:tgtEl>
                                              <p:spTgt spid="7">
                                                <p:graphicEl>
                                                  <a:chart seriesIdx="-4" categoryIdx="2" bldStep="category"/>
                                                </p:graphicEl>
                                              </p:spTgt>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14:presetBounceEnd="67000">
                                      <p:stCondLst>
                                        <p:cond delay="1000"/>
                                      </p:stCondLst>
                                      <p:childTnLst>
                                        <p:set>
                                          <p:cBhvr>
                                            <p:cTn id="22" dur="1" fill="hold">
                                              <p:stCondLst>
                                                <p:cond delay="0"/>
                                              </p:stCondLst>
                                            </p:cTn>
                                            <p:tgtEl>
                                              <p:spTgt spid="7">
                                                <p:graphicEl>
                                                  <a:chart seriesIdx="-4" categoryIdx="3" bldStep="category"/>
                                                </p:graphicEl>
                                              </p:spTgt>
                                            </p:tgtEl>
                                            <p:attrNameLst>
                                              <p:attrName>style.visibility</p:attrName>
                                            </p:attrNameLst>
                                          </p:cBhvr>
                                          <p:to>
                                            <p:strVal val="visible"/>
                                          </p:to>
                                        </p:set>
                                        <p:anim calcmode="lin" valueType="num" p14:bounceEnd="67000">
                                          <p:cBhvr additive="base">
                                            <p:cTn id="23" dur="1000" fill="hold"/>
                                            <p:tgtEl>
                                              <p:spTgt spid="7">
                                                <p:graphicEl>
                                                  <a:chart seriesIdx="-4" categoryIdx="3"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24" dur="1000" fill="hold"/>
                                            <p:tgtEl>
                                              <p:spTgt spid="7">
                                                <p:graphicEl>
                                                  <a:chart seriesIdx="-4" categoryIdx="3" bldStep="category"/>
                                                </p:graphicEl>
                                              </p:spTgt>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14:presetBounceEnd="67000">
                                      <p:stCondLst>
                                        <p:cond delay="1250"/>
                                      </p:stCondLst>
                                      <p:childTnLst>
                                        <p:set>
                                          <p:cBhvr>
                                            <p:cTn id="26" dur="1" fill="hold">
                                              <p:stCondLst>
                                                <p:cond delay="0"/>
                                              </p:stCondLst>
                                            </p:cTn>
                                            <p:tgtEl>
                                              <p:spTgt spid="7">
                                                <p:graphicEl>
                                                  <a:chart seriesIdx="-4" categoryIdx="4" bldStep="category"/>
                                                </p:graphicEl>
                                              </p:spTgt>
                                            </p:tgtEl>
                                            <p:attrNameLst>
                                              <p:attrName>style.visibility</p:attrName>
                                            </p:attrNameLst>
                                          </p:cBhvr>
                                          <p:to>
                                            <p:strVal val="visible"/>
                                          </p:to>
                                        </p:set>
                                        <p:anim calcmode="lin" valueType="num" p14:bounceEnd="67000">
                                          <p:cBhvr additive="base">
                                            <p:cTn id="27" dur="1000" fill="hold"/>
                                            <p:tgtEl>
                                              <p:spTgt spid="7">
                                                <p:graphicEl>
                                                  <a:chart seriesIdx="-4" categoryIdx="4"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28" dur="1000" fill="hold"/>
                                            <p:tgtEl>
                                              <p:spTgt spid="7">
                                                <p:graphicEl>
                                                  <a:chart seriesIdx="-4" categoryIdx="4" bldStep="category"/>
                                                </p:graphicEl>
                                              </p:spTgt>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14:presetBounceEnd="67000">
                                      <p:stCondLst>
                                        <p:cond delay="1500"/>
                                      </p:stCondLst>
                                      <p:childTnLst>
                                        <p:set>
                                          <p:cBhvr>
                                            <p:cTn id="30" dur="1" fill="hold">
                                              <p:stCondLst>
                                                <p:cond delay="0"/>
                                              </p:stCondLst>
                                            </p:cTn>
                                            <p:tgtEl>
                                              <p:spTgt spid="7">
                                                <p:graphicEl>
                                                  <a:chart seriesIdx="-4" categoryIdx="5" bldStep="category"/>
                                                </p:graphicEl>
                                              </p:spTgt>
                                            </p:tgtEl>
                                            <p:attrNameLst>
                                              <p:attrName>style.visibility</p:attrName>
                                            </p:attrNameLst>
                                          </p:cBhvr>
                                          <p:to>
                                            <p:strVal val="visible"/>
                                          </p:to>
                                        </p:set>
                                        <p:anim calcmode="lin" valueType="num" p14:bounceEnd="67000">
                                          <p:cBhvr additive="base">
                                            <p:cTn id="31" dur="1000" fill="hold"/>
                                            <p:tgtEl>
                                              <p:spTgt spid="7">
                                                <p:graphicEl>
                                                  <a:chart seriesIdx="-4" categoryIdx="5"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32" dur="1000" fill="hold"/>
                                            <p:tgtEl>
                                              <p:spTgt spid="7">
                                                <p:graphicEl>
                                                  <a:chart seriesIdx="-4" categoryIdx="5" bldStep="category"/>
                                                </p:graphicEl>
                                              </p:spTgt>
                                            </p:tgtEl>
                                            <p:attrNameLst>
                                              <p:attrName>ppt_y</p:attrName>
                                            </p:attrNameLst>
                                          </p:cBhvr>
                                          <p:tavLst>
                                            <p:tav tm="0">
                                              <p:val>
                                                <p:strVal val="0-#ppt_h/2"/>
                                              </p:val>
                                            </p:tav>
                                            <p:tav tm="100000">
                                              <p:val>
                                                <p:strVal val="#ppt_y"/>
                                              </p:val>
                                            </p:tav>
                                          </p:tavLst>
                                        </p:anim>
                                      </p:childTnLst>
                                    </p:cTn>
                                  </p:par>
                                  <p:par>
                                    <p:cTn id="33" presetID="10" presetClass="entr" presetSubtype="0" fill="hold" grpId="0" nodeType="withEffect">
                                      <p:stCondLst>
                                        <p:cond delay="25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par>
                                    <p:cTn id="36" presetID="10" presetClass="entr" presetSubtype="0" fill="hold" grpId="0" nodeType="withEffect">
                                      <p:stCondLst>
                                        <p:cond delay="50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par>
                                    <p:cTn id="39" presetID="10" presetClass="entr" presetSubtype="0" fill="hold" grpId="0" nodeType="withEffect">
                                      <p:stCondLst>
                                        <p:cond delay="75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par>
                                    <p:cTn id="42" presetID="10" presetClass="entr" presetSubtype="0" fill="hold" grpId="0" nodeType="withEffect">
                                      <p:stCondLst>
                                        <p:cond delay="100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grpId="0" nodeType="withEffect">
                                      <p:stCondLst>
                                        <p:cond delay="125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2" presetClass="entr" presetSubtype="4" fill="hold" grpId="0" nodeType="withEffect" p14:presetBounceEnd="67000">
                                      <p:stCondLst>
                                        <p:cond delay="250"/>
                                      </p:stCondLst>
                                      <p:childTnLst>
                                        <p:set>
                                          <p:cBhvr>
                                            <p:cTn id="52" dur="1" fill="hold">
                                              <p:stCondLst>
                                                <p:cond delay="0"/>
                                              </p:stCondLst>
                                            </p:cTn>
                                            <p:tgtEl>
                                              <p:spTgt spid="8"/>
                                            </p:tgtEl>
                                            <p:attrNameLst>
                                              <p:attrName>style.visibility</p:attrName>
                                            </p:attrNameLst>
                                          </p:cBhvr>
                                          <p:to>
                                            <p:strVal val="visible"/>
                                          </p:to>
                                        </p:set>
                                        <p:anim calcmode="lin" valueType="num" p14:bounceEnd="67000">
                                          <p:cBhvr additive="base">
                                            <p:cTn id="53" dur="1000" fill="hold"/>
                                            <p:tgtEl>
                                              <p:spTgt spid="8"/>
                                            </p:tgtEl>
                                            <p:attrNameLst>
                                              <p:attrName>ppt_x</p:attrName>
                                            </p:attrNameLst>
                                          </p:cBhvr>
                                          <p:tavLst>
                                            <p:tav tm="0">
                                              <p:val>
                                                <p:strVal val="#ppt_x"/>
                                              </p:val>
                                            </p:tav>
                                            <p:tav tm="100000">
                                              <p:val>
                                                <p:strVal val="#ppt_x"/>
                                              </p:val>
                                            </p:tav>
                                          </p:tavLst>
                                        </p:anim>
                                        <p:anim calcmode="lin" valueType="num" p14:bounceEnd="67000">
                                          <p:cBhvr additive="base">
                                            <p:cTn id="54" dur="1000" fill="hold"/>
                                            <p:tgtEl>
                                              <p:spTgt spid="8"/>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14:presetBounceEnd="67000">
                                      <p:stCondLst>
                                        <p:cond delay="500"/>
                                      </p:stCondLst>
                                      <p:childTnLst>
                                        <p:set>
                                          <p:cBhvr>
                                            <p:cTn id="56" dur="1" fill="hold">
                                              <p:stCondLst>
                                                <p:cond delay="0"/>
                                              </p:stCondLst>
                                            </p:cTn>
                                            <p:tgtEl>
                                              <p:spTgt spid="9"/>
                                            </p:tgtEl>
                                            <p:attrNameLst>
                                              <p:attrName>style.visibility</p:attrName>
                                            </p:attrNameLst>
                                          </p:cBhvr>
                                          <p:to>
                                            <p:strVal val="visible"/>
                                          </p:to>
                                        </p:set>
                                        <p:anim calcmode="lin" valueType="num" p14:bounceEnd="67000">
                                          <p:cBhvr additive="base">
                                            <p:cTn id="57" dur="1000" fill="hold"/>
                                            <p:tgtEl>
                                              <p:spTgt spid="9"/>
                                            </p:tgtEl>
                                            <p:attrNameLst>
                                              <p:attrName>ppt_x</p:attrName>
                                            </p:attrNameLst>
                                          </p:cBhvr>
                                          <p:tavLst>
                                            <p:tav tm="0">
                                              <p:val>
                                                <p:strVal val="#ppt_x"/>
                                              </p:val>
                                            </p:tav>
                                            <p:tav tm="100000">
                                              <p:val>
                                                <p:strVal val="#ppt_x"/>
                                              </p:val>
                                            </p:tav>
                                          </p:tavLst>
                                        </p:anim>
                                        <p:anim calcmode="lin" valueType="num" p14:bounceEnd="67000">
                                          <p:cBhvr additive="base">
                                            <p:cTn id="58" dur="1000" fill="hold"/>
                                            <p:tgtEl>
                                              <p:spTgt spid="9"/>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14:presetBounceEnd="67000">
                                      <p:stCondLst>
                                        <p:cond delay="750"/>
                                      </p:stCondLst>
                                      <p:childTnLst>
                                        <p:set>
                                          <p:cBhvr>
                                            <p:cTn id="60" dur="1" fill="hold">
                                              <p:stCondLst>
                                                <p:cond delay="0"/>
                                              </p:stCondLst>
                                            </p:cTn>
                                            <p:tgtEl>
                                              <p:spTgt spid="10"/>
                                            </p:tgtEl>
                                            <p:attrNameLst>
                                              <p:attrName>style.visibility</p:attrName>
                                            </p:attrNameLst>
                                          </p:cBhvr>
                                          <p:to>
                                            <p:strVal val="visible"/>
                                          </p:to>
                                        </p:set>
                                        <p:anim calcmode="lin" valueType="num" p14:bounceEnd="67000">
                                          <p:cBhvr additive="base">
                                            <p:cTn id="61" dur="1000" fill="hold"/>
                                            <p:tgtEl>
                                              <p:spTgt spid="10"/>
                                            </p:tgtEl>
                                            <p:attrNameLst>
                                              <p:attrName>ppt_x</p:attrName>
                                            </p:attrNameLst>
                                          </p:cBhvr>
                                          <p:tavLst>
                                            <p:tav tm="0">
                                              <p:val>
                                                <p:strVal val="#ppt_x"/>
                                              </p:val>
                                            </p:tav>
                                            <p:tav tm="100000">
                                              <p:val>
                                                <p:strVal val="#ppt_x"/>
                                              </p:val>
                                            </p:tav>
                                          </p:tavLst>
                                        </p:anim>
                                        <p:anim calcmode="lin" valueType="num" p14:bounceEnd="67000">
                                          <p:cBhvr additive="base">
                                            <p:cTn id="62" dur="1000" fill="hold"/>
                                            <p:tgtEl>
                                              <p:spTgt spid="10"/>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14:presetBounceEnd="67000">
                                      <p:stCondLst>
                                        <p:cond delay="1000"/>
                                      </p:stCondLst>
                                      <p:childTnLst>
                                        <p:set>
                                          <p:cBhvr>
                                            <p:cTn id="64" dur="1" fill="hold">
                                              <p:stCondLst>
                                                <p:cond delay="0"/>
                                              </p:stCondLst>
                                            </p:cTn>
                                            <p:tgtEl>
                                              <p:spTgt spid="11"/>
                                            </p:tgtEl>
                                            <p:attrNameLst>
                                              <p:attrName>style.visibility</p:attrName>
                                            </p:attrNameLst>
                                          </p:cBhvr>
                                          <p:to>
                                            <p:strVal val="visible"/>
                                          </p:to>
                                        </p:set>
                                        <p:anim calcmode="lin" valueType="num" p14:bounceEnd="67000">
                                          <p:cBhvr additive="base">
                                            <p:cTn id="65" dur="1000" fill="hold"/>
                                            <p:tgtEl>
                                              <p:spTgt spid="11"/>
                                            </p:tgtEl>
                                            <p:attrNameLst>
                                              <p:attrName>ppt_x</p:attrName>
                                            </p:attrNameLst>
                                          </p:cBhvr>
                                          <p:tavLst>
                                            <p:tav tm="0">
                                              <p:val>
                                                <p:strVal val="#ppt_x"/>
                                              </p:val>
                                            </p:tav>
                                            <p:tav tm="100000">
                                              <p:val>
                                                <p:strVal val="#ppt_x"/>
                                              </p:val>
                                            </p:tav>
                                          </p:tavLst>
                                        </p:anim>
                                        <p:anim calcmode="lin" valueType="num" p14:bounceEnd="67000">
                                          <p:cBhvr additive="base">
                                            <p:cTn id="66" dur="1000" fill="hold"/>
                                            <p:tgtEl>
                                              <p:spTgt spid="11"/>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14:presetBounceEnd="67000">
                                      <p:stCondLst>
                                        <p:cond delay="1250"/>
                                      </p:stCondLst>
                                      <p:childTnLst>
                                        <p:set>
                                          <p:cBhvr>
                                            <p:cTn id="68" dur="1" fill="hold">
                                              <p:stCondLst>
                                                <p:cond delay="0"/>
                                              </p:stCondLst>
                                            </p:cTn>
                                            <p:tgtEl>
                                              <p:spTgt spid="12"/>
                                            </p:tgtEl>
                                            <p:attrNameLst>
                                              <p:attrName>style.visibility</p:attrName>
                                            </p:attrNameLst>
                                          </p:cBhvr>
                                          <p:to>
                                            <p:strVal val="visible"/>
                                          </p:to>
                                        </p:set>
                                        <p:anim calcmode="lin" valueType="num" p14:bounceEnd="67000">
                                          <p:cBhvr additive="base">
                                            <p:cTn id="69" dur="1000" fill="hold"/>
                                            <p:tgtEl>
                                              <p:spTgt spid="12"/>
                                            </p:tgtEl>
                                            <p:attrNameLst>
                                              <p:attrName>ppt_x</p:attrName>
                                            </p:attrNameLst>
                                          </p:cBhvr>
                                          <p:tavLst>
                                            <p:tav tm="0">
                                              <p:val>
                                                <p:strVal val="#ppt_x"/>
                                              </p:val>
                                            </p:tav>
                                            <p:tav tm="100000">
                                              <p:val>
                                                <p:strVal val="#ppt_x"/>
                                              </p:val>
                                            </p:tav>
                                          </p:tavLst>
                                        </p:anim>
                                        <p:anim calcmode="lin" valueType="num" p14:bounceEnd="67000">
                                          <p:cBhvr additive="base">
                                            <p:cTn id="70" dur="1000" fill="hold"/>
                                            <p:tgtEl>
                                              <p:spTgt spid="12"/>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14:presetBounceEnd="67000">
                                      <p:stCondLst>
                                        <p:cond delay="1500"/>
                                      </p:stCondLst>
                                      <p:childTnLst>
                                        <p:set>
                                          <p:cBhvr>
                                            <p:cTn id="72" dur="1" fill="hold">
                                              <p:stCondLst>
                                                <p:cond delay="0"/>
                                              </p:stCondLst>
                                            </p:cTn>
                                            <p:tgtEl>
                                              <p:spTgt spid="13"/>
                                            </p:tgtEl>
                                            <p:attrNameLst>
                                              <p:attrName>style.visibility</p:attrName>
                                            </p:attrNameLst>
                                          </p:cBhvr>
                                          <p:to>
                                            <p:strVal val="visible"/>
                                          </p:to>
                                        </p:set>
                                        <p:anim calcmode="lin" valueType="num" p14:bounceEnd="67000">
                                          <p:cBhvr additive="base">
                                            <p:cTn id="73" dur="1000" fill="hold"/>
                                            <p:tgtEl>
                                              <p:spTgt spid="13"/>
                                            </p:tgtEl>
                                            <p:attrNameLst>
                                              <p:attrName>ppt_x</p:attrName>
                                            </p:attrNameLst>
                                          </p:cBhvr>
                                          <p:tavLst>
                                            <p:tav tm="0">
                                              <p:val>
                                                <p:strVal val="#ppt_x"/>
                                              </p:val>
                                            </p:tav>
                                            <p:tav tm="100000">
                                              <p:val>
                                                <p:strVal val="#ppt_x"/>
                                              </p:val>
                                            </p:tav>
                                          </p:tavLst>
                                        </p:anim>
                                        <p:anim calcmode="lin" valueType="num" p14:bounceEnd="67000">
                                          <p:cBhvr additive="base">
                                            <p:cTn id="74" dur="10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P spid="17" grpId="0" animBg="1"/>
          <p:bldP spid="16" grpId="0" animBg="1"/>
          <p:bldP spid="15" grpId="0" animBg="1"/>
          <p:bldP spid="20" grpId="0" animBg="1"/>
          <p:bldGraphic spid="7" grpId="0" uiExpand="1">
            <p:bldSub>
              <a:bldChart bld="category"/>
            </p:bldSub>
          </p:bldGraphic>
          <p:bldP spid="8" grpId="0"/>
          <p:bldP spid="9" grpId="0"/>
          <p:bldP spid="10" grpId="0"/>
          <p:bldP spid="11" grpId="0"/>
          <p:bldP spid="12" grpId="0"/>
          <p:bldP spid="1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7">
                                                <p:graphicEl>
                                                  <a:chart seriesIdx="-3" categoryIdx="-3" bldStep="gridLegend"/>
                                                </p:graphicEl>
                                              </p:spTgt>
                                            </p:tgtEl>
                                            <p:attrNameLst>
                                              <p:attrName>style.visibility</p:attrName>
                                            </p:attrNameLst>
                                          </p:cBhvr>
                                          <p:to>
                                            <p:strVal val="visible"/>
                                          </p:to>
                                        </p:set>
                                        <p:anim calcmode="lin" valueType="num">
                                          <p:cBhvr additive="base">
                                            <p:cTn id="7" dur="1000" fill="hold"/>
                                            <p:tgtEl>
                                              <p:spTgt spid="7">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cBhvr additive="base">
                                            <p:cTn id="8" dur="1000" fill="hold"/>
                                            <p:tgtEl>
                                              <p:spTgt spid="7">
                                                <p:graphicEl>
                                                  <a:chart seriesIdx="-3" categoryIdx="-3" bldStep="gridLegend"/>
                                                </p:graphic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250"/>
                                      </p:stCondLst>
                                      <p:childTnLst>
                                        <p:set>
                                          <p:cBhvr>
                                            <p:cTn id="10" dur="1" fill="hold">
                                              <p:stCondLst>
                                                <p:cond delay="0"/>
                                              </p:stCondLst>
                                            </p:cTn>
                                            <p:tgtEl>
                                              <p:spTgt spid="7">
                                                <p:graphicEl>
                                                  <a:chart seriesIdx="-4" categoryIdx="0" bldStep="category"/>
                                                </p:graphicEl>
                                              </p:spTgt>
                                            </p:tgtEl>
                                            <p:attrNameLst>
                                              <p:attrName>style.visibility</p:attrName>
                                            </p:attrNameLst>
                                          </p:cBhvr>
                                          <p:to>
                                            <p:strVal val="visible"/>
                                          </p:to>
                                        </p:set>
                                        <p:anim calcmode="lin" valueType="num">
                                          <p:cBhvr additive="base">
                                            <p:cTn id="11" dur="1000" fill="hold"/>
                                            <p:tgtEl>
                                              <p:spTgt spid="7">
                                                <p:graphicEl>
                                                  <a:chart seriesIdx="-4" categoryIdx="0" bldStep="category"/>
                                                </p:graphicEl>
                                              </p:spTgt>
                                            </p:tgtEl>
                                            <p:attrNameLst>
                                              <p:attrName>ppt_x</p:attrName>
                                            </p:attrNameLst>
                                          </p:cBhvr>
                                          <p:tavLst>
                                            <p:tav tm="0">
                                              <p:val>
                                                <p:strVal val="#ppt_x"/>
                                              </p:val>
                                            </p:tav>
                                            <p:tav tm="100000">
                                              <p:val>
                                                <p:strVal val="#ppt_x"/>
                                              </p:val>
                                            </p:tav>
                                          </p:tavLst>
                                        </p:anim>
                                        <p:anim calcmode="lin" valueType="num">
                                          <p:cBhvr additive="base">
                                            <p:cTn id="12" dur="1000" fill="hold"/>
                                            <p:tgtEl>
                                              <p:spTgt spid="7">
                                                <p:graphicEl>
                                                  <a:chart seriesIdx="-4" categoryIdx="0" bldStep="category"/>
                                                </p:graphic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500"/>
                                      </p:stCondLst>
                                      <p:childTnLst>
                                        <p:set>
                                          <p:cBhvr>
                                            <p:cTn id="14" dur="1" fill="hold">
                                              <p:stCondLst>
                                                <p:cond delay="0"/>
                                              </p:stCondLst>
                                            </p:cTn>
                                            <p:tgtEl>
                                              <p:spTgt spid="7">
                                                <p:graphicEl>
                                                  <a:chart seriesIdx="-4" categoryIdx="1" bldStep="category"/>
                                                </p:graphicEl>
                                              </p:spTgt>
                                            </p:tgtEl>
                                            <p:attrNameLst>
                                              <p:attrName>style.visibility</p:attrName>
                                            </p:attrNameLst>
                                          </p:cBhvr>
                                          <p:to>
                                            <p:strVal val="visible"/>
                                          </p:to>
                                        </p:set>
                                        <p:anim calcmode="lin" valueType="num">
                                          <p:cBhvr additive="base">
                                            <p:cTn id="15" dur="1000" fill="hold"/>
                                            <p:tgtEl>
                                              <p:spTgt spid="7">
                                                <p:graphicEl>
                                                  <a:chart seriesIdx="-4" categoryIdx="1" bldStep="category"/>
                                                </p:graphicEl>
                                              </p:spTgt>
                                            </p:tgtEl>
                                            <p:attrNameLst>
                                              <p:attrName>ppt_x</p:attrName>
                                            </p:attrNameLst>
                                          </p:cBhvr>
                                          <p:tavLst>
                                            <p:tav tm="0">
                                              <p:val>
                                                <p:strVal val="#ppt_x"/>
                                              </p:val>
                                            </p:tav>
                                            <p:tav tm="100000">
                                              <p:val>
                                                <p:strVal val="#ppt_x"/>
                                              </p:val>
                                            </p:tav>
                                          </p:tavLst>
                                        </p:anim>
                                        <p:anim calcmode="lin" valueType="num">
                                          <p:cBhvr additive="base">
                                            <p:cTn id="16" dur="1000" fill="hold"/>
                                            <p:tgtEl>
                                              <p:spTgt spid="7">
                                                <p:graphicEl>
                                                  <a:chart seriesIdx="-4" categoryIdx="1" bldStep="category"/>
                                                </p:graphicEl>
                                              </p:spTgt>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750"/>
                                      </p:stCondLst>
                                      <p:childTnLst>
                                        <p:set>
                                          <p:cBhvr>
                                            <p:cTn id="18" dur="1" fill="hold">
                                              <p:stCondLst>
                                                <p:cond delay="0"/>
                                              </p:stCondLst>
                                            </p:cTn>
                                            <p:tgtEl>
                                              <p:spTgt spid="7">
                                                <p:graphicEl>
                                                  <a:chart seriesIdx="-4" categoryIdx="2" bldStep="category"/>
                                                </p:graphicEl>
                                              </p:spTgt>
                                            </p:tgtEl>
                                            <p:attrNameLst>
                                              <p:attrName>style.visibility</p:attrName>
                                            </p:attrNameLst>
                                          </p:cBhvr>
                                          <p:to>
                                            <p:strVal val="visible"/>
                                          </p:to>
                                        </p:set>
                                        <p:anim calcmode="lin" valueType="num">
                                          <p:cBhvr additive="base">
                                            <p:cTn id="19" dur="1000" fill="hold"/>
                                            <p:tgtEl>
                                              <p:spTgt spid="7">
                                                <p:graphicEl>
                                                  <a:chart seriesIdx="-4" categoryIdx="2" bldStep="category"/>
                                                </p:graphicEl>
                                              </p:spTgt>
                                            </p:tgtEl>
                                            <p:attrNameLst>
                                              <p:attrName>ppt_x</p:attrName>
                                            </p:attrNameLst>
                                          </p:cBhvr>
                                          <p:tavLst>
                                            <p:tav tm="0">
                                              <p:val>
                                                <p:strVal val="#ppt_x"/>
                                              </p:val>
                                            </p:tav>
                                            <p:tav tm="100000">
                                              <p:val>
                                                <p:strVal val="#ppt_x"/>
                                              </p:val>
                                            </p:tav>
                                          </p:tavLst>
                                        </p:anim>
                                        <p:anim calcmode="lin" valueType="num">
                                          <p:cBhvr additive="base">
                                            <p:cTn id="20" dur="1000" fill="hold"/>
                                            <p:tgtEl>
                                              <p:spTgt spid="7">
                                                <p:graphicEl>
                                                  <a:chart seriesIdx="-4" categoryIdx="2" bldStep="category"/>
                                                </p:graphicEl>
                                              </p:spTgt>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1000"/>
                                      </p:stCondLst>
                                      <p:childTnLst>
                                        <p:set>
                                          <p:cBhvr>
                                            <p:cTn id="22" dur="1" fill="hold">
                                              <p:stCondLst>
                                                <p:cond delay="0"/>
                                              </p:stCondLst>
                                            </p:cTn>
                                            <p:tgtEl>
                                              <p:spTgt spid="7">
                                                <p:graphicEl>
                                                  <a:chart seriesIdx="-4" categoryIdx="3" bldStep="category"/>
                                                </p:graphicEl>
                                              </p:spTgt>
                                            </p:tgtEl>
                                            <p:attrNameLst>
                                              <p:attrName>style.visibility</p:attrName>
                                            </p:attrNameLst>
                                          </p:cBhvr>
                                          <p:to>
                                            <p:strVal val="visible"/>
                                          </p:to>
                                        </p:set>
                                        <p:anim calcmode="lin" valueType="num">
                                          <p:cBhvr additive="base">
                                            <p:cTn id="23" dur="1000" fill="hold"/>
                                            <p:tgtEl>
                                              <p:spTgt spid="7">
                                                <p:graphicEl>
                                                  <a:chart seriesIdx="-4" categoryIdx="3" bldStep="category"/>
                                                </p:graphicEl>
                                              </p:spTgt>
                                            </p:tgtEl>
                                            <p:attrNameLst>
                                              <p:attrName>ppt_x</p:attrName>
                                            </p:attrNameLst>
                                          </p:cBhvr>
                                          <p:tavLst>
                                            <p:tav tm="0">
                                              <p:val>
                                                <p:strVal val="#ppt_x"/>
                                              </p:val>
                                            </p:tav>
                                            <p:tav tm="100000">
                                              <p:val>
                                                <p:strVal val="#ppt_x"/>
                                              </p:val>
                                            </p:tav>
                                          </p:tavLst>
                                        </p:anim>
                                        <p:anim calcmode="lin" valueType="num">
                                          <p:cBhvr additive="base">
                                            <p:cTn id="24" dur="1000" fill="hold"/>
                                            <p:tgtEl>
                                              <p:spTgt spid="7">
                                                <p:graphicEl>
                                                  <a:chart seriesIdx="-4" categoryIdx="3" bldStep="category"/>
                                                </p:graphicEl>
                                              </p:spTgt>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1250"/>
                                      </p:stCondLst>
                                      <p:childTnLst>
                                        <p:set>
                                          <p:cBhvr>
                                            <p:cTn id="26" dur="1" fill="hold">
                                              <p:stCondLst>
                                                <p:cond delay="0"/>
                                              </p:stCondLst>
                                            </p:cTn>
                                            <p:tgtEl>
                                              <p:spTgt spid="7">
                                                <p:graphicEl>
                                                  <a:chart seriesIdx="-4" categoryIdx="4" bldStep="category"/>
                                                </p:graphicEl>
                                              </p:spTgt>
                                            </p:tgtEl>
                                            <p:attrNameLst>
                                              <p:attrName>style.visibility</p:attrName>
                                            </p:attrNameLst>
                                          </p:cBhvr>
                                          <p:to>
                                            <p:strVal val="visible"/>
                                          </p:to>
                                        </p:set>
                                        <p:anim calcmode="lin" valueType="num">
                                          <p:cBhvr additive="base">
                                            <p:cTn id="27" dur="1000" fill="hold"/>
                                            <p:tgtEl>
                                              <p:spTgt spid="7">
                                                <p:graphicEl>
                                                  <a:chart seriesIdx="-4" categoryIdx="4" bldStep="category"/>
                                                </p:graphicEl>
                                              </p:spTgt>
                                            </p:tgtEl>
                                            <p:attrNameLst>
                                              <p:attrName>ppt_x</p:attrName>
                                            </p:attrNameLst>
                                          </p:cBhvr>
                                          <p:tavLst>
                                            <p:tav tm="0">
                                              <p:val>
                                                <p:strVal val="#ppt_x"/>
                                              </p:val>
                                            </p:tav>
                                            <p:tav tm="100000">
                                              <p:val>
                                                <p:strVal val="#ppt_x"/>
                                              </p:val>
                                            </p:tav>
                                          </p:tavLst>
                                        </p:anim>
                                        <p:anim calcmode="lin" valueType="num">
                                          <p:cBhvr additive="base">
                                            <p:cTn id="28" dur="1000" fill="hold"/>
                                            <p:tgtEl>
                                              <p:spTgt spid="7">
                                                <p:graphicEl>
                                                  <a:chart seriesIdx="-4" categoryIdx="4" bldStep="category"/>
                                                </p:graphicEl>
                                              </p:spTgt>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1500"/>
                                      </p:stCondLst>
                                      <p:childTnLst>
                                        <p:set>
                                          <p:cBhvr>
                                            <p:cTn id="30" dur="1" fill="hold">
                                              <p:stCondLst>
                                                <p:cond delay="0"/>
                                              </p:stCondLst>
                                            </p:cTn>
                                            <p:tgtEl>
                                              <p:spTgt spid="7">
                                                <p:graphicEl>
                                                  <a:chart seriesIdx="-4" categoryIdx="5" bldStep="category"/>
                                                </p:graphicEl>
                                              </p:spTgt>
                                            </p:tgtEl>
                                            <p:attrNameLst>
                                              <p:attrName>style.visibility</p:attrName>
                                            </p:attrNameLst>
                                          </p:cBhvr>
                                          <p:to>
                                            <p:strVal val="visible"/>
                                          </p:to>
                                        </p:set>
                                        <p:anim calcmode="lin" valueType="num">
                                          <p:cBhvr additive="base">
                                            <p:cTn id="31" dur="1000" fill="hold"/>
                                            <p:tgtEl>
                                              <p:spTgt spid="7">
                                                <p:graphicEl>
                                                  <a:chart seriesIdx="-4" categoryIdx="5" bldStep="category"/>
                                                </p:graphicEl>
                                              </p:spTgt>
                                            </p:tgtEl>
                                            <p:attrNameLst>
                                              <p:attrName>ppt_x</p:attrName>
                                            </p:attrNameLst>
                                          </p:cBhvr>
                                          <p:tavLst>
                                            <p:tav tm="0">
                                              <p:val>
                                                <p:strVal val="#ppt_x"/>
                                              </p:val>
                                            </p:tav>
                                            <p:tav tm="100000">
                                              <p:val>
                                                <p:strVal val="#ppt_x"/>
                                              </p:val>
                                            </p:tav>
                                          </p:tavLst>
                                        </p:anim>
                                        <p:anim calcmode="lin" valueType="num">
                                          <p:cBhvr additive="base">
                                            <p:cTn id="32" dur="1000" fill="hold"/>
                                            <p:tgtEl>
                                              <p:spTgt spid="7">
                                                <p:graphicEl>
                                                  <a:chart seriesIdx="-4" categoryIdx="5" bldStep="category"/>
                                                </p:graphicEl>
                                              </p:spTgt>
                                            </p:tgtEl>
                                            <p:attrNameLst>
                                              <p:attrName>ppt_y</p:attrName>
                                            </p:attrNameLst>
                                          </p:cBhvr>
                                          <p:tavLst>
                                            <p:tav tm="0">
                                              <p:val>
                                                <p:strVal val="0-#ppt_h/2"/>
                                              </p:val>
                                            </p:tav>
                                            <p:tav tm="100000">
                                              <p:val>
                                                <p:strVal val="#ppt_y"/>
                                              </p:val>
                                            </p:tav>
                                          </p:tavLst>
                                        </p:anim>
                                      </p:childTnLst>
                                    </p:cTn>
                                  </p:par>
                                  <p:par>
                                    <p:cTn id="33" presetID="10" presetClass="entr" presetSubtype="0" fill="hold" grpId="0" nodeType="withEffect">
                                      <p:stCondLst>
                                        <p:cond delay="25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par>
                                    <p:cTn id="36" presetID="10" presetClass="entr" presetSubtype="0" fill="hold" grpId="0" nodeType="withEffect">
                                      <p:stCondLst>
                                        <p:cond delay="50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par>
                                    <p:cTn id="39" presetID="10" presetClass="entr" presetSubtype="0" fill="hold" grpId="0" nodeType="withEffect">
                                      <p:stCondLst>
                                        <p:cond delay="75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par>
                                    <p:cTn id="42" presetID="10" presetClass="entr" presetSubtype="0" fill="hold" grpId="0" nodeType="withEffect">
                                      <p:stCondLst>
                                        <p:cond delay="100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grpId="0" nodeType="withEffect">
                                      <p:stCondLst>
                                        <p:cond delay="125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2" presetClass="entr" presetSubtype="4" fill="hold" grpId="0" nodeType="withEffect">
                                      <p:stCondLst>
                                        <p:cond delay="250"/>
                                      </p:stCondLst>
                                      <p:childTnLst>
                                        <p:set>
                                          <p:cBhvr>
                                            <p:cTn id="52" dur="1" fill="hold">
                                              <p:stCondLst>
                                                <p:cond delay="0"/>
                                              </p:stCondLst>
                                            </p:cTn>
                                            <p:tgtEl>
                                              <p:spTgt spid="8"/>
                                            </p:tgtEl>
                                            <p:attrNameLst>
                                              <p:attrName>style.visibility</p:attrName>
                                            </p:attrNameLst>
                                          </p:cBhvr>
                                          <p:to>
                                            <p:strVal val="visible"/>
                                          </p:to>
                                        </p:set>
                                        <p:anim calcmode="lin" valueType="num">
                                          <p:cBhvr additive="base">
                                            <p:cTn id="53" dur="1000" fill="hold"/>
                                            <p:tgtEl>
                                              <p:spTgt spid="8"/>
                                            </p:tgtEl>
                                            <p:attrNameLst>
                                              <p:attrName>ppt_x</p:attrName>
                                            </p:attrNameLst>
                                          </p:cBhvr>
                                          <p:tavLst>
                                            <p:tav tm="0">
                                              <p:val>
                                                <p:strVal val="#ppt_x"/>
                                              </p:val>
                                            </p:tav>
                                            <p:tav tm="100000">
                                              <p:val>
                                                <p:strVal val="#ppt_x"/>
                                              </p:val>
                                            </p:tav>
                                          </p:tavLst>
                                        </p:anim>
                                        <p:anim calcmode="lin" valueType="num">
                                          <p:cBhvr additive="base">
                                            <p:cTn id="54" dur="1000" fill="hold"/>
                                            <p:tgtEl>
                                              <p:spTgt spid="8"/>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500"/>
                                      </p:stCondLst>
                                      <p:childTnLst>
                                        <p:set>
                                          <p:cBhvr>
                                            <p:cTn id="56" dur="1" fill="hold">
                                              <p:stCondLst>
                                                <p:cond delay="0"/>
                                              </p:stCondLst>
                                            </p:cTn>
                                            <p:tgtEl>
                                              <p:spTgt spid="9"/>
                                            </p:tgtEl>
                                            <p:attrNameLst>
                                              <p:attrName>style.visibility</p:attrName>
                                            </p:attrNameLst>
                                          </p:cBhvr>
                                          <p:to>
                                            <p:strVal val="visible"/>
                                          </p:to>
                                        </p:set>
                                        <p:anim calcmode="lin" valueType="num">
                                          <p:cBhvr additive="base">
                                            <p:cTn id="57" dur="1000" fill="hold"/>
                                            <p:tgtEl>
                                              <p:spTgt spid="9"/>
                                            </p:tgtEl>
                                            <p:attrNameLst>
                                              <p:attrName>ppt_x</p:attrName>
                                            </p:attrNameLst>
                                          </p:cBhvr>
                                          <p:tavLst>
                                            <p:tav tm="0">
                                              <p:val>
                                                <p:strVal val="#ppt_x"/>
                                              </p:val>
                                            </p:tav>
                                            <p:tav tm="100000">
                                              <p:val>
                                                <p:strVal val="#ppt_x"/>
                                              </p:val>
                                            </p:tav>
                                          </p:tavLst>
                                        </p:anim>
                                        <p:anim calcmode="lin" valueType="num">
                                          <p:cBhvr additive="base">
                                            <p:cTn id="58" dur="1000" fill="hold"/>
                                            <p:tgtEl>
                                              <p:spTgt spid="9"/>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750"/>
                                      </p:stCondLst>
                                      <p:childTnLst>
                                        <p:set>
                                          <p:cBhvr>
                                            <p:cTn id="60" dur="1" fill="hold">
                                              <p:stCondLst>
                                                <p:cond delay="0"/>
                                              </p:stCondLst>
                                            </p:cTn>
                                            <p:tgtEl>
                                              <p:spTgt spid="10"/>
                                            </p:tgtEl>
                                            <p:attrNameLst>
                                              <p:attrName>style.visibility</p:attrName>
                                            </p:attrNameLst>
                                          </p:cBhvr>
                                          <p:to>
                                            <p:strVal val="visible"/>
                                          </p:to>
                                        </p:set>
                                        <p:anim calcmode="lin" valueType="num">
                                          <p:cBhvr additive="base">
                                            <p:cTn id="61" dur="1000" fill="hold"/>
                                            <p:tgtEl>
                                              <p:spTgt spid="10"/>
                                            </p:tgtEl>
                                            <p:attrNameLst>
                                              <p:attrName>ppt_x</p:attrName>
                                            </p:attrNameLst>
                                          </p:cBhvr>
                                          <p:tavLst>
                                            <p:tav tm="0">
                                              <p:val>
                                                <p:strVal val="#ppt_x"/>
                                              </p:val>
                                            </p:tav>
                                            <p:tav tm="100000">
                                              <p:val>
                                                <p:strVal val="#ppt_x"/>
                                              </p:val>
                                            </p:tav>
                                          </p:tavLst>
                                        </p:anim>
                                        <p:anim calcmode="lin" valueType="num">
                                          <p:cBhvr additive="base">
                                            <p:cTn id="62" dur="1000" fill="hold"/>
                                            <p:tgtEl>
                                              <p:spTgt spid="10"/>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1000"/>
                                      </p:stCondLst>
                                      <p:childTnLst>
                                        <p:set>
                                          <p:cBhvr>
                                            <p:cTn id="64" dur="1" fill="hold">
                                              <p:stCondLst>
                                                <p:cond delay="0"/>
                                              </p:stCondLst>
                                            </p:cTn>
                                            <p:tgtEl>
                                              <p:spTgt spid="11"/>
                                            </p:tgtEl>
                                            <p:attrNameLst>
                                              <p:attrName>style.visibility</p:attrName>
                                            </p:attrNameLst>
                                          </p:cBhvr>
                                          <p:to>
                                            <p:strVal val="visible"/>
                                          </p:to>
                                        </p:set>
                                        <p:anim calcmode="lin" valueType="num">
                                          <p:cBhvr additive="base">
                                            <p:cTn id="65" dur="1000" fill="hold"/>
                                            <p:tgtEl>
                                              <p:spTgt spid="11"/>
                                            </p:tgtEl>
                                            <p:attrNameLst>
                                              <p:attrName>ppt_x</p:attrName>
                                            </p:attrNameLst>
                                          </p:cBhvr>
                                          <p:tavLst>
                                            <p:tav tm="0">
                                              <p:val>
                                                <p:strVal val="#ppt_x"/>
                                              </p:val>
                                            </p:tav>
                                            <p:tav tm="100000">
                                              <p:val>
                                                <p:strVal val="#ppt_x"/>
                                              </p:val>
                                            </p:tav>
                                          </p:tavLst>
                                        </p:anim>
                                        <p:anim calcmode="lin" valueType="num">
                                          <p:cBhvr additive="base">
                                            <p:cTn id="66" dur="1000" fill="hold"/>
                                            <p:tgtEl>
                                              <p:spTgt spid="11"/>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1250"/>
                                      </p:stCondLst>
                                      <p:childTnLst>
                                        <p:set>
                                          <p:cBhvr>
                                            <p:cTn id="68" dur="1" fill="hold">
                                              <p:stCondLst>
                                                <p:cond delay="0"/>
                                              </p:stCondLst>
                                            </p:cTn>
                                            <p:tgtEl>
                                              <p:spTgt spid="12"/>
                                            </p:tgtEl>
                                            <p:attrNameLst>
                                              <p:attrName>style.visibility</p:attrName>
                                            </p:attrNameLst>
                                          </p:cBhvr>
                                          <p:to>
                                            <p:strVal val="visible"/>
                                          </p:to>
                                        </p:set>
                                        <p:anim calcmode="lin" valueType="num">
                                          <p:cBhvr additive="base">
                                            <p:cTn id="69" dur="1000" fill="hold"/>
                                            <p:tgtEl>
                                              <p:spTgt spid="12"/>
                                            </p:tgtEl>
                                            <p:attrNameLst>
                                              <p:attrName>ppt_x</p:attrName>
                                            </p:attrNameLst>
                                          </p:cBhvr>
                                          <p:tavLst>
                                            <p:tav tm="0">
                                              <p:val>
                                                <p:strVal val="#ppt_x"/>
                                              </p:val>
                                            </p:tav>
                                            <p:tav tm="100000">
                                              <p:val>
                                                <p:strVal val="#ppt_x"/>
                                              </p:val>
                                            </p:tav>
                                          </p:tavLst>
                                        </p:anim>
                                        <p:anim calcmode="lin" valueType="num">
                                          <p:cBhvr additive="base">
                                            <p:cTn id="70" dur="1000" fill="hold"/>
                                            <p:tgtEl>
                                              <p:spTgt spid="12"/>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1500"/>
                                      </p:stCondLst>
                                      <p:childTnLst>
                                        <p:set>
                                          <p:cBhvr>
                                            <p:cTn id="72" dur="1" fill="hold">
                                              <p:stCondLst>
                                                <p:cond delay="0"/>
                                              </p:stCondLst>
                                            </p:cTn>
                                            <p:tgtEl>
                                              <p:spTgt spid="13"/>
                                            </p:tgtEl>
                                            <p:attrNameLst>
                                              <p:attrName>style.visibility</p:attrName>
                                            </p:attrNameLst>
                                          </p:cBhvr>
                                          <p:to>
                                            <p:strVal val="visible"/>
                                          </p:to>
                                        </p:set>
                                        <p:anim calcmode="lin" valueType="num">
                                          <p:cBhvr additive="base">
                                            <p:cTn id="73" dur="1000" fill="hold"/>
                                            <p:tgtEl>
                                              <p:spTgt spid="13"/>
                                            </p:tgtEl>
                                            <p:attrNameLst>
                                              <p:attrName>ppt_x</p:attrName>
                                            </p:attrNameLst>
                                          </p:cBhvr>
                                          <p:tavLst>
                                            <p:tav tm="0">
                                              <p:val>
                                                <p:strVal val="#ppt_x"/>
                                              </p:val>
                                            </p:tav>
                                            <p:tav tm="100000">
                                              <p:val>
                                                <p:strVal val="#ppt_x"/>
                                              </p:val>
                                            </p:tav>
                                          </p:tavLst>
                                        </p:anim>
                                        <p:anim calcmode="lin" valueType="num">
                                          <p:cBhvr additive="base">
                                            <p:cTn id="74" dur="10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P spid="17" grpId="0" animBg="1"/>
          <p:bldP spid="16" grpId="0" animBg="1"/>
          <p:bldP spid="15" grpId="0" animBg="1"/>
          <p:bldP spid="20" grpId="0" animBg="1"/>
          <p:bldGraphic spid="7" grpId="0" uiExpand="1">
            <p:bldSub>
              <a:bldChart bld="category"/>
            </p:bldSub>
          </p:bldGraphic>
          <p:bldP spid="8" grpId="0"/>
          <p:bldP spid="9" grpId="0"/>
          <p:bldP spid="10" grpId="0"/>
          <p:bldP spid="11" grpId="0"/>
          <p:bldP spid="12" grpId="0"/>
          <p:bldP spid="13"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42292E06-5C5B-4CC9-BDE9-0CD6E6D0A865}"/>
              </a:ext>
            </a:extLst>
          </p:cNvPr>
          <p:cNvGraphicFramePr/>
          <p:nvPr>
            <p:extLst>
              <p:ext uri="{D42A27DB-BD31-4B8C-83A1-F6EECF244321}">
                <p14:modId xmlns:p14="http://schemas.microsoft.com/office/powerpoint/2010/main" val="3253300230"/>
              </p:ext>
            </p:extLst>
          </p:nvPr>
        </p:nvGraphicFramePr>
        <p:xfrm>
          <a:off x="2475230" y="1305137"/>
          <a:ext cx="7500620" cy="4873413"/>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5465154E-0F26-4CDB-9D41-6A5767109024}"/>
              </a:ext>
            </a:extLst>
          </p:cNvPr>
          <p:cNvSpPr txBox="1"/>
          <p:nvPr/>
        </p:nvSpPr>
        <p:spPr>
          <a:xfrm>
            <a:off x="3245700" y="333188"/>
            <a:ext cx="5700600" cy="461665"/>
          </a:xfrm>
          <a:prstGeom prst="rect">
            <a:avLst/>
          </a:prstGeom>
          <a:noFill/>
        </p:spPr>
        <p:txBody>
          <a:bodyPr wrap="none" rtlCol="0">
            <a:spAutoFit/>
          </a:bodyPr>
          <a:lstStyle/>
          <a:p>
            <a:pPr algn="ctr"/>
            <a:r>
              <a:rPr lang="en-US" sz="2400">
                <a:latin typeface="Montserrat SemiBold" panose="00000700000000000000" pitchFamily="50" charset="-52"/>
              </a:rPr>
              <a:t>EDITABLE COLUMN INFOGRAPHIC</a:t>
            </a:r>
            <a:endParaRPr lang="ru-UA" sz="2400">
              <a:latin typeface="Montserrat SemiBold" panose="00000700000000000000" pitchFamily="50" charset="-52"/>
            </a:endParaRPr>
          </a:p>
        </p:txBody>
      </p:sp>
      <p:sp>
        <p:nvSpPr>
          <p:cNvPr id="5" name="TextBox 4">
            <a:extLst>
              <a:ext uri="{FF2B5EF4-FFF2-40B4-BE49-F238E27FC236}">
                <a16:creationId xmlns:a16="http://schemas.microsoft.com/office/drawing/2014/main" id="{7693A26D-A297-4255-AE3E-BA88DCC782B2}"/>
              </a:ext>
            </a:extLst>
          </p:cNvPr>
          <p:cNvSpPr txBox="1"/>
          <p:nvPr/>
        </p:nvSpPr>
        <p:spPr>
          <a:xfrm>
            <a:off x="5258271"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1248928622"/>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67000">
                                      <p:stCondLst>
                                        <p:cond delay="0"/>
                                      </p:stCondLst>
                                      <p:childTnLst>
                                        <p:set>
                                          <p:cBhvr>
                                            <p:cTn id="6" dur="1" fill="hold">
                                              <p:stCondLst>
                                                <p:cond delay="0"/>
                                              </p:stCondLst>
                                            </p:cTn>
                                            <p:tgtEl>
                                              <p:spTgt spid="6">
                                                <p:graphicEl>
                                                  <a:chart seriesIdx="-3" categoryIdx="-3" bldStep="gridLegend"/>
                                                </p:graphicEl>
                                              </p:spTgt>
                                            </p:tgtEl>
                                            <p:attrNameLst>
                                              <p:attrName>style.visibility</p:attrName>
                                            </p:attrNameLst>
                                          </p:cBhvr>
                                          <p:to>
                                            <p:strVal val="visible"/>
                                          </p:to>
                                        </p:set>
                                        <p:anim calcmode="lin" valueType="num" p14:bounceEnd="67000">
                                          <p:cBhvr additive="base">
                                            <p:cTn id="7" dur="1000" fill="hold"/>
                                            <p:tgtEl>
                                              <p:spTgt spid="6">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14:bounceEnd="67000">
                                          <p:cBhvr additive="base">
                                            <p:cTn id="8" dur="1000" fill="hold"/>
                                            <p:tgtEl>
                                              <p:spTgt spid="6">
                                                <p:graphicEl>
                                                  <a:chart seriesIdx="-3" categoryIdx="-3" bldStep="gridLegend"/>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67000">
                                      <p:stCondLst>
                                        <p:cond delay="250"/>
                                      </p:stCondLst>
                                      <p:childTnLst>
                                        <p:set>
                                          <p:cBhvr>
                                            <p:cTn id="10" dur="1" fill="hold">
                                              <p:stCondLst>
                                                <p:cond delay="0"/>
                                              </p:stCondLst>
                                            </p:cTn>
                                            <p:tgtEl>
                                              <p:spTgt spid="6">
                                                <p:graphicEl>
                                                  <a:chart seriesIdx="-4" categoryIdx="0" bldStep="category"/>
                                                </p:graphicEl>
                                              </p:spTgt>
                                            </p:tgtEl>
                                            <p:attrNameLst>
                                              <p:attrName>style.visibility</p:attrName>
                                            </p:attrNameLst>
                                          </p:cBhvr>
                                          <p:to>
                                            <p:strVal val="visible"/>
                                          </p:to>
                                        </p:set>
                                        <p:anim calcmode="lin" valueType="num" p14:bounceEnd="67000">
                                          <p:cBhvr additive="base">
                                            <p:cTn id="11" dur="1000" fill="hold"/>
                                            <p:tgtEl>
                                              <p:spTgt spid="6">
                                                <p:graphicEl>
                                                  <a:chart seriesIdx="-4" categoryIdx="0"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12" dur="1000" fill="hold"/>
                                            <p:tgtEl>
                                              <p:spTgt spid="6">
                                                <p:graphicEl>
                                                  <a:chart seriesIdx="-4" categoryIdx="0" bldStep="category"/>
                                                </p:graphic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14:presetBounceEnd="67000">
                                      <p:stCondLst>
                                        <p:cond delay="500"/>
                                      </p:stCondLst>
                                      <p:childTnLst>
                                        <p:set>
                                          <p:cBhvr>
                                            <p:cTn id="14" dur="1" fill="hold">
                                              <p:stCondLst>
                                                <p:cond delay="0"/>
                                              </p:stCondLst>
                                            </p:cTn>
                                            <p:tgtEl>
                                              <p:spTgt spid="6">
                                                <p:graphicEl>
                                                  <a:chart seriesIdx="-4" categoryIdx="1" bldStep="category"/>
                                                </p:graphicEl>
                                              </p:spTgt>
                                            </p:tgtEl>
                                            <p:attrNameLst>
                                              <p:attrName>style.visibility</p:attrName>
                                            </p:attrNameLst>
                                          </p:cBhvr>
                                          <p:to>
                                            <p:strVal val="visible"/>
                                          </p:to>
                                        </p:set>
                                        <p:anim calcmode="lin" valueType="num" p14:bounceEnd="67000">
                                          <p:cBhvr additive="base">
                                            <p:cTn id="15" dur="1000" fill="hold"/>
                                            <p:tgtEl>
                                              <p:spTgt spid="6">
                                                <p:graphicEl>
                                                  <a:chart seriesIdx="-4" categoryIdx="1"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16" dur="1000" fill="hold"/>
                                            <p:tgtEl>
                                              <p:spTgt spid="6">
                                                <p:graphicEl>
                                                  <a:chart seriesIdx="-4" categoryIdx="1" bldStep="category"/>
                                                </p:graphic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14:presetBounceEnd="67000">
                                      <p:stCondLst>
                                        <p:cond delay="750"/>
                                      </p:stCondLst>
                                      <p:childTnLst>
                                        <p:set>
                                          <p:cBhvr>
                                            <p:cTn id="18" dur="1" fill="hold">
                                              <p:stCondLst>
                                                <p:cond delay="0"/>
                                              </p:stCondLst>
                                            </p:cTn>
                                            <p:tgtEl>
                                              <p:spTgt spid="6">
                                                <p:graphicEl>
                                                  <a:chart seriesIdx="-4" categoryIdx="2" bldStep="category"/>
                                                </p:graphicEl>
                                              </p:spTgt>
                                            </p:tgtEl>
                                            <p:attrNameLst>
                                              <p:attrName>style.visibility</p:attrName>
                                            </p:attrNameLst>
                                          </p:cBhvr>
                                          <p:to>
                                            <p:strVal val="visible"/>
                                          </p:to>
                                        </p:set>
                                        <p:anim calcmode="lin" valueType="num" p14:bounceEnd="67000">
                                          <p:cBhvr additive="base">
                                            <p:cTn id="19" dur="1000" fill="hold"/>
                                            <p:tgtEl>
                                              <p:spTgt spid="6">
                                                <p:graphicEl>
                                                  <a:chart seriesIdx="-4" categoryIdx="2"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20" dur="1000" fill="hold"/>
                                            <p:tgtEl>
                                              <p:spTgt spid="6">
                                                <p:graphicEl>
                                                  <a:chart seriesIdx="-4" categoryIdx="2" bldStep="category"/>
                                                </p:graphic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14:presetBounceEnd="67000">
                                      <p:stCondLst>
                                        <p:cond delay="1000"/>
                                      </p:stCondLst>
                                      <p:childTnLst>
                                        <p:set>
                                          <p:cBhvr>
                                            <p:cTn id="22" dur="1" fill="hold">
                                              <p:stCondLst>
                                                <p:cond delay="0"/>
                                              </p:stCondLst>
                                            </p:cTn>
                                            <p:tgtEl>
                                              <p:spTgt spid="6">
                                                <p:graphicEl>
                                                  <a:chart seriesIdx="-4" categoryIdx="3" bldStep="category"/>
                                                </p:graphicEl>
                                              </p:spTgt>
                                            </p:tgtEl>
                                            <p:attrNameLst>
                                              <p:attrName>style.visibility</p:attrName>
                                            </p:attrNameLst>
                                          </p:cBhvr>
                                          <p:to>
                                            <p:strVal val="visible"/>
                                          </p:to>
                                        </p:set>
                                        <p:anim calcmode="lin" valueType="num" p14:bounceEnd="67000">
                                          <p:cBhvr additive="base">
                                            <p:cTn id="23" dur="1000" fill="hold"/>
                                            <p:tgtEl>
                                              <p:spTgt spid="6">
                                                <p:graphicEl>
                                                  <a:chart seriesIdx="-4" categoryIdx="3"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24" dur="1000" fill="hold"/>
                                            <p:tgtEl>
                                              <p:spTgt spid="6">
                                                <p:graphicEl>
                                                  <a:chart seriesIdx="-4" categoryIdx="3" bldStep="category"/>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14:presetBounceEnd="67000">
                                      <p:stCondLst>
                                        <p:cond delay="1250"/>
                                      </p:stCondLst>
                                      <p:childTnLst>
                                        <p:set>
                                          <p:cBhvr>
                                            <p:cTn id="26" dur="1" fill="hold">
                                              <p:stCondLst>
                                                <p:cond delay="0"/>
                                              </p:stCondLst>
                                            </p:cTn>
                                            <p:tgtEl>
                                              <p:spTgt spid="6">
                                                <p:graphicEl>
                                                  <a:chart seriesIdx="-4" categoryIdx="4" bldStep="category"/>
                                                </p:graphicEl>
                                              </p:spTgt>
                                            </p:tgtEl>
                                            <p:attrNameLst>
                                              <p:attrName>style.visibility</p:attrName>
                                            </p:attrNameLst>
                                          </p:cBhvr>
                                          <p:to>
                                            <p:strVal val="visible"/>
                                          </p:to>
                                        </p:set>
                                        <p:anim calcmode="lin" valueType="num" p14:bounceEnd="67000">
                                          <p:cBhvr additive="base">
                                            <p:cTn id="27" dur="1000" fill="hold"/>
                                            <p:tgtEl>
                                              <p:spTgt spid="6">
                                                <p:graphicEl>
                                                  <a:chart seriesIdx="-4" categoryIdx="4"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28" dur="1000" fill="hold"/>
                                            <p:tgtEl>
                                              <p:spTgt spid="6">
                                                <p:graphicEl>
                                                  <a:chart seriesIdx="-4" categoryIdx="4" bldStep="category"/>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14:presetBounceEnd="67000">
                                      <p:stCondLst>
                                        <p:cond delay="1500"/>
                                      </p:stCondLst>
                                      <p:childTnLst>
                                        <p:set>
                                          <p:cBhvr>
                                            <p:cTn id="30" dur="1" fill="hold">
                                              <p:stCondLst>
                                                <p:cond delay="0"/>
                                              </p:stCondLst>
                                            </p:cTn>
                                            <p:tgtEl>
                                              <p:spTgt spid="6">
                                                <p:graphicEl>
                                                  <a:chart seriesIdx="-4" categoryIdx="5" bldStep="category"/>
                                                </p:graphicEl>
                                              </p:spTgt>
                                            </p:tgtEl>
                                            <p:attrNameLst>
                                              <p:attrName>style.visibility</p:attrName>
                                            </p:attrNameLst>
                                          </p:cBhvr>
                                          <p:to>
                                            <p:strVal val="visible"/>
                                          </p:to>
                                        </p:set>
                                        <p:anim calcmode="lin" valueType="num" p14:bounceEnd="67000">
                                          <p:cBhvr additive="base">
                                            <p:cTn id="31" dur="1000" fill="hold"/>
                                            <p:tgtEl>
                                              <p:spTgt spid="6">
                                                <p:graphicEl>
                                                  <a:chart seriesIdx="-4" categoryIdx="5"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32" dur="1000" fill="hold"/>
                                            <p:tgtEl>
                                              <p:spTgt spid="6">
                                                <p:graphicEl>
                                                  <a:chart seriesIdx="-4" categoryIdx="5" bldStep="category"/>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Chart bld="category"/>
            </p:bldSub>
          </p:bldGraphic>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graphicEl>
                                                  <a:chart seriesIdx="-3" categoryIdx="-3" bldStep="gridLegend"/>
                                                </p:graphicEl>
                                              </p:spTgt>
                                            </p:tgtEl>
                                            <p:attrNameLst>
                                              <p:attrName>style.visibility</p:attrName>
                                            </p:attrNameLst>
                                          </p:cBhvr>
                                          <p:to>
                                            <p:strVal val="visible"/>
                                          </p:to>
                                        </p:set>
                                        <p:anim calcmode="lin" valueType="num">
                                          <p:cBhvr additive="base">
                                            <p:cTn id="7" dur="1000" fill="hold"/>
                                            <p:tgtEl>
                                              <p:spTgt spid="6">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cBhvr additive="base">
                                            <p:cTn id="8" dur="1000" fill="hold"/>
                                            <p:tgtEl>
                                              <p:spTgt spid="6">
                                                <p:graphicEl>
                                                  <a:chart seriesIdx="-3" categoryIdx="-3" bldStep="gridLegend"/>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250"/>
                                      </p:stCondLst>
                                      <p:childTnLst>
                                        <p:set>
                                          <p:cBhvr>
                                            <p:cTn id="10" dur="1" fill="hold">
                                              <p:stCondLst>
                                                <p:cond delay="0"/>
                                              </p:stCondLst>
                                            </p:cTn>
                                            <p:tgtEl>
                                              <p:spTgt spid="6">
                                                <p:graphicEl>
                                                  <a:chart seriesIdx="-4" categoryIdx="0" bldStep="category"/>
                                                </p:graphicEl>
                                              </p:spTgt>
                                            </p:tgtEl>
                                            <p:attrNameLst>
                                              <p:attrName>style.visibility</p:attrName>
                                            </p:attrNameLst>
                                          </p:cBhvr>
                                          <p:to>
                                            <p:strVal val="visible"/>
                                          </p:to>
                                        </p:set>
                                        <p:anim calcmode="lin" valueType="num">
                                          <p:cBhvr additive="base">
                                            <p:cTn id="11" dur="1000" fill="hold"/>
                                            <p:tgtEl>
                                              <p:spTgt spid="6">
                                                <p:graphicEl>
                                                  <a:chart seriesIdx="-4" categoryIdx="0" bldStep="category"/>
                                                </p:graphicEl>
                                              </p:spTgt>
                                            </p:tgtEl>
                                            <p:attrNameLst>
                                              <p:attrName>ppt_x</p:attrName>
                                            </p:attrNameLst>
                                          </p:cBhvr>
                                          <p:tavLst>
                                            <p:tav tm="0">
                                              <p:val>
                                                <p:strVal val="#ppt_x"/>
                                              </p:val>
                                            </p:tav>
                                            <p:tav tm="100000">
                                              <p:val>
                                                <p:strVal val="#ppt_x"/>
                                              </p:val>
                                            </p:tav>
                                          </p:tavLst>
                                        </p:anim>
                                        <p:anim calcmode="lin" valueType="num">
                                          <p:cBhvr additive="base">
                                            <p:cTn id="12" dur="1000" fill="hold"/>
                                            <p:tgtEl>
                                              <p:spTgt spid="6">
                                                <p:graphicEl>
                                                  <a:chart seriesIdx="-4" categoryIdx="0" bldStep="category"/>
                                                </p:graphic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500"/>
                                      </p:stCondLst>
                                      <p:childTnLst>
                                        <p:set>
                                          <p:cBhvr>
                                            <p:cTn id="14" dur="1" fill="hold">
                                              <p:stCondLst>
                                                <p:cond delay="0"/>
                                              </p:stCondLst>
                                            </p:cTn>
                                            <p:tgtEl>
                                              <p:spTgt spid="6">
                                                <p:graphicEl>
                                                  <a:chart seriesIdx="-4" categoryIdx="1" bldStep="category"/>
                                                </p:graphicEl>
                                              </p:spTgt>
                                            </p:tgtEl>
                                            <p:attrNameLst>
                                              <p:attrName>style.visibility</p:attrName>
                                            </p:attrNameLst>
                                          </p:cBhvr>
                                          <p:to>
                                            <p:strVal val="visible"/>
                                          </p:to>
                                        </p:set>
                                        <p:anim calcmode="lin" valueType="num">
                                          <p:cBhvr additive="base">
                                            <p:cTn id="15" dur="1000" fill="hold"/>
                                            <p:tgtEl>
                                              <p:spTgt spid="6">
                                                <p:graphicEl>
                                                  <a:chart seriesIdx="-4" categoryIdx="1" bldStep="category"/>
                                                </p:graphicEl>
                                              </p:spTgt>
                                            </p:tgtEl>
                                            <p:attrNameLst>
                                              <p:attrName>ppt_x</p:attrName>
                                            </p:attrNameLst>
                                          </p:cBhvr>
                                          <p:tavLst>
                                            <p:tav tm="0">
                                              <p:val>
                                                <p:strVal val="#ppt_x"/>
                                              </p:val>
                                            </p:tav>
                                            <p:tav tm="100000">
                                              <p:val>
                                                <p:strVal val="#ppt_x"/>
                                              </p:val>
                                            </p:tav>
                                          </p:tavLst>
                                        </p:anim>
                                        <p:anim calcmode="lin" valueType="num">
                                          <p:cBhvr additive="base">
                                            <p:cTn id="16" dur="1000" fill="hold"/>
                                            <p:tgtEl>
                                              <p:spTgt spid="6">
                                                <p:graphicEl>
                                                  <a:chart seriesIdx="-4" categoryIdx="1" bldStep="category"/>
                                                </p:graphic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750"/>
                                      </p:stCondLst>
                                      <p:childTnLst>
                                        <p:set>
                                          <p:cBhvr>
                                            <p:cTn id="18" dur="1" fill="hold">
                                              <p:stCondLst>
                                                <p:cond delay="0"/>
                                              </p:stCondLst>
                                            </p:cTn>
                                            <p:tgtEl>
                                              <p:spTgt spid="6">
                                                <p:graphicEl>
                                                  <a:chart seriesIdx="-4" categoryIdx="2" bldStep="category"/>
                                                </p:graphicEl>
                                              </p:spTgt>
                                            </p:tgtEl>
                                            <p:attrNameLst>
                                              <p:attrName>style.visibility</p:attrName>
                                            </p:attrNameLst>
                                          </p:cBhvr>
                                          <p:to>
                                            <p:strVal val="visible"/>
                                          </p:to>
                                        </p:set>
                                        <p:anim calcmode="lin" valueType="num">
                                          <p:cBhvr additive="base">
                                            <p:cTn id="19" dur="1000" fill="hold"/>
                                            <p:tgtEl>
                                              <p:spTgt spid="6">
                                                <p:graphicEl>
                                                  <a:chart seriesIdx="-4" categoryIdx="2" bldStep="category"/>
                                                </p:graphicEl>
                                              </p:spTgt>
                                            </p:tgtEl>
                                            <p:attrNameLst>
                                              <p:attrName>ppt_x</p:attrName>
                                            </p:attrNameLst>
                                          </p:cBhvr>
                                          <p:tavLst>
                                            <p:tav tm="0">
                                              <p:val>
                                                <p:strVal val="#ppt_x"/>
                                              </p:val>
                                            </p:tav>
                                            <p:tav tm="100000">
                                              <p:val>
                                                <p:strVal val="#ppt_x"/>
                                              </p:val>
                                            </p:tav>
                                          </p:tavLst>
                                        </p:anim>
                                        <p:anim calcmode="lin" valueType="num">
                                          <p:cBhvr additive="base">
                                            <p:cTn id="20" dur="1000" fill="hold"/>
                                            <p:tgtEl>
                                              <p:spTgt spid="6">
                                                <p:graphicEl>
                                                  <a:chart seriesIdx="-4" categoryIdx="2" bldStep="category"/>
                                                </p:graphic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1000"/>
                                      </p:stCondLst>
                                      <p:childTnLst>
                                        <p:set>
                                          <p:cBhvr>
                                            <p:cTn id="22" dur="1" fill="hold">
                                              <p:stCondLst>
                                                <p:cond delay="0"/>
                                              </p:stCondLst>
                                            </p:cTn>
                                            <p:tgtEl>
                                              <p:spTgt spid="6">
                                                <p:graphicEl>
                                                  <a:chart seriesIdx="-4" categoryIdx="3" bldStep="category"/>
                                                </p:graphicEl>
                                              </p:spTgt>
                                            </p:tgtEl>
                                            <p:attrNameLst>
                                              <p:attrName>style.visibility</p:attrName>
                                            </p:attrNameLst>
                                          </p:cBhvr>
                                          <p:to>
                                            <p:strVal val="visible"/>
                                          </p:to>
                                        </p:set>
                                        <p:anim calcmode="lin" valueType="num">
                                          <p:cBhvr additive="base">
                                            <p:cTn id="23" dur="1000" fill="hold"/>
                                            <p:tgtEl>
                                              <p:spTgt spid="6">
                                                <p:graphicEl>
                                                  <a:chart seriesIdx="-4" categoryIdx="3" bldStep="category"/>
                                                </p:graphicEl>
                                              </p:spTgt>
                                            </p:tgtEl>
                                            <p:attrNameLst>
                                              <p:attrName>ppt_x</p:attrName>
                                            </p:attrNameLst>
                                          </p:cBhvr>
                                          <p:tavLst>
                                            <p:tav tm="0">
                                              <p:val>
                                                <p:strVal val="#ppt_x"/>
                                              </p:val>
                                            </p:tav>
                                            <p:tav tm="100000">
                                              <p:val>
                                                <p:strVal val="#ppt_x"/>
                                              </p:val>
                                            </p:tav>
                                          </p:tavLst>
                                        </p:anim>
                                        <p:anim calcmode="lin" valueType="num">
                                          <p:cBhvr additive="base">
                                            <p:cTn id="24" dur="1000" fill="hold"/>
                                            <p:tgtEl>
                                              <p:spTgt spid="6">
                                                <p:graphicEl>
                                                  <a:chart seriesIdx="-4" categoryIdx="3" bldStep="category"/>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1250"/>
                                      </p:stCondLst>
                                      <p:childTnLst>
                                        <p:set>
                                          <p:cBhvr>
                                            <p:cTn id="26" dur="1" fill="hold">
                                              <p:stCondLst>
                                                <p:cond delay="0"/>
                                              </p:stCondLst>
                                            </p:cTn>
                                            <p:tgtEl>
                                              <p:spTgt spid="6">
                                                <p:graphicEl>
                                                  <a:chart seriesIdx="-4" categoryIdx="4" bldStep="category"/>
                                                </p:graphicEl>
                                              </p:spTgt>
                                            </p:tgtEl>
                                            <p:attrNameLst>
                                              <p:attrName>style.visibility</p:attrName>
                                            </p:attrNameLst>
                                          </p:cBhvr>
                                          <p:to>
                                            <p:strVal val="visible"/>
                                          </p:to>
                                        </p:set>
                                        <p:anim calcmode="lin" valueType="num">
                                          <p:cBhvr additive="base">
                                            <p:cTn id="27" dur="1000" fill="hold"/>
                                            <p:tgtEl>
                                              <p:spTgt spid="6">
                                                <p:graphicEl>
                                                  <a:chart seriesIdx="-4" categoryIdx="4" bldStep="category"/>
                                                </p:graphicEl>
                                              </p:spTgt>
                                            </p:tgtEl>
                                            <p:attrNameLst>
                                              <p:attrName>ppt_x</p:attrName>
                                            </p:attrNameLst>
                                          </p:cBhvr>
                                          <p:tavLst>
                                            <p:tav tm="0">
                                              <p:val>
                                                <p:strVal val="#ppt_x"/>
                                              </p:val>
                                            </p:tav>
                                            <p:tav tm="100000">
                                              <p:val>
                                                <p:strVal val="#ppt_x"/>
                                              </p:val>
                                            </p:tav>
                                          </p:tavLst>
                                        </p:anim>
                                        <p:anim calcmode="lin" valueType="num">
                                          <p:cBhvr additive="base">
                                            <p:cTn id="28" dur="1000" fill="hold"/>
                                            <p:tgtEl>
                                              <p:spTgt spid="6">
                                                <p:graphicEl>
                                                  <a:chart seriesIdx="-4" categoryIdx="4" bldStep="category"/>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1500"/>
                                      </p:stCondLst>
                                      <p:childTnLst>
                                        <p:set>
                                          <p:cBhvr>
                                            <p:cTn id="30" dur="1" fill="hold">
                                              <p:stCondLst>
                                                <p:cond delay="0"/>
                                              </p:stCondLst>
                                            </p:cTn>
                                            <p:tgtEl>
                                              <p:spTgt spid="6">
                                                <p:graphicEl>
                                                  <a:chart seriesIdx="-4" categoryIdx="5" bldStep="category"/>
                                                </p:graphicEl>
                                              </p:spTgt>
                                            </p:tgtEl>
                                            <p:attrNameLst>
                                              <p:attrName>style.visibility</p:attrName>
                                            </p:attrNameLst>
                                          </p:cBhvr>
                                          <p:to>
                                            <p:strVal val="visible"/>
                                          </p:to>
                                        </p:set>
                                        <p:anim calcmode="lin" valueType="num">
                                          <p:cBhvr additive="base">
                                            <p:cTn id="31" dur="1000" fill="hold"/>
                                            <p:tgtEl>
                                              <p:spTgt spid="6">
                                                <p:graphicEl>
                                                  <a:chart seriesIdx="-4" categoryIdx="5" bldStep="category"/>
                                                </p:graphicEl>
                                              </p:spTgt>
                                            </p:tgtEl>
                                            <p:attrNameLst>
                                              <p:attrName>ppt_x</p:attrName>
                                            </p:attrNameLst>
                                          </p:cBhvr>
                                          <p:tavLst>
                                            <p:tav tm="0">
                                              <p:val>
                                                <p:strVal val="#ppt_x"/>
                                              </p:val>
                                            </p:tav>
                                            <p:tav tm="100000">
                                              <p:val>
                                                <p:strVal val="#ppt_x"/>
                                              </p:val>
                                            </p:tav>
                                          </p:tavLst>
                                        </p:anim>
                                        <p:anim calcmode="lin" valueType="num">
                                          <p:cBhvr additive="base">
                                            <p:cTn id="32" dur="1000" fill="hold"/>
                                            <p:tgtEl>
                                              <p:spTgt spid="6">
                                                <p:graphicEl>
                                                  <a:chart seriesIdx="-4" categoryIdx="5" bldStep="category"/>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Chart bld="category"/>
            </p:bldSub>
          </p:bldGraphic>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Chart 21">
            <a:extLst>
              <a:ext uri="{FF2B5EF4-FFF2-40B4-BE49-F238E27FC236}">
                <a16:creationId xmlns:a16="http://schemas.microsoft.com/office/drawing/2014/main" id="{4062ED5E-1238-4264-A3BD-0DEF934D2DC5}"/>
              </a:ext>
            </a:extLst>
          </p:cNvPr>
          <p:cNvGraphicFramePr/>
          <p:nvPr>
            <p:extLst>
              <p:ext uri="{D42A27DB-BD31-4B8C-83A1-F6EECF244321}">
                <p14:modId xmlns:p14="http://schemas.microsoft.com/office/powerpoint/2010/main" val="1691733460"/>
              </p:ext>
            </p:extLst>
          </p:nvPr>
        </p:nvGraphicFramePr>
        <p:xfrm>
          <a:off x="809625" y="1419225"/>
          <a:ext cx="10772775" cy="4871508"/>
        </p:xfrm>
        <a:graphic>
          <a:graphicData uri="http://schemas.openxmlformats.org/drawingml/2006/chart">
            <c:chart xmlns:c="http://schemas.openxmlformats.org/drawingml/2006/chart" xmlns:r="http://schemas.openxmlformats.org/officeDocument/2006/relationships" r:id="rId2"/>
          </a:graphicData>
        </a:graphic>
      </p:graphicFrame>
      <p:sp>
        <p:nvSpPr>
          <p:cNvPr id="23" name="TextBox 22">
            <a:extLst>
              <a:ext uri="{FF2B5EF4-FFF2-40B4-BE49-F238E27FC236}">
                <a16:creationId xmlns:a16="http://schemas.microsoft.com/office/drawing/2014/main" id="{C48535F6-CFB1-42F7-B97A-68B24559C18C}"/>
              </a:ext>
            </a:extLst>
          </p:cNvPr>
          <p:cNvSpPr txBox="1"/>
          <p:nvPr/>
        </p:nvSpPr>
        <p:spPr>
          <a:xfrm>
            <a:off x="3245702" y="333188"/>
            <a:ext cx="5700600" cy="461665"/>
          </a:xfrm>
          <a:prstGeom prst="rect">
            <a:avLst/>
          </a:prstGeom>
          <a:noFill/>
        </p:spPr>
        <p:txBody>
          <a:bodyPr wrap="none" rtlCol="0">
            <a:spAutoFit/>
          </a:bodyPr>
          <a:lstStyle/>
          <a:p>
            <a:pPr algn="ctr"/>
            <a:r>
              <a:rPr lang="en-US" sz="2400">
                <a:latin typeface="Montserrat SemiBold" panose="00000700000000000000" pitchFamily="50" charset="-52"/>
              </a:rPr>
              <a:t>EDITABLE COLUMN INFOGRAPHIC</a:t>
            </a:r>
            <a:endParaRPr lang="ru-UA" sz="2400">
              <a:latin typeface="Montserrat SemiBold" panose="00000700000000000000" pitchFamily="50" charset="-52"/>
            </a:endParaRPr>
          </a:p>
        </p:txBody>
      </p:sp>
      <p:sp>
        <p:nvSpPr>
          <p:cNvPr id="24" name="TextBox 23">
            <a:extLst>
              <a:ext uri="{FF2B5EF4-FFF2-40B4-BE49-F238E27FC236}">
                <a16:creationId xmlns:a16="http://schemas.microsoft.com/office/drawing/2014/main" id="{99B455B5-EC56-441D-B404-2A315BA7EF54}"/>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
        <p:nvSpPr>
          <p:cNvPr id="25" name="Rectangle 24">
            <a:extLst>
              <a:ext uri="{FF2B5EF4-FFF2-40B4-BE49-F238E27FC236}">
                <a16:creationId xmlns:a16="http://schemas.microsoft.com/office/drawing/2014/main" id="{9A5F5D75-6C01-4D18-9663-E146EA399AF8}"/>
              </a:ext>
            </a:extLst>
          </p:cNvPr>
          <p:cNvSpPr/>
          <p:nvPr/>
        </p:nvSpPr>
        <p:spPr>
          <a:xfrm>
            <a:off x="2342278" y="5945440"/>
            <a:ext cx="922047" cy="338554"/>
          </a:xfrm>
          <a:prstGeom prst="rect">
            <a:avLst/>
          </a:prstGeom>
        </p:spPr>
        <p:txBody>
          <a:bodyPr wrap="none">
            <a:spAutoFit/>
          </a:bodyPr>
          <a:lstStyle/>
          <a:p>
            <a:pPr algn="ctr"/>
            <a:r>
              <a:rPr lang="en-US" sz="1600">
                <a:solidFill>
                  <a:schemeClr val="accent1"/>
                </a:solidFill>
              </a:rPr>
              <a:t>Step 01</a:t>
            </a:r>
            <a:endParaRPr lang="ru-UA" sz="1600">
              <a:solidFill>
                <a:schemeClr val="accent1"/>
              </a:solidFill>
            </a:endParaRPr>
          </a:p>
        </p:txBody>
      </p:sp>
      <p:sp>
        <p:nvSpPr>
          <p:cNvPr id="26" name="Rectangle 25">
            <a:extLst>
              <a:ext uri="{FF2B5EF4-FFF2-40B4-BE49-F238E27FC236}">
                <a16:creationId xmlns:a16="http://schemas.microsoft.com/office/drawing/2014/main" id="{43504744-A3AD-4015-98D1-43A760881787}"/>
              </a:ext>
            </a:extLst>
          </p:cNvPr>
          <p:cNvSpPr/>
          <p:nvPr/>
        </p:nvSpPr>
        <p:spPr>
          <a:xfrm>
            <a:off x="3974151" y="5945440"/>
            <a:ext cx="965328" cy="338554"/>
          </a:xfrm>
          <a:prstGeom prst="rect">
            <a:avLst/>
          </a:prstGeom>
        </p:spPr>
        <p:txBody>
          <a:bodyPr wrap="none">
            <a:spAutoFit/>
          </a:bodyPr>
          <a:lstStyle/>
          <a:p>
            <a:pPr algn="ctr"/>
            <a:r>
              <a:rPr lang="en-US" sz="1600">
                <a:solidFill>
                  <a:schemeClr val="accent6"/>
                </a:solidFill>
              </a:rPr>
              <a:t>Step 02</a:t>
            </a:r>
            <a:endParaRPr lang="ru-UA" sz="1600">
              <a:solidFill>
                <a:schemeClr val="accent6"/>
              </a:solidFill>
            </a:endParaRPr>
          </a:p>
        </p:txBody>
      </p:sp>
      <p:sp>
        <p:nvSpPr>
          <p:cNvPr id="27" name="Rectangle 26">
            <a:extLst>
              <a:ext uri="{FF2B5EF4-FFF2-40B4-BE49-F238E27FC236}">
                <a16:creationId xmlns:a16="http://schemas.microsoft.com/office/drawing/2014/main" id="{890E07A1-B0ED-403B-873B-95180844839B}"/>
              </a:ext>
            </a:extLst>
          </p:cNvPr>
          <p:cNvSpPr/>
          <p:nvPr/>
        </p:nvSpPr>
        <p:spPr>
          <a:xfrm>
            <a:off x="5674285" y="5937820"/>
            <a:ext cx="963725" cy="338554"/>
          </a:xfrm>
          <a:prstGeom prst="rect">
            <a:avLst/>
          </a:prstGeom>
        </p:spPr>
        <p:txBody>
          <a:bodyPr wrap="none">
            <a:spAutoFit/>
          </a:bodyPr>
          <a:lstStyle/>
          <a:p>
            <a:pPr algn="ctr"/>
            <a:r>
              <a:rPr lang="en-US" sz="1600">
                <a:solidFill>
                  <a:schemeClr val="accent3"/>
                </a:solidFill>
              </a:rPr>
              <a:t>Step 03</a:t>
            </a:r>
            <a:endParaRPr lang="ru-UA" sz="1600">
              <a:solidFill>
                <a:schemeClr val="accent3"/>
              </a:solidFill>
            </a:endParaRPr>
          </a:p>
        </p:txBody>
      </p:sp>
      <p:sp>
        <p:nvSpPr>
          <p:cNvPr id="28" name="Rectangle 27">
            <a:extLst>
              <a:ext uri="{FF2B5EF4-FFF2-40B4-BE49-F238E27FC236}">
                <a16:creationId xmlns:a16="http://schemas.microsoft.com/office/drawing/2014/main" id="{C3033809-F338-4293-B3A9-2DD9502B43DB}"/>
              </a:ext>
            </a:extLst>
          </p:cNvPr>
          <p:cNvSpPr/>
          <p:nvPr/>
        </p:nvSpPr>
        <p:spPr>
          <a:xfrm>
            <a:off x="7340750" y="5937820"/>
            <a:ext cx="984564" cy="338554"/>
          </a:xfrm>
          <a:prstGeom prst="rect">
            <a:avLst/>
          </a:prstGeom>
        </p:spPr>
        <p:txBody>
          <a:bodyPr wrap="none">
            <a:spAutoFit/>
          </a:bodyPr>
          <a:lstStyle/>
          <a:p>
            <a:pPr algn="ctr"/>
            <a:r>
              <a:rPr lang="en-US" sz="1600">
                <a:solidFill>
                  <a:schemeClr val="accent4"/>
                </a:solidFill>
              </a:rPr>
              <a:t>Step 04</a:t>
            </a:r>
            <a:endParaRPr lang="ru-UA" sz="1600">
              <a:solidFill>
                <a:schemeClr val="accent4"/>
              </a:solidFill>
            </a:endParaRPr>
          </a:p>
        </p:txBody>
      </p:sp>
      <p:sp>
        <p:nvSpPr>
          <p:cNvPr id="29" name="Rectangle 28">
            <a:extLst>
              <a:ext uri="{FF2B5EF4-FFF2-40B4-BE49-F238E27FC236}">
                <a16:creationId xmlns:a16="http://schemas.microsoft.com/office/drawing/2014/main" id="{BB071333-3A85-433E-A903-E15E0FFFDEE1}"/>
              </a:ext>
            </a:extLst>
          </p:cNvPr>
          <p:cNvSpPr/>
          <p:nvPr/>
        </p:nvSpPr>
        <p:spPr>
          <a:xfrm>
            <a:off x="8875906" y="5937820"/>
            <a:ext cx="963725" cy="338554"/>
          </a:xfrm>
          <a:prstGeom prst="rect">
            <a:avLst/>
          </a:prstGeom>
        </p:spPr>
        <p:txBody>
          <a:bodyPr wrap="none">
            <a:spAutoFit/>
          </a:bodyPr>
          <a:lstStyle/>
          <a:p>
            <a:pPr algn="ctr"/>
            <a:r>
              <a:rPr lang="en-US" sz="1600">
                <a:solidFill>
                  <a:schemeClr val="accent5"/>
                </a:solidFill>
              </a:rPr>
              <a:t>Step 05</a:t>
            </a:r>
            <a:endParaRPr lang="ru-UA" sz="1600">
              <a:solidFill>
                <a:schemeClr val="accent5"/>
              </a:solidFill>
            </a:endParaRPr>
          </a:p>
        </p:txBody>
      </p:sp>
    </p:spTree>
    <p:extLst>
      <p:ext uri="{BB962C8B-B14F-4D97-AF65-F5344CB8AC3E}">
        <p14:creationId xmlns:p14="http://schemas.microsoft.com/office/powerpoint/2010/main" val="143149897"/>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67000">
                                      <p:stCondLst>
                                        <p:cond delay="0"/>
                                      </p:stCondLst>
                                      <p:childTnLst>
                                        <p:set>
                                          <p:cBhvr>
                                            <p:cTn id="6" dur="1" fill="hold">
                                              <p:stCondLst>
                                                <p:cond delay="0"/>
                                              </p:stCondLst>
                                            </p:cTn>
                                            <p:tgtEl>
                                              <p:spTgt spid="22">
                                                <p:graphicEl>
                                                  <a:chart seriesIdx="-3" categoryIdx="-3" bldStep="gridLegend"/>
                                                </p:graphicEl>
                                              </p:spTgt>
                                            </p:tgtEl>
                                            <p:attrNameLst>
                                              <p:attrName>style.visibility</p:attrName>
                                            </p:attrNameLst>
                                          </p:cBhvr>
                                          <p:to>
                                            <p:strVal val="visible"/>
                                          </p:to>
                                        </p:set>
                                        <p:anim calcmode="lin" valueType="num" p14:bounceEnd="67000">
                                          <p:cBhvr additive="base">
                                            <p:cTn id="7" dur="1000" fill="hold"/>
                                            <p:tgtEl>
                                              <p:spTgt spid="22">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14:bounceEnd="67000">
                                          <p:cBhvr additive="base">
                                            <p:cTn id="8" dur="1000" fill="hold"/>
                                            <p:tgtEl>
                                              <p:spTgt spid="22">
                                                <p:graphicEl>
                                                  <a:chart seriesIdx="-3" categoryIdx="-3" bldStep="gridLegend"/>
                                                </p:graphic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14:presetBounceEnd="67000">
                                      <p:stCondLst>
                                        <p:cond delay="250"/>
                                      </p:stCondLst>
                                      <p:childTnLst>
                                        <p:set>
                                          <p:cBhvr>
                                            <p:cTn id="10" dur="1" fill="hold">
                                              <p:stCondLst>
                                                <p:cond delay="0"/>
                                              </p:stCondLst>
                                            </p:cTn>
                                            <p:tgtEl>
                                              <p:spTgt spid="22">
                                                <p:graphicEl>
                                                  <a:chart seriesIdx="-4" categoryIdx="0" bldStep="category"/>
                                                </p:graphicEl>
                                              </p:spTgt>
                                            </p:tgtEl>
                                            <p:attrNameLst>
                                              <p:attrName>style.visibility</p:attrName>
                                            </p:attrNameLst>
                                          </p:cBhvr>
                                          <p:to>
                                            <p:strVal val="visible"/>
                                          </p:to>
                                        </p:set>
                                        <p:anim calcmode="lin" valueType="num" p14:bounceEnd="67000">
                                          <p:cBhvr additive="base">
                                            <p:cTn id="11" dur="1000" fill="hold"/>
                                            <p:tgtEl>
                                              <p:spTgt spid="22">
                                                <p:graphicEl>
                                                  <a:chart seriesIdx="-4" categoryIdx="0"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12" dur="1000" fill="hold"/>
                                            <p:tgtEl>
                                              <p:spTgt spid="22">
                                                <p:graphicEl>
                                                  <a:chart seriesIdx="-4" categoryIdx="0" bldStep="category"/>
                                                </p:graphic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14:presetBounceEnd="67000">
                                      <p:stCondLst>
                                        <p:cond delay="500"/>
                                      </p:stCondLst>
                                      <p:childTnLst>
                                        <p:set>
                                          <p:cBhvr>
                                            <p:cTn id="14" dur="1" fill="hold">
                                              <p:stCondLst>
                                                <p:cond delay="0"/>
                                              </p:stCondLst>
                                            </p:cTn>
                                            <p:tgtEl>
                                              <p:spTgt spid="22">
                                                <p:graphicEl>
                                                  <a:chart seriesIdx="-4" categoryIdx="1" bldStep="category"/>
                                                </p:graphicEl>
                                              </p:spTgt>
                                            </p:tgtEl>
                                            <p:attrNameLst>
                                              <p:attrName>style.visibility</p:attrName>
                                            </p:attrNameLst>
                                          </p:cBhvr>
                                          <p:to>
                                            <p:strVal val="visible"/>
                                          </p:to>
                                        </p:set>
                                        <p:anim calcmode="lin" valueType="num" p14:bounceEnd="67000">
                                          <p:cBhvr additive="base">
                                            <p:cTn id="15" dur="1000" fill="hold"/>
                                            <p:tgtEl>
                                              <p:spTgt spid="22">
                                                <p:graphicEl>
                                                  <a:chart seriesIdx="-4" categoryIdx="1"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16" dur="1000" fill="hold"/>
                                            <p:tgtEl>
                                              <p:spTgt spid="22">
                                                <p:graphicEl>
                                                  <a:chart seriesIdx="-4" categoryIdx="1" bldStep="category"/>
                                                </p:graphicEl>
                                              </p:spTgt>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14:presetBounceEnd="67000">
                                      <p:stCondLst>
                                        <p:cond delay="750"/>
                                      </p:stCondLst>
                                      <p:childTnLst>
                                        <p:set>
                                          <p:cBhvr>
                                            <p:cTn id="18" dur="1" fill="hold">
                                              <p:stCondLst>
                                                <p:cond delay="0"/>
                                              </p:stCondLst>
                                            </p:cTn>
                                            <p:tgtEl>
                                              <p:spTgt spid="22">
                                                <p:graphicEl>
                                                  <a:chart seriesIdx="-4" categoryIdx="2" bldStep="category"/>
                                                </p:graphicEl>
                                              </p:spTgt>
                                            </p:tgtEl>
                                            <p:attrNameLst>
                                              <p:attrName>style.visibility</p:attrName>
                                            </p:attrNameLst>
                                          </p:cBhvr>
                                          <p:to>
                                            <p:strVal val="visible"/>
                                          </p:to>
                                        </p:set>
                                        <p:anim calcmode="lin" valueType="num" p14:bounceEnd="67000">
                                          <p:cBhvr additive="base">
                                            <p:cTn id="19" dur="1000" fill="hold"/>
                                            <p:tgtEl>
                                              <p:spTgt spid="22">
                                                <p:graphicEl>
                                                  <a:chart seriesIdx="-4" categoryIdx="2"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20" dur="1000" fill="hold"/>
                                            <p:tgtEl>
                                              <p:spTgt spid="22">
                                                <p:graphicEl>
                                                  <a:chart seriesIdx="-4" categoryIdx="2" bldStep="category"/>
                                                </p:graphicEl>
                                              </p:spTgt>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14:presetBounceEnd="67000">
                                      <p:stCondLst>
                                        <p:cond delay="1000"/>
                                      </p:stCondLst>
                                      <p:childTnLst>
                                        <p:set>
                                          <p:cBhvr>
                                            <p:cTn id="22" dur="1" fill="hold">
                                              <p:stCondLst>
                                                <p:cond delay="0"/>
                                              </p:stCondLst>
                                            </p:cTn>
                                            <p:tgtEl>
                                              <p:spTgt spid="22">
                                                <p:graphicEl>
                                                  <a:chart seriesIdx="-4" categoryIdx="3" bldStep="category"/>
                                                </p:graphicEl>
                                              </p:spTgt>
                                            </p:tgtEl>
                                            <p:attrNameLst>
                                              <p:attrName>style.visibility</p:attrName>
                                            </p:attrNameLst>
                                          </p:cBhvr>
                                          <p:to>
                                            <p:strVal val="visible"/>
                                          </p:to>
                                        </p:set>
                                        <p:anim calcmode="lin" valueType="num" p14:bounceEnd="67000">
                                          <p:cBhvr additive="base">
                                            <p:cTn id="23" dur="1000" fill="hold"/>
                                            <p:tgtEl>
                                              <p:spTgt spid="22">
                                                <p:graphicEl>
                                                  <a:chart seriesIdx="-4" categoryIdx="3"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24" dur="1000" fill="hold"/>
                                            <p:tgtEl>
                                              <p:spTgt spid="22">
                                                <p:graphicEl>
                                                  <a:chart seriesIdx="-4" categoryIdx="3" bldStep="category"/>
                                                </p:graphicEl>
                                              </p:spTgt>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14:presetBounceEnd="67000">
                                      <p:stCondLst>
                                        <p:cond delay="1250"/>
                                      </p:stCondLst>
                                      <p:childTnLst>
                                        <p:set>
                                          <p:cBhvr>
                                            <p:cTn id="26" dur="1" fill="hold">
                                              <p:stCondLst>
                                                <p:cond delay="0"/>
                                              </p:stCondLst>
                                            </p:cTn>
                                            <p:tgtEl>
                                              <p:spTgt spid="22">
                                                <p:graphicEl>
                                                  <a:chart seriesIdx="-4" categoryIdx="4" bldStep="category"/>
                                                </p:graphicEl>
                                              </p:spTgt>
                                            </p:tgtEl>
                                            <p:attrNameLst>
                                              <p:attrName>style.visibility</p:attrName>
                                            </p:attrNameLst>
                                          </p:cBhvr>
                                          <p:to>
                                            <p:strVal val="visible"/>
                                          </p:to>
                                        </p:set>
                                        <p:anim calcmode="lin" valueType="num" p14:bounceEnd="67000">
                                          <p:cBhvr additive="base">
                                            <p:cTn id="27" dur="1000" fill="hold"/>
                                            <p:tgtEl>
                                              <p:spTgt spid="22">
                                                <p:graphicEl>
                                                  <a:chart seriesIdx="-4" categoryIdx="4"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28" dur="1000" fill="hold"/>
                                            <p:tgtEl>
                                              <p:spTgt spid="22">
                                                <p:graphicEl>
                                                  <a:chart seriesIdx="-4" categoryIdx="4" bldStep="category"/>
                                                </p:graphicEl>
                                              </p:spTgt>
                                            </p:tgtEl>
                                            <p:attrNameLst>
                                              <p:attrName>ppt_y</p:attrName>
                                            </p:attrNameLst>
                                          </p:cBhvr>
                                          <p:tavLst>
                                            <p:tav tm="0">
                                              <p:val>
                                                <p:strVal val="0-#ppt_h/2"/>
                                              </p:val>
                                            </p:tav>
                                            <p:tav tm="100000">
                                              <p:val>
                                                <p:strVal val="#ppt_y"/>
                                              </p:val>
                                            </p:tav>
                                          </p:tavLst>
                                        </p:anim>
                                      </p:childTnLst>
                                    </p:cTn>
                                  </p:par>
                                  <p:par>
                                    <p:cTn id="29" presetID="10" presetClass="entr" presetSubtype="0" fill="hold" grpId="0" nodeType="withEffect">
                                      <p:stCondLst>
                                        <p:cond delay="25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750"/>
                                            <p:tgtEl>
                                              <p:spTgt spid="25"/>
                                            </p:tgtEl>
                                          </p:cBhvr>
                                        </p:animEffect>
                                      </p:childTnLst>
                                    </p:cTn>
                                  </p:par>
                                  <p:par>
                                    <p:cTn id="32" presetID="10" presetClass="entr" presetSubtype="0" fill="hold" grpId="0" nodeType="withEffect">
                                      <p:stCondLst>
                                        <p:cond delay="50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750"/>
                                            <p:tgtEl>
                                              <p:spTgt spid="26"/>
                                            </p:tgtEl>
                                          </p:cBhvr>
                                        </p:animEffect>
                                      </p:childTnLst>
                                    </p:cTn>
                                  </p:par>
                                  <p:par>
                                    <p:cTn id="35" presetID="10" presetClass="entr" presetSubtype="0" fill="hold" grpId="0" nodeType="withEffect">
                                      <p:stCondLst>
                                        <p:cond delay="75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750"/>
                                            <p:tgtEl>
                                              <p:spTgt spid="27"/>
                                            </p:tgtEl>
                                          </p:cBhvr>
                                        </p:animEffect>
                                      </p:childTnLst>
                                    </p:cTn>
                                  </p:par>
                                  <p:par>
                                    <p:cTn id="38" presetID="10" presetClass="entr" presetSubtype="0" fill="hold" grpId="0" nodeType="withEffect">
                                      <p:stCondLst>
                                        <p:cond delay="100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750"/>
                                            <p:tgtEl>
                                              <p:spTgt spid="28"/>
                                            </p:tgtEl>
                                          </p:cBhvr>
                                        </p:animEffect>
                                      </p:childTnLst>
                                    </p:cTn>
                                  </p:par>
                                  <p:par>
                                    <p:cTn id="41" presetID="10" presetClass="entr" presetSubtype="0" fill="hold" grpId="0" nodeType="withEffect">
                                      <p:stCondLst>
                                        <p:cond delay="125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7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2" grpId="0" uiExpand="1">
            <p:bldSub>
              <a:bldChart bld="category"/>
            </p:bldSub>
          </p:bldGraphic>
          <p:bldP spid="25" grpId="0"/>
          <p:bldP spid="26" grpId="0"/>
          <p:bldP spid="27" grpId="0"/>
          <p:bldP spid="28" grpId="0"/>
          <p:bldP spid="29"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2">
                                                <p:graphicEl>
                                                  <a:chart seriesIdx="-3" categoryIdx="-3" bldStep="gridLegend"/>
                                                </p:graphicEl>
                                              </p:spTgt>
                                            </p:tgtEl>
                                            <p:attrNameLst>
                                              <p:attrName>style.visibility</p:attrName>
                                            </p:attrNameLst>
                                          </p:cBhvr>
                                          <p:to>
                                            <p:strVal val="visible"/>
                                          </p:to>
                                        </p:set>
                                        <p:anim calcmode="lin" valueType="num">
                                          <p:cBhvr additive="base">
                                            <p:cTn id="7" dur="1000" fill="hold"/>
                                            <p:tgtEl>
                                              <p:spTgt spid="22">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cBhvr additive="base">
                                            <p:cTn id="8" dur="1000" fill="hold"/>
                                            <p:tgtEl>
                                              <p:spTgt spid="22">
                                                <p:graphicEl>
                                                  <a:chart seriesIdx="-3" categoryIdx="-3" bldStep="gridLegend"/>
                                                </p:graphic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250"/>
                                      </p:stCondLst>
                                      <p:childTnLst>
                                        <p:set>
                                          <p:cBhvr>
                                            <p:cTn id="10" dur="1" fill="hold">
                                              <p:stCondLst>
                                                <p:cond delay="0"/>
                                              </p:stCondLst>
                                            </p:cTn>
                                            <p:tgtEl>
                                              <p:spTgt spid="22">
                                                <p:graphicEl>
                                                  <a:chart seriesIdx="-4" categoryIdx="0" bldStep="category"/>
                                                </p:graphicEl>
                                              </p:spTgt>
                                            </p:tgtEl>
                                            <p:attrNameLst>
                                              <p:attrName>style.visibility</p:attrName>
                                            </p:attrNameLst>
                                          </p:cBhvr>
                                          <p:to>
                                            <p:strVal val="visible"/>
                                          </p:to>
                                        </p:set>
                                        <p:anim calcmode="lin" valueType="num">
                                          <p:cBhvr additive="base">
                                            <p:cTn id="11" dur="1000" fill="hold"/>
                                            <p:tgtEl>
                                              <p:spTgt spid="22">
                                                <p:graphicEl>
                                                  <a:chart seriesIdx="-4" categoryIdx="0" bldStep="category"/>
                                                </p:graphicEl>
                                              </p:spTgt>
                                            </p:tgtEl>
                                            <p:attrNameLst>
                                              <p:attrName>ppt_x</p:attrName>
                                            </p:attrNameLst>
                                          </p:cBhvr>
                                          <p:tavLst>
                                            <p:tav tm="0">
                                              <p:val>
                                                <p:strVal val="#ppt_x"/>
                                              </p:val>
                                            </p:tav>
                                            <p:tav tm="100000">
                                              <p:val>
                                                <p:strVal val="#ppt_x"/>
                                              </p:val>
                                            </p:tav>
                                          </p:tavLst>
                                        </p:anim>
                                        <p:anim calcmode="lin" valueType="num">
                                          <p:cBhvr additive="base">
                                            <p:cTn id="12" dur="1000" fill="hold"/>
                                            <p:tgtEl>
                                              <p:spTgt spid="22">
                                                <p:graphicEl>
                                                  <a:chart seriesIdx="-4" categoryIdx="0" bldStep="category"/>
                                                </p:graphic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500"/>
                                      </p:stCondLst>
                                      <p:childTnLst>
                                        <p:set>
                                          <p:cBhvr>
                                            <p:cTn id="14" dur="1" fill="hold">
                                              <p:stCondLst>
                                                <p:cond delay="0"/>
                                              </p:stCondLst>
                                            </p:cTn>
                                            <p:tgtEl>
                                              <p:spTgt spid="22">
                                                <p:graphicEl>
                                                  <a:chart seriesIdx="-4" categoryIdx="1" bldStep="category"/>
                                                </p:graphicEl>
                                              </p:spTgt>
                                            </p:tgtEl>
                                            <p:attrNameLst>
                                              <p:attrName>style.visibility</p:attrName>
                                            </p:attrNameLst>
                                          </p:cBhvr>
                                          <p:to>
                                            <p:strVal val="visible"/>
                                          </p:to>
                                        </p:set>
                                        <p:anim calcmode="lin" valueType="num">
                                          <p:cBhvr additive="base">
                                            <p:cTn id="15" dur="1000" fill="hold"/>
                                            <p:tgtEl>
                                              <p:spTgt spid="22">
                                                <p:graphicEl>
                                                  <a:chart seriesIdx="-4" categoryIdx="1" bldStep="category"/>
                                                </p:graphicEl>
                                              </p:spTgt>
                                            </p:tgtEl>
                                            <p:attrNameLst>
                                              <p:attrName>ppt_x</p:attrName>
                                            </p:attrNameLst>
                                          </p:cBhvr>
                                          <p:tavLst>
                                            <p:tav tm="0">
                                              <p:val>
                                                <p:strVal val="#ppt_x"/>
                                              </p:val>
                                            </p:tav>
                                            <p:tav tm="100000">
                                              <p:val>
                                                <p:strVal val="#ppt_x"/>
                                              </p:val>
                                            </p:tav>
                                          </p:tavLst>
                                        </p:anim>
                                        <p:anim calcmode="lin" valueType="num">
                                          <p:cBhvr additive="base">
                                            <p:cTn id="16" dur="1000" fill="hold"/>
                                            <p:tgtEl>
                                              <p:spTgt spid="22">
                                                <p:graphicEl>
                                                  <a:chart seriesIdx="-4" categoryIdx="1" bldStep="category"/>
                                                </p:graphicEl>
                                              </p:spTgt>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750"/>
                                      </p:stCondLst>
                                      <p:childTnLst>
                                        <p:set>
                                          <p:cBhvr>
                                            <p:cTn id="18" dur="1" fill="hold">
                                              <p:stCondLst>
                                                <p:cond delay="0"/>
                                              </p:stCondLst>
                                            </p:cTn>
                                            <p:tgtEl>
                                              <p:spTgt spid="22">
                                                <p:graphicEl>
                                                  <a:chart seriesIdx="-4" categoryIdx="2" bldStep="category"/>
                                                </p:graphicEl>
                                              </p:spTgt>
                                            </p:tgtEl>
                                            <p:attrNameLst>
                                              <p:attrName>style.visibility</p:attrName>
                                            </p:attrNameLst>
                                          </p:cBhvr>
                                          <p:to>
                                            <p:strVal val="visible"/>
                                          </p:to>
                                        </p:set>
                                        <p:anim calcmode="lin" valueType="num">
                                          <p:cBhvr additive="base">
                                            <p:cTn id="19" dur="1000" fill="hold"/>
                                            <p:tgtEl>
                                              <p:spTgt spid="22">
                                                <p:graphicEl>
                                                  <a:chart seriesIdx="-4" categoryIdx="2" bldStep="category"/>
                                                </p:graphicEl>
                                              </p:spTgt>
                                            </p:tgtEl>
                                            <p:attrNameLst>
                                              <p:attrName>ppt_x</p:attrName>
                                            </p:attrNameLst>
                                          </p:cBhvr>
                                          <p:tavLst>
                                            <p:tav tm="0">
                                              <p:val>
                                                <p:strVal val="#ppt_x"/>
                                              </p:val>
                                            </p:tav>
                                            <p:tav tm="100000">
                                              <p:val>
                                                <p:strVal val="#ppt_x"/>
                                              </p:val>
                                            </p:tav>
                                          </p:tavLst>
                                        </p:anim>
                                        <p:anim calcmode="lin" valueType="num">
                                          <p:cBhvr additive="base">
                                            <p:cTn id="20" dur="1000" fill="hold"/>
                                            <p:tgtEl>
                                              <p:spTgt spid="22">
                                                <p:graphicEl>
                                                  <a:chart seriesIdx="-4" categoryIdx="2" bldStep="category"/>
                                                </p:graphicEl>
                                              </p:spTgt>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1000"/>
                                      </p:stCondLst>
                                      <p:childTnLst>
                                        <p:set>
                                          <p:cBhvr>
                                            <p:cTn id="22" dur="1" fill="hold">
                                              <p:stCondLst>
                                                <p:cond delay="0"/>
                                              </p:stCondLst>
                                            </p:cTn>
                                            <p:tgtEl>
                                              <p:spTgt spid="22">
                                                <p:graphicEl>
                                                  <a:chart seriesIdx="-4" categoryIdx="3" bldStep="category"/>
                                                </p:graphicEl>
                                              </p:spTgt>
                                            </p:tgtEl>
                                            <p:attrNameLst>
                                              <p:attrName>style.visibility</p:attrName>
                                            </p:attrNameLst>
                                          </p:cBhvr>
                                          <p:to>
                                            <p:strVal val="visible"/>
                                          </p:to>
                                        </p:set>
                                        <p:anim calcmode="lin" valueType="num">
                                          <p:cBhvr additive="base">
                                            <p:cTn id="23" dur="1000" fill="hold"/>
                                            <p:tgtEl>
                                              <p:spTgt spid="22">
                                                <p:graphicEl>
                                                  <a:chart seriesIdx="-4" categoryIdx="3" bldStep="category"/>
                                                </p:graphicEl>
                                              </p:spTgt>
                                            </p:tgtEl>
                                            <p:attrNameLst>
                                              <p:attrName>ppt_x</p:attrName>
                                            </p:attrNameLst>
                                          </p:cBhvr>
                                          <p:tavLst>
                                            <p:tav tm="0">
                                              <p:val>
                                                <p:strVal val="#ppt_x"/>
                                              </p:val>
                                            </p:tav>
                                            <p:tav tm="100000">
                                              <p:val>
                                                <p:strVal val="#ppt_x"/>
                                              </p:val>
                                            </p:tav>
                                          </p:tavLst>
                                        </p:anim>
                                        <p:anim calcmode="lin" valueType="num">
                                          <p:cBhvr additive="base">
                                            <p:cTn id="24" dur="1000" fill="hold"/>
                                            <p:tgtEl>
                                              <p:spTgt spid="22">
                                                <p:graphicEl>
                                                  <a:chart seriesIdx="-4" categoryIdx="3" bldStep="category"/>
                                                </p:graphicEl>
                                              </p:spTgt>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1250"/>
                                      </p:stCondLst>
                                      <p:childTnLst>
                                        <p:set>
                                          <p:cBhvr>
                                            <p:cTn id="26" dur="1" fill="hold">
                                              <p:stCondLst>
                                                <p:cond delay="0"/>
                                              </p:stCondLst>
                                            </p:cTn>
                                            <p:tgtEl>
                                              <p:spTgt spid="22">
                                                <p:graphicEl>
                                                  <a:chart seriesIdx="-4" categoryIdx="4" bldStep="category"/>
                                                </p:graphicEl>
                                              </p:spTgt>
                                            </p:tgtEl>
                                            <p:attrNameLst>
                                              <p:attrName>style.visibility</p:attrName>
                                            </p:attrNameLst>
                                          </p:cBhvr>
                                          <p:to>
                                            <p:strVal val="visible"/>
                                          </p:to>
                                        </p:set>
                                        <p:anim calcmode="lin" valueType="num">
                                          <p:cBhvr additive="base">
                                            <p:cTn id="27" dur="1000" fill="hold"/>
                                            <p:tgtEl>
                                              <p:spTgt spid="22">
                                                <p:graphicEl>
                                                  <a:chart seriesIdx="-4" categoryIdx="4" bldStep="category"/>
                                                </p:graphicEl>
                                              </p:spTgt>
                                            </p:tgtEl>
                                            <p:attrNameLst>
                                              <p:attrName>ppt_x</p:attrName>
                                            </p:attrNameLst>
                                          </p:cBhvr>
                                          <p:tavLst>
                                            <p:tav tm="0">
                                              <p:val>
                                                <p:strVal val="#ppt_x"/>
                                              </p:val>
                                            </p:tav>
                                            <p:tav tm="100000">
                                              <p:val>
                                                <p:strVal val="#ppt_x"/>
                                              </p:val>
                                            </p:tav>
                                          </p:tavLst>
                                        </p:anim>
                                        <p:anim calcmode="lin" valueType="num">
                                          <p:cBhvr additive="base">
                                            <p:cTn id="28" dur="1000" fill="hold"/>
                                            <p:tgtEl>
                                              <p:spTgt spid="22">
                                                <p:graphicEl>
                                                  <a:chart seriesIdx="-4" categoryIdx="4" bldStep="category"/>
                                                </p:graphicEl>
                                              </p:spTgt>
                                            </p:tgtEl>
                                            <p:attrNameLst>
                                              <p:attrName>ppt_y</p:attrName>
                                            </p:attrNameLst>
                                          </p:cBhvr>
                                          <p:tavLst>
                                            <p:tav tm="0">
                                              <p:val>
                                                <p:strVal val="0-#ppt_h/2"/>
                                              </p:val>
                                            </p:tav>
                                            <p:tav tm="100000">
                                              <p:val>
                                                <p:strVal val="#ppt_y"/>
                                              </p:val>
                                            </p:tav>
                                          </p:tavLst>
                                        </p:anim>
                                      </p:childTnLst>
                                    </p:cTn>
                                  </p:par>
                                  <p:par>
                                    <p:cTn id="29" presetID="10" presetClass="entr" presetSubtype="0" fill="hold" grpId="0" nodeType="withEffect">
                                      <p:stCondLst>
                                        <p:cond delay="25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750"/>
                                            <p:tgtEl>
                                              <p:spTgt spid="25"/>
                                            </p:tgtEl>
                                          </p:cBhvr>
                                        </p:animEffect>
                                      </p:childTnLst>
                                    </p:cTn>
                                  </p:par>
                                  <p:par>
                                    <p:cTn id="32" presetID="10" presetClass="entr" presetSubtype="0" fill="hold" grpId="0" nodeType="withEffect">
                                      <p:stCondLst>
                                        <p:cond delay="50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750"/>
                                            <p:tgtEl>
                                              <p:spTgt spid="26"/>
                                            </p:tgtEl>
                                          </p:cBhvr>
                                        </p:animEffect>
                                      </p:childTnLst>
                                    </p:cTn>
                                  </p:par>
                                  <p:par>
                                    <p:cTn id="35" presetID="10" presetClass="entr" presetSubtype="0" fill="hold" grpId="0" nodeType="withEffect">
                                      <p:stCondLst>
                                        <p:cond delay="75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750"/>
                                            <p:tgtEl>
                                              <p:spTgt spid="27"/>
                                            </p:tgtEl>
                                          </p:cBhvr>
                                        </p:animEffect>
                                      </p:childTnLst>
                                    </p:cTn>
                                  </p:par>
                                  <p:par>
                                    <p:cTn id="38" presetID="10" presetClass="entr" presetSubtype="0" fill="hold" grpId="0" nodeType="withEffect">
                                      <p:stCondLst>
                                        <p:cond delay="100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750"/>
                                            <p:tgtEl>
                                              <p:spTgt spid="28"/>
                                            </p:tgtEl>
                                          </p:cBhvr>
                                        </p:animEffect>
                                      </p:childTnLst>
                                    </p:cTn>
                                  </p:par>
                                  <p:par>
                                    <p:cTn id="41" presetID="10" presetClass="entr" presetSubtype="0" fill="hold" grpId="0" nodeType="withEffect">
                                      <p:stCondLst>
                                        <p:cond delay="125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7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2" grpId="0" uiExpand="1">
            <p:bldSub>
              <a:bldChart bld="category"/>
            </p:bldSub>
          </p:bldGraphic>
          <p:bldP spid="25" grpId="0"/>
          <p:bldP spid="26" grpId="0"/>
          <p:bldP spid="27" grpId="0"/>
          <p:bldP spid="28" grpId="0"/>
          <p:bldP spid="29" grpId="0"/>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1E2323F9-CEA1-4E01-B585-70975C185474}"/>
              </a:ext>
            </a:extLst>
          </p:cNvPr>
          <p:cNvGraphicFramePr/>
          <p:nvPr>
            <p:extLst>
              <p:ext uri="{D42A27DB-BD31-4B8C-83A1-F6EECF244321}">
                <p14:modId xmlns:p14="http://schemas.microsoft.com/office/powerpoint/2010/main" val="1036361975"/>
              </p:ext>
            </p:extLst>
          </p:nvPr>
        </p:nvGraphicFramePr>
        <p:xfrm>
          <a:off x="1560000" y="1082835"/>
          <a:ext cx="9072000" cy="54000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7E6AACFF-2D21-450C-9DF9-7578A6A5BFE9}"/>
              </a:ext>
            </a:extLst>
          </p:cNvPr>
          <p:cNvSpPr txBox="1"/>
          <p:nvPr/>
        </p:nvSpPr>
        <p:spPr>
          <a:xfrm>
            <a:off x="3245702" y="333188"/>
            <a:ext cx="5700600" cy="461665"/>
          </a:xfrm>
          <a:prstGeom prst="rect">
            <a:avLst/>
          </a:prstGeom>
          <a:noFill/>
        </p:spPr>
        <p:txBody>
          <a:bodyPr wrap="none" rtlCol="0">
            <a:spAutoFit/>
          </a:bodyPr>
          <a:lstStyle/>
          <a:p>
            <a:pPr algn="ctr"/>
            <a:r>
              <a:rPr lang="en-US" sz="2400">
                <a:latin typeface="Montserrat SemiBold" panose="00000700000000000000" pitchFamily="50" charset="-52"/>
              </a:rPr>
              <a:t>EDITABLE COLUMN INFOGRAPHIC</a:t>
            </a:r>
            <a:endParaRPr lang="ru-UA" sz="2400">
              <a:latin typeface="Montserrat SemiBold" panose="00000700000000000000" pitchFamily="50" charset="-52"/>
            </a:endParaRPr>
          </a:p>
        </p:txBody>
      </p:sp>
      <p:sp>
        <p:nvSpPr>
          <p:cNvPr id="12" name="TextBox 11">
            <a:extLst>
              <a:ext uri="{FF2B5EF4-FFF2-40B4-BE49-F238E27FC236}">
                <a16:creationId xmlns:a16="http://schemas.microsoft.com/office/drawing/2014/main" id="{0E8483DA-4025-4F99-9AB4-6F37D0E03FBE}"/>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171180028"/>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67000">
                                      <p:stCondLst>
                                        <p:cond delay="0"/>
                                      </p:stCondLst>
                                      <p:childTnLst>
                                        <p:set>
                                          <p:cBhvr>
                                            <p:cTn id="6" dur="1" fill="hold">
                                              <p:stCondLst>
                                                <p:cond delay="0"/>
                                              </p:stCondLst>
                                            </p:cTn>
                                            <p:tgtEl>
                                              <p:spTgt spid="6">
                                                <p:graphicEl>
                                                  <a:chart seriesIdx="-3" categoryIdx="-3" bldStep="gridLegend"/>
                                                </p:graphicEl>
                                              </p:spTgt>
                                            </p:tgtEl>
                                            <p:attrNameLst>
                                              <p:attrName>style.visibility</p:attrName>
                                            </p:attrNameLst>
                                          </p:cBhvr>
                                          <p:to>
                                            <p:strVal val="visible"/>
                                          </p:to>
                                        </p:set>
                                        <p:anim calcmode="lin" valueType="num" p14:bounceEnd="67000">
                                          <p:cBhvr additive="base">
                                            <p:cTn id="7" dur="1000" fill="hold"/>
                                            <p:tgtEl>
                                              <p:spTgt spid="6">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14:bounceEnd="67000">
                                          <p:cBhvr additive="base">
                                            <p:cTn id="8" dur="1000" fill="hold"/>
                                            <p:tgtEl>
                                              <p:spTgt spid="6">
                                                <p:graphicEl>
                                                  <a:chart seriesIdx="-3" categoryIdx="-3" bldStep="gridLegend"/>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67000">
                                      <p:stCondLst>
                                        <p:cond delay="250"/>
                                      </p:stCondLst>
                                      <p:childTnLst>
                                        <p:set>
                                          <p:cBhvr>
                                            <p:cTn id="10" dur="1" fill="hold">
                                              <p:stCondLst>
                                                <p:cond delay="0"/>
                                              </p:stCondLst>
                                            </p:cTn>
                                            <p:tgtEl>
                                              <p:spTgt spid="6">
                                                <p:graphicEl>
                                                  <a:chart seriesIdx="0" categoryIdx="0" bldStep="ptInSeries"/>
                                                </p:graphicEl>
                                              </p:spTgt>
                                            </p:tgtEl>
                                            <p:attrNameLst>
                                              <p:attrName>style.visibility</p:attrName>
                                            </p:attrNameLst>
                                          </p:cBhvr>
                                          <p:to>
                                            <p:strVal val="visible"/>
                                          </p:to>
                                        </p:set>
                                        <p:anim calcmode="lin" valueType="num" p14:bounceEnd="67000">
                                          <p:cBhvr additive="base">
                                            <p:cTn id="11" dur="1000" fill="hold"/>
                                            <p:tgtEl>
                                              <p:spTgt spid="6">
                                                <p:graphicEl>
                                                  <a:chart seriesIdx="0" categoryIdx="0" bldStep="ptInSeries"/>
                                                </p:graphicEl>
                                              </p:spTgt>
                                            </p:tgtEl>
                                            <p:attrNameLst>
                                              <p:attrName>ppt_x</p:attrName>
                                            </p:attrNameLst>
                                          </p:cBhvr>
                                          <p:tavLst>
                                            <p:tav tm="0">
                                              <p:val>
                                                <p:strVal val="#ppt_x"/>
                                              </p:val>
                                            </p:tav>
                                            <p:tav tm="100000">
                                              <p:val>
                                                <p:strVal val="#ppt_x"/>
                                              </p:val>
                                            </p:tav>
                                          </p:tavLst>
                                        </p:anim>
                                        <p:anim calcmode="lin" valueType="num" p14:bounceEnd="67000">
                                          <p:cBhvr additive="base">
                                            <p:cTn id="12" dur="1000" fill="hold"/>
                                            <p:tgtEl>
                                              <p:spTgt spid="6">
                                                <p:graphicEl>
                                                  <a:chart seriesIdx="0" categoryIdx="0" bldStep="ptInSeries"/>
                                                </p:graphic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14:presetBounceEnd="67000">
                                      <p:stCondLst>
                                        <p:cond delay="500"/>
                                      </p:stCondLst>
                                      <p:childTnLst>
                                        <p:set>
                                          <p:cBhvr>
                                            <p:cTn id="14" dur="1" fill="hold">
                                              <p:stCondLst>
                                                <p:cond delay="0"/>
                                              </p:stCondLst>
                                            </p:cTn>
                                            <p:tgtEl>
                                              <p:spTgt spid="6">
                                                <p:graphicEl>
                                                  <a:chart seriesIdx="1" categoryIdx="0" bldStep="ptInSeries"/>
                                                </p:graphicEl>
                                              </p:spTgt>
                                            </p:tgtEl>
                                            <p:attrNameLst>
                                              <p:attrName>style.visibility</p:attrName>
                                            </p:attrNameLst>
                                          </p:cBhvr>
                                          <p:to>
                                            <p:strVal val="visible"/>
                                          </p:to>
                                        </p:set>
                                        <p:anim calcmode="lin" valueType="num" p14:bounceEnd="67000">
                                          <p:cBhvr additive="base">
                                            <p:cTn id="15" dur="1000" fill="hold"/>
                                            <p:tgtEl>
                                              <p:spTgt spid="6">
                                                <p:graphicEl>
                                                  <a:chart seriesIdx="1" categoryIdx="0" bldStep="ptInSeries"/>
                                                </p:graphicEl>
                                              </p:spTgt>
                                            </p:tgtEl>
                                            <p:attrNameLst>
                                              <p:attrName>ppt_x</p:attrName>
                                            </p:attrNameLst>
                                          </p:cBhvr>
                                          <p:tavLst>
                                            <p:tav tm="0">
                                              <p:val>
                                                <p:strVal val="#ppt_x"/>
                                              </p:val>
                                            </p:tav>
                                            <p:tav tm="100000">
                                              <p:val>
                                                <p:strVal val="#ppt_x"/>
                                              </p:val>
                                            </p:tav>
                                          </p:tavLst>
                                        </p:anim>
                                        <p:anim calcmode="lin" valueType="num" p14:bounceEnd="67000">
                                          <p:cBhvr additive="base">
                                            <p:cTn id="16" dur="1000" fill="hold"/>
                                            <p:tgtEl>
                                              <p:spTgt spid="6">
                                                <p:graphicEl>
                                                  <a:chart seriesIdx="1" categoryIdx="0" bldStep="ptInSeries"/>
                                                </p:graphic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14:presetBounceEnd="67000">
                                      <p:stCondLst>
                                        <p:cond delay="750"/>
                                      </p:stCondLst>
                                      <p:childTnLst>
                                        <p:set>
                                          <p:cBhvr>
                                            <p:cTn id="18" dur="1" fill="hold">
                                              <p:stCondLst>
                                                <p:cond delay="0"/>
                                              </p:stCondLst>
                                            </p:cTn>
                                            <p:tgtEl>
                                              <p:spTgt spid="6">
                                                <p:graphicEl>
                                                  <a:chart seriesIdx="2" categoryIdx="0" bldStep="ptInSeries"/>
                                                </p:graphicEl>
                                              </p:spTgt>
                                            </p:tgtEl>
                                            <p:attrNameLst>
                                              <p:attrName>style.visibility</p:attrName>
                                            </p:attrNameLst>
                                          </p:cBhvr>
                                          <p:to>
                                            <p:strVal val="visible"/>
                                          </p:to>
                                        </p:set>
                                        <p:anim calcmode="lin" valueType="num" p14:bounceEnd="67000">
                                          <p:cBhvr additive="base">
                                            <p:cTn id="19" dur="1000" fill="hold"/>
                                            <p:tgtEl>
                                              <p:spTgt spid="6">
                                                <p:graphicEl>
                                                  <a:chart seriesIdx="2" categoryIdx="0" bldStep="ptInSeries"/>
                                                </p:graphicEl>
                                              </p:spTgt>
                                            </p:tgtEl>
                                            <p:attrNameLst>
                                              <p:attrName>ppt_x</p:attrName>
                                            </p:attrNameLst>
                                          </p:cBhvr>
                                          <p:tavLst>
                                            <p:tav tm="0">
                                              <p:val>
                                                <p:strVal val="#ppt_x"/>
                                              </p:val>
                                            </p:tav>
                                            <p:tav tm="100000">
                                              <p:val>
                                                <p:strVal val="#ppt_x"/>
                                              </p:val>
                                            </p:tav>
                                          </p:tavLst>
                                        </p:anim>
                                        <p:anim calcmode="lin" valueType="num" p14:bounceEnd="67000">
                                          <p:cBhvr additive="base">
                                            <p:cTn id="20" dur="1000" fill="hold"/>
                                            <p:tgtEl>
                                              <p:spTgt spid="6">
                                                <p:graphicEl>
                                                  <a:chart seriesIdx="2" categoryIdx="0" bldStep="ptInSeries"/>
                                                </p:graphic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14:presetBounceEnd="67000">
                                      <p:stCondLst>
                                        <p:cond delay="1000"/>
                                      </p:stCondLst>
                                      <p:childTnLst>
                                        <p:set>
                                          <p:cBhvr>
                                            <p:cTn id="22" dur="1" fill="hold">
                                              <p:stCondLst>
                                                <p:cond delay="0"/>
                                              </p:stCondLst>
                                            </p:cTn>
                                            <p:tgtEl>
                                              <p:spTgt spid="6">
                                                <p:graphicEl>
                                                  <a:chart seriesIdx="3" categoryIdx="0" bldStep="ptInSeries"/>
                                                </p:graphicEl>
                                              </p:spTgt>
                                            </p:tgtEl>
                                            <p:attrNameLst>
                                              <p:attrName>style.visibility</p:attrName>
                                            </p:attrNameLst>
                                          </p:cBhvr>
                                          <p:to>
                                            <p:strVal val="visible"/>
                                          </p:to>
                                        </p:set>
                                        <p:anim calcmode="lin" valueType="num" p14:bounceEnd="67000">
                                          <p:cBhvr additive="base">
                                            <p:cTn id="23" dur="1000" fill="hold"/>
                                            <p:tgtEl>
                                              <p:spTgt spid="6">
                                                <p:graphicEl>
                                                  <a:chart seriesIdx="3" categoryIdx="0" bldStep="ptInSeries"/>
                                                </p:graphicEl>
                                              </p:spTgt>
                                            </p:tgtEl>
                                            <p:attrNameLst>
                                              <p:attrName>ppt_x</p:attrName>
                                            </p:attrNameLst>
                                          </p:cBhvr>
                                          <p:tavLst>
                                            <p:tav tm="0">
                                              <p:val>
                                                <p:strVal val="#ppt_x"/>
                                              </p:val>
                                            </p:tav>
                                            <p:tav tm="100000">
                                              <p:val>
                                                <p:strVal val="#ppt_x"/>
                                              </p:val>
                                            </p:tav>
                                          </p:tavLst>
                                        </p:anim>
                                        <p:anim calcmode="lin" valueType="num" p14:bounceEnd="67000">
                                          <p:cBhvr additive="base">
                                            <p:cTn id="24" dur="1000" fill="hold"/>
                                            <p:tgtEl>
                                              <p:spTgt spid="6">
                                                <p:graphicEl>
                                                  <a:chart seriesIdx="3" categoryIdx="0" bldStep="ptInSeries"/>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14:presetBounceEnd="67000">
                                      <p:stCondLst>
                                        <p:cond delay="1250"/>
                                      </p:stCondLst>
                                      <p:childTnLst>
                                        <p:set>
                                          <p:cBhvr>
                                            <p:cTn id="26" dur="1" fill="hold">
                                              <p:stCondLst>
                                                <p:cond delay="0"/>
                                              </p:stCondLst>
                                            </p:cTn>
                                            <p:tgtEl>
                                              <p:spTgt spid="6">
                                                <p:graphicEl>
                                                  <a:chart seriesIdx="4" categoryIdx="0" bldStep="ptInSeries"/>
                                                </p:graphicEl>
                                              </p:spTgt>
                                            </p:tgtEl>
                                            <p:attrNameLst>
                                              <p:attrName>style.visibility</p:attrName>
                                            </p:attrNameLst>
                                          </p:cBhvr>
                                          <p:to>
                                            <p:strVal val="visible"/>
                                          </p:to>
                                        </p:set>
                                        <p:anim calcmode="lin" valueType="num" p14:bounceEnd="67000">
                                          <p:cBhvr additive="base">
                                            <p:cTn id="27" dur="1000" fill="hold"/>
                                            <p:tgtEl>
                                              <p:spTgt spid="6">
                                                <p:graphicEl>
                                                  <a:chart seriesIdx="4" categoryIdx="0" bldStep="ptInSeries"/>
                                                </p:graphicEl>
                                              </p:spTgt>
                                            </p:tgtEl>
                                            <p:attrNameLst>
                                              <p:attrName>ppt_x</p:attrName>
                                            </p:attrNameLst>
                                          </p:cBhvr>
                                          <p:tavLst>
                                            <p:tav tm="0">
                                              <p:val>
                                                <p:strVal val="#ppt_x"/>
                                              </p:val>
                                            </p:tav>
                                            <p:tav tm="100000">
                                              <p:val>
                                                <p:strVal val="#ppt_x"/>
                                              </p:val>
                                            </p:tav>
                                          </p:tavLst>
                                        </p:anim>
                                        <p:anim calcmode="lin" valueType="num" p14:bounceEnd="67000">
                                          <p:cBhvr additive="base">
                                            <p:cTn id="28" dur="1000" fill="hold"/>
                                            <p:tgtEl>
                                              <p:spTgt spid="6">
                                                <p:graphicEl>
                                                  <a:chart seriesIdx="4" categoryIdx="0" bldStep="ptInSeries"/>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14:presetBounceEnd="67000">
                                      <p:stCondLst>
                                        <p:cond delay="1500"/>
                                      </p:stCondLst>
                                      <p:childTnLst>
                                        <p:set>
                                          <p:cBhvr>
                                            <p:cTn id="30" dur="1" fill="hold">
                                              <p:stCondLst>
                                                <p:cond delay="0"/>
                                              </p:stCondLst>
                                            </p:cTn>
                                            <p:tgtEl>
                                              <p:spTgt spid="6">
                                                <p:graphicEl>
                                                  <a:chart seriesIdx="5" categoryIdx="0" bldStep="ptInSeries"/>
                                                </p:graphicEl>
                                              </p:spTgt>
                                            </p:tgtEl>
                                            <p:attrNameLst>
                                              <p:attrName>style.visibility</p:attrName>
                                            </p:attrNameLst>
                                          </p:cBhvr>
                                          <p:to>
                                            <p:strVal val="visible"/>
                                          </p:to>
                                        </p:set>
                                        <p:anim calcmode="lin" valueType="num" p14:bounceEnd="67000">
                                          <p:cBhvr additive="base">
                                            <p:cTn id="31" dur="1000" fill="hold"/>
                                            <p:tgtEl>
                                              <p:spTgt spid="6">
                                                <p:graphicEl>
                                                  <a:chart seriesIdx="5" categoryIdx="0" bldStep="ptInSeries"/>
                                                </p:graphicEl>
                                              </p:spTgt>
                                            </p:tgtEl>
                                            <p:attrNameLst>
                                              <p:attrName>ppt_x</p:attrName>
                                            </p:attrNameLst>
                                          </p:cBhvr>
                                          <p:tavLst>
                                            <p:tav tm="0">
                                              <p:val>
                                                <p:strVal val="#ppt_x"/>
                                              </p:val>
                                            </p:tav>
                                            <p:tav tm="100000">
                                              <p:val>
                                                <p:strVal val="#ppt_x"/>
                                              </p:val>
                                            </p:tav>
                                          </p:tavLst>
                                        </p:anim>
                                        <p:anim calcmode="lin" valueType="num" p14:bounceEnd="67000">
                                          <p:cBhvr additive="base">
                                            <p:cTn id="32" dur="1000" fill="hold"/>
                                            <p:tgtEl>
                                              <p:spTgt spid="6">
                                                <p:graphicEl>
                                                  <a:chart seriesIdx="5" categoryIdx="0" bldStep="ptInSeries"/>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Chart bld="seriesEl"/>
            </p:bldSub>
          </p:bldGraphic>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graphicEl>
                                                  <a:chart seriesIdx="-3" categoryIdx="-3" bldStep="gridLegend"/>
                                                </p:graphicEl>
                                              </p:spTgt>
                                            </p:tgtEl>
                                            <p:attrNameLst>
                                              <p:attrName>style.visibility</p:attrName>
                                            </p:attrNameLst>
                                          </p:cBhvr>
                                          <p:to>
                                            <p:strVal val="visible"/>
                                          </p:to>
                                        </p:set>
                                        <p:anim calcmode="lin" valueType="num">
                                          <p:cBhvr additive="base">
                                            <p:cTn id="7" dur="1000" fill="hold"/>
                                            <p:tgtEl>
                                              <p:spTgt spid="6">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cBhvr additive="base">
                                            <p:cTn id="8" dur="1000" fill="hold"/>
                                            <p:tgtEl>
                                              <p:spTgt spid="6">
                                                <p:graphicEl>
                                                  <a:chart seriesIdx="-3" categoryIdx="-3" bldStep="gridLegend"/>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250"/>
                                      </p:stCondLst>
                                      <p:childTnLst>
                                        <p:set>
                                          <p:cBhvr>
                                            <p:cTn id="10" dur="1" fill="hold">
                                              <p:stCondLst>
                                                <p:cond delay="0"/>
                                              </p:stCondLst>
                                            </p:cTn>
                                            <p:tgtEl>
                                              <p:spTgt spid="6">
                                                <p:graphicEl>
                                                  <a:chart seriesIdx="0" categoryIdx="0" bldStep="ptInSeries"/>
                                                </p:graphicEl>
                                              </p:spTgt>
                                            </p:tgtEl>
                                            <p:attrNameLst>
                                              <p:attrName>style.visibility</p:attrName>
                                            </p:attrNameLst>
                                          </p:cBhvr>
                                          <p:to>
                                            <p:strVal val="visible"/>
                                          </p:to>
                                        </p:set>
                                        <p:anim calcmode="lin" valueType="num">
                                          <p:cBhvr additive="base">
                                            <p:cTn id="11" dur="1000" fill="hold"/>
                                            <p:tgtEl>
                                              <p:spTgt spid="6">
                                                <p:graphicEl>
                                                  <a:chart seriesIdx="0"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12" dur="1000" fill="hold"/>
                                            <p:tgtEl>
                                              <p:spTgt spid="6">
                                                <p:graphicEl>
                                                  <a:chart seriesIdx="0" categoryIdx="0" bldStep="ptInSeries"/>
                                                </p:graphic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500"/>
                                      </p:stCondLst>
                                      <p:childTnLst>
                                        <p:set>
                                          <p:cBhvr>
                                            <p:cTn id="14" dur="1" fill="hold">
                                              <p:stCondLst>
                                                <p:cond delay="0"/>
                                              </p:stCondLst>
                                            </p:cTn>
                                            <p:tgtEl>
                                              <p:spTgt spid="6">
                                                <p:graphicEl>
                                                  <a:chart seriesIdx="1" categoryIdx="0" bldStep="ptInSeries"/>
                                                </p:graphicEl>
                                              </p:spTgt>
                                            </p:tgtEl>
                                            <p:attrNameLst>
                                              <p:attrName>style.visibility</p:attrName>
                                            </p:attrNameLst>
                                          </p:cBhvr>
                                          <p:to>
                                            <p:strVal val="visible"/>
                                          </p:to>
                                        </p:set>
                                        <p:anim calcmode="lin" valueType="num">
                                          <p:cBhvr additive="base">
                                            <p:cTn id="15" dur="1000" fill="hold"/>
                                            <p:tgtEl>
                                              <p:spTgt spid="6">
                                                <p:graphicEl>
                                                  <a:chart seriesIdx="1"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16" dur="1000" fill="hold"/>
                                            <p:tgtEl>
                                              <p:spTgt spid="6">
                                                <p:graphicEl>
                                                  <a:chart seriesIdx="1" categoryIdx="0" bldStep="ptInSeries"/>
                                                </p:graphic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750"/>
                                      </p:stCondLst>
                                      <p:childTnLst>
                                        <p:set>
                                          <p:cBhvr>
                                            <p:cTn id="18" dur="1" fill="hold">
                                              <p:stCondLst>
                                                <p:cond delay="0"/>
                                              </p:stCondLst>
                                            </p:cTn>
                                            <p:tgtEl>
                                              <p:spTgt spid="6">
                                                <p:graphicEl>
                                                  <a:chart seriesIdx="2" categoryIdx="0" bldStep="ptInSeries"/>
                                                </p:graphicEl>
                                              </p:spTgt>
                                            </p:tgtEl>
                                            <p:attrNameLst>
                                              <p:attrName>style.visibility</p:attrName>
                                            </p:attrNameLst>
                                          </p:cBhvr>
                                          <p:to>
                                            <p:strVal val="visible"/>
                                          </p:to>
                                        </p:set>
                                        <p:anim calcmode="lin" valueType="num">
                                          <p:cBhvr additive="base">
                                            <p:cTn id="19" dur="1000" fill="hold"/>
                                            <p:tgtEl>
                                              <p:spTgt spid="6">
                                                <p:graphicEl>
                                                  <a:chart seriesIdx="2"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20" dur="1000" fill="hold"/>
                                            <p:tgtEl>
                                              <p:spTgt spid="6">
                                                <p:graphicEl>
                                                  <a:chart seriesIdx="2" categoryIdx="0" bldStep="ptInSeries"/>
                                                </p:graphic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1000"/>
                                      </p:stCondLst>
                                      <p:childTnLst>
                                        <p:set>
                                          <p:cBhvr>
                                            <p:cTn id="22" dur="1" fill="hold">
                                              <p:stCondLst>
                                                <p:cond delay="0"/>
                                              </p:stCondLst>
                                            </p:cTn>
                                            <p:tgtEl>
                                              <p:spTgt spid="6">
                                                <p:graphicEl>
                                                  <a:chart seriesIdx="3" categoryIdx="0" bldStep="ptInSeries"/>
                                                </p:graphicEl>
                                              </p:spTgt>
                                            </p:tgtEl>
                                            <p:attrNameLst>
                                              <p:attrName>style.visibility</p:attrName>
                                            </p:attrNameLst>
                                          </p:cBhvr>
                                          <p:to>
                                            <p:strVal val="visible"/>
                                          </p:to>
                                        </p:set>
                                        <p:anim calcmode="lin" valueType="num">
                                          <p:cBhvr additive="base">
                                            <p:cTn id="23" dur="1000" fill="hold"/>
                                            <p:tgtEl>
                                              <p:spTgt spid="6">
                                                <p:graphicEl>
                                                  <a:chart seriesIdx="3"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24" dur="1000" fill="hold"/>
                                            <p:tgtEl>
                                              <p:spTgt spid="6">
                                                <p:graphicEl>
                                                  <a:chart seriesIdx="3" categoryIdx="0" bldStep="ptInSeries"/>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1250"/>
                                      </p:stCondLst>
                                      <p:childTnLst>
                                        <p:set>
                                          <p:cBhvr>
                                            <p:cTn id="26" dur="1" fill="hold">
                                              <p:stCondLst>
                                                <p:cond delay="0"/>
                                              </p:stCondLst>
                                            </p:cTn>
                                            <p:tgtEl>
                                              <p:spTgt spid="6">
                                                <p:graphicEl>
                                                  <a:chart seriesIdx="4" categoryIdx="0" bldStep="ptInSeries"/>
                                                </p:graphicEl>
                                              </p:spTgt>
                                            </p:tgtEl>
                                            <p:attrNameLst>
                                              <p:attrName>style.visibility</p:attrName>
                                            </p:attrNameLst>
                                          </p:cBhvr>
                                          <p:to>
                                            <p:strVal val="visible"/>
                                          </p:to>
                                        </p:set>
                                        <p:anim calcmode="lin" valueType="num">
                                          <p:cBhvr additive="base">
                                            <p:cTn id="27" dur="1000" fill="hold"/>
                                            <p:tgtEl>
                                              <p:spTgt spid="6">
                                                <p:graphicEl>
                                                  <a:chart seriesIdx="4"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28" dur="1000" fill="hold"/>
                                            <p:tgtEl>
                                              <p:spTgt spid="6">
                                                <p:graphicEl>
                                                  <a:chart seriesIdx="4" categoryIdx="0" bldStep="ptInSeries"/>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1500"/>
                                      </p:stCondLst>
                                      <p:childTnLst>
                                        <p:set>
                                          <p:cBhvr>
                                            <p:cTn id="30" dur="1" fill="hold">
                                              <p:stCondLst>
                                                <p:cond delay="0"/>
                                              </p:stCondLst>
                                            </p:cTn>
                                            <p:tgtEl>
                                              <p:spTgt spid="6">
                                                <p:graphicEl>
                                                  <a:chart seriesIdx="5" categoryIdx="0" bldStep="ptInSeries"/>
                                                </p:graphicEl>
                                              </p:spTgt>
                                            </p:tgtEl>
                                            <p:attrNameLst>
                                              <p:attrName>style.visibility</p:attrName>
                                            </p:attrNameLst>
                                          </p:cBhvr>
                                          <p:to>
                                            <p:strVal val="visible"/>
                                          </p:to>
                                        </p:set>
                                        <p:anim calcmode="lin" valueType="num">
                                          <p:cBhvr additive="base">
                                            <p:cTn id="31" dur="1000" fill="hold"/>
                                            <p:tgtEl>
                                              <p:spTgt spid="6">
                                                <p:graphicEl>
                                                  <a:chart seriesIdx="5"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32" dur="1000" fill="hold"/>
                                            <p:tgtEl>
                                              <p:spTgt spid="6">
                                                <p:graphicEl>
                                                  <a:chart seriesIdx="5" categoryIdx="0" bldStep="ptInSeries"/>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Chart bld="seriesEl"/>
            </p:bldSub>
          </p:bldGraphic>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Chart 19">
            <a:extLst>
              <a:ext uri="{FF2B5EF4-FFF2-40B4-BE49-F238E27FC236}">
                <a16:creationId xmlns:a16="http://schemas.microsoft.com/office/drawing/2014/main" id="{B5727611-C975-45F6-9ECB-EE4DA713A8AB}"/>
              </a:ext>
            </a:extLst>
          </p:cNvPr>
          <p:cNvGraphicFramePr/>
          <p:nvPr>
            <p:extLst>
              <p:ext uri="{D42A27DB-BD31-4B8C-83A1-F6EECF244321}">
                <p14:modId xmlns:p14="http://schemas.microsoft.com/office/powerpoint/2010/main" val="2994638541"/>
              </p:ext>
            </p:extLst>
          </p:nvPr>
        </p:nvGraphicFramePr>
        <p:xfrm>
          <a:off x="2032000" y="938872"/>
          <a:ext cx="8128000" cy="5418667"/>
        </p:xfrm>
        <a:graphic>
          <a:graphicData uri="http://schemas.openxmlformats.org/drawingml/2006/chart">
            <c:chart xmlns:c="http://schemas.openxmlformats.org/drawingml/2006/chart" xmlns:r="http://schemas.openxmlformats.org/officeDocument/2006/relationships" r:id="rId2"/>
          </a:graphicData>
        </a:graphic>
      </p:graphicFrame>
      <p:grpSp>
        <p:nvGrpSpPr>
          <p:cNvPr id="21" name="Shadow">
            <a:extLst>
              <a:ext uri="{FF2B5EF4-FFF2-40B4-BE49-F238E27FC236}">
                <a16:creationId xmlns:a16="http://schemas.microsoft.com/office/drawing/2014/main" id="{929BA762-92D8-4E07-A9A9-77C412EBDB09}"/>
              </a:ext>
            </a:extLst>
          </p:cNvPr>
          <p:cNvGrpSpPr/>
          <p:nvPr/>
        </p:nvGrpSpPr>
        <p:grpSpPr>
          <a:xfrm>
            <a:off x="1177446" y="5762258"/>
            <a:ext cx="10722279" cy="313740"/>
            <a:chOff x="9281563" y="4102502"/>
            <a:chExt cx="1968189" cy="313740"/>
          </a:xfrm>
        </p:grpSpPr>
        <p:sp>
          <p:nvSpPr>
            <p:cNvPr id="22" name="Freeform 14">
              <a:extLst>
                <a:ext uri="{FF2B5EF4-FFF2-40B4-BE49-F238E27FC236}">
                  <a16:creationId xmlns:a16="http://schemas.microsoft.com/office/drawing/2014/main" id="{F7863309-A175-40D9-9054-A3893075BD0E}"/>
                </a:ext>
              </a:extLst>
            </p:cNvPr>
            <p:cNvSpPr>
              <a:spLocks/>
            </p:cNvSpPr>
            <p:nvPr/>
          </p:nvSpPr>
          <p:spPr bwMode="auto">
            <a:xfrm rot="16200000">
              <a:off x="10125532" y="3327282"/>
              <a:ext cx="280253" cy="1897667"/>
            </a:xfrm>
            <a:custGeom>
              <a:avLst/>
              <a:gdLst>
                <a:gd name="T0" fmla="*/ 153 w 153"/>
                <a:gd name="T1" fmla="*/ 0 h 1032"/>
                <a:gd name="T2" fmla="*/ 150 w 153"/>
                <a:gd name="T3" fmla="*/ 1032 h 1032"/>
                <a:gd name="T4" fmla="*/ 0 w 153"/>
                <a:gd name="T5" fmla="*/ 1032 h 1032"/>
                <a:gd name="T6" fmla="*/ 0 w 153"/>
                <a:gd name="T7" fmla="*/ 0 h 1032"/>
                <a:gd name="T8" fmla="*/ 153 w 153"/>
                <a:gd name="T9" fmla="*/ 0 h 1032"/>
              </a:gdLst>
              <a:ahLst/>
              <a:cxnLst>
                <a:cxn ang="0">
                  <a:pos x="T0" y="T1"/>
                </a:cxn>
                <a:cxn ang="0">
                  <a:pos x="T2" y="T3"/>
                </a:cxn>
                <a:cxn ang="0">
                  <a:pos x="T4" y="T5"/>
                </a:cxn>
                <a:cxn ang="0">
                  <a:pos x="T6" y="T7"/>
                </a:cxn>
                <a:cxn ang="0">
                  <a:pos x="T8" y="T9"/>
                </a:cxn>
              </a:cxnLst>
              <a:rect l="0" t="0" r="r" b="b"/>
              <a:pathLst>
                <a:path w="153" h="1032">
                  <a:moveTo>
                    <a:pt x="153" y="0"/>
                  </a:moveTo>
                  <a:lnTo>
                    <a:pt x="150" y="1032"/>
                  </a:lnTo>
                  <a:lnTo>
                    <a:pt x="0" y="1032"/>
                  </a:lnTo>
                  <a:lnTo>
                    <a:pt x="0" y="0"/>
                  </a:lnTo>
                  <a:lnTo>
                    <a:pt x="153" y="0"/>
                  </a:lnTo>
                  <a:close/>
                </a:path>
              </a:pathLst>
            </a:custGeom>
            <a:gradFill flip="none" rotWithShape="1">
              <a:gsLst>
                <a:gs pos="0">
                  <a:schemeClr val="bg1">
                    <a:alpha val="0"/>
                  </a:schemeClr>
                </a:gs>
                <a:gs pos="49000">
                  <a:schemeClr val="bg1"/>
                </a:gs>
                <a:gs pos="100000">
                  <a:schemeClr val="bg1">
                    <a:alpha val="0"/>
                  </a:schemeClr>
                </a:gs>
              </a:gsLst>
              <a:lin ang="16200000" scaled="0"/>
              <a:tileRect/>
            </a:gradFill>
            <a:ln>
              <a:noFill/>
            </a:ln>
            <a:effectLst>
              <a:outerShdw blurRad="101600" dist="63500" dir="16200000" sx="95000" sy="95000" algn="tl" rotWithShape="0">
                <a:prstClr val="black">
                  <a:alpha val="6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23" name="Rectangle 22">
              <a:extLst>
                <a:ext uri="{FF2B5EF4-FFF2-40B4-BE49-F238E27FC236}">
                  <a16:creationId xmlns:a16="http://schemas.microsoft.com/office/drawing/2014/main" id="{519745A1-2F81-4F5D-8163-87FFAA4C3B22}"/>
                </a:ext>
              </a:extLst>
            </p:cNvPr>
            <p:cNvSpPr/>
            <p:nvPr/>
          </p:nvSpPr>
          <p:spPr>
            <a:xfrm rot="16200000">
              <a:off x="10109961" y="3274104"/>
              <a:ext cx="311393" cy="19681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sp>
        <p:nvSpPr>
          <p:cNvPr id="6" name="TextBox 5">
            <a:extLst>
              <a:ext uri="{FF2B5EF4-FFF2-40B4-BE49-F238E27FC236}">
                <a16:creationId xmlns:a16="http://schemas.microsoft.com/office/drawing/2014/main" id="{F05860DE-058E-4122-89A2-E47961228C50}"/>
              </a:ext>
            </a:extLst>
          </p:cNvPr>
          <p:cNvSpPr txBox="1"/>
          <p:nvPr/>
        </p:nvSpPr>
        <p:spPr>
          <a:xfrm>
            <a:off x="3245702" y="333188"/>
            <a:ext cx="5700600" cy="461665"/>
          </a:xfrm>
          <a:prstGeom prst="rect">
            <a:avLst/>
          </a:prstGeom>
          <a:noFill/>
        </p:spPr>
        <p:txBody>
          <a:bodyPr wrap="none" rtlCol="0">
            <a:spAutoFit/>
          </a:bodyPr>
          <a:lstStyle/>
          <a:p>
            <a:pPr algn="ctr"/>
            <a:r>
              <a:rPr lang="en-US" sz="2400">
                <a:latin typeface="Montserrat SemiBold" panose="00000700000000000000" pitchFamily="50" charset="-52"/>
              </a:rPr>
              <a:t>EDITABLE COLUMN INFOGRAPHIC</a:t>
            </a:r>
            <a:endParaRPr lang="ru-UA" sz="2400">
              <a:latin typeface="Montserrat SemiBold" panose="00000700000000000000" pitchFamily="50" charset="-52"/>
            </a:endParaRPr>
          </a:p>
        </p:txBody>
      </p:sp>
      <p:sp>
        <p:nvSpPr>
          <p:cNvPr id="7" name="TextBox 6">
            <a:extLst>
              <a:ext uri="{FF2B5EF4-FFF2-40B4-BE49-F238E27FC236}">
                <a16:creationId xmlns:a16="http://schemas.microsoft.com/office/drawing/2014/main" id="{4566906E-82CF-44F0-B6FF-8DE296E5FE94}"/>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2500733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0">
                                            <p:graphicEl>
                                              <a:chart seriesIdx="-3" categoryIdx="-3" bldStep="gridLegend"/>
                                            </p:graphicEl>
                                          </p:spTgt>
                                        </p:tgtEl>
                                        <p:attrNameLst>
                                          <p:attrName>style.visibility</p:attrName>
                                        </p:attrNameLst>
                                      </p:cBhvr>
                                      <p:to>
                                        <p:strVal val="visible"/>
                                      </p:to>
                                    </p:set>
                                    <p:anim calcmode="lin" valueType="num">
                                      <p:cBhvr additive="base">
                                        <p:cTn id="7" dur="500" fill="hold"/>
                                        <p:tgtEl>
                                          <p:spTgt spid="20">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20">
                                            <p:graphicEl>
                                              <a:chart seriesIdx="-3" categoryIdx="-3" bldStep="gridLegend"/>
                                            </p:graphic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250"/>
                                  </p:stCondLst>
                                  <p:childTnLst>
                                    <p:set>
                                      <p:cBhvr>
                                        <p:cTn id="10" dur="1" fill="hold">
                                          <p:stCondLst>
                                            <p:cond delay="0"/>
                                          </p:stCondLst>
                                        </p:cTn>
                                        <p:tgtEl>
                                          <p:spTgt spid="20">
                                            <p:graphicEl>
                                              <a:chart seriesIdx="-4" categoryIdx="0" bldStep="category"/>
                                            </p:graphicEl>
                                          </p:spTgt>
                                        </p:tgtEl>
                                        <p:attrNameLst>
                                          <p:attrName>style.visibility</p:attrName>
                                        </p:attrNameLst>
                                      </p:cBhvr>
                                      <p:to>
                                        <p:strVal val="visible"/>
                                      </p:to>
                                    </p:set>
                                    <p:anim calcmode="lin" valueType="num">
                                      <p:cBhvr additive="base">
                                        <p:cTn id="11" dur="500" fill="hold"/>
                                        <p:tgtEl>
                                          <p:spTgt spid="20">
                                            <p:graphicEl>
                                              <a:chart seriesIdx="-4" categoryIdx="0" bldStep="category"/>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
                                            <p:graphicEl>
                                              <a:chart seriesIdx="-4" categoryIdx="0" bldStep="category"/>
                                            </p:graphic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500"/>
                                  </p:stCondLst>
                                  <p:childTnLst>
                                    <p:set>
                                      <p:cBhvr>
                                        <p:cTn id="14" dur="1" fill="hold">
                                          <p:stCondLst>
                                            <p:cond delay="0"/>
                                          </p:stCondLst>
                                        </p:cTn>
                                        <p:tgtEl>
                                          <p:spTgt spid="20">
                                            <p:graphicEl>
                                              <a:chart seriesIdx="-4" categoryIdx="1" bldStep="category"/>
                                            </p:graphicEl>
                                          </p:spTgt>
                                        </p:tgtEl>
                                        <p:attrNameLst>
                                          <p:attrName>style.visibility</p:attrName>
                                        </p:attrNameLst>
                                      </p:cBhvr>
                                      <p:to>
                                        <p:strVal val="visible"/>
                                      </p:to>
                                    </p:set>
                                    <p:anim calcmode="lin" valueType="num">
                                      <p:cBhvr additive="base">
                                        <p:cTn id="15" dur="500" fill="hold"/>
                                        <p:tgtEl>
                                          <p:spTgt spid="20">
                                            <p:graphicEl>
                                              <a:chart seriesIdx="-4" categoryIdx="1" bldStep="category"/>
                                            </p:graphic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
                                            <p:graphicEl>
                                              <a:chart seriesIdx="-4" categoryIdx="1" bldStep="category"/>
                                            </p:graphicEl>
                                          </p:spTgt>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750"/>
                                  </p:stCondLst>
                                  <p:childTnLst>
                                    <p:set>
                                      <p:cBhvr>
                                        <p:cTn id="18" dur="1" fill="hold">
                                          <p:stCondLst>
                                            <p:cond delay="0"/>
                                          </p:stCondLst>
                                        </p:cTn>
                                        <p:tgtEl>
                                          <p:spTgt spid="20">
                                            <p:graphicEl>
                                              <a:chart seriesIdx="-4" categoryIdx="2" bldStep="category"/>
                                            </p:graphicEl>
                                          </p:spTgt>
                                        </p:tgtEl>
                                        <p:attrNameLst>
                                          <p:attrName>style.visibility</p:attrName>
                                        </p:attrNameLst>
                                      </p:cBhvr>
                                      <p:to>
                                        <p:strVal val="visible"/>
                                      </p:to>
                                    </p:set>
                                    <p:anim calcmode="lin" valueType="num">
                                      <p:cBhvr additive="base">
                                        <p:cTn id="19" dur="500" fill="hold"/>
                                        <p:tgtEl>
                                          <p:spTgt spid="20">
                                            <p:graphicEl>
                                              <a:chart seriesIdx="-4" categoryIdx="2" bldStep="category"/>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
                                            <p:graphicEl>
                                              <a:chart seriesIdx="-4" categoryIdx="2" bldStep="category"/>
                                            </p:graphicEl>
                                          </p:spTgt>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1000"/>
                                  </p:stCondLst>
                                  <p:childTnLst>
                                    <p:set>
                                      <p:cBhvr>
                                        <p:cTn id="22" dur="1" fill="hold">
                                          <p:stCondLst>
                                            <p:cond delay="0"/>
                                          </p:stCondLst>
                                        </p:cTn>
                                        <p:tgtEl>
                                          <p:spTgt spid="20">
                                            <p:graphicEl>
                                              <a:chart seriesIdx="-4" categoryIdx="3" bldStep="category"/>
                                            </p:graphicEl>
                                          </p:spTgt>
                                        </p:tgtEl>
                                        <p:attrNameLst>
                                          <p:attrName>style.visibility</p:attrName>
                                        </p:attrNameLst>
                                      </p:cBhvr>
                                      <p:to>
                                        <p:strVal val="visible"/>
                                      </p:to>
                                    </p:set>
                                    <p:anim calcmode="lin" valueType="num">
                                      <p:cBhvr additive="base">
                                        <p:cTn id="23" dur="500" fill="hold"/>
                                        <p:tgtEl>
                                          <p:spTgt spid="20">
                                            <p:graphicEl>
                                              <a:chart seriesIdx="-4" categoryIdx="3" bldStep="category"/>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
                                            <p:graphicEl>
                                              <a:chart seriesIdx="-4" categoryIdx="3" bldStep="category"/>
                                            </p:graphicEl>
                                          </p:spTgt>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1250"/>
                                  </p:stCondLst>
                                  <p:childTnLst>
                                    <p:set>
                                      <p:cBhvr>
                                        <p:cTn id="26" dur="1" fill="hold">
                                          <p:stCondLst>
                                            <p:cond delay="0"/>
                                          </p:stCondLst>
                                        </p:cTn>
                                        <p:tgtEl>
                                          <p:spTgt spid="20">
                                            <p:graphicEl>
                                              <a:chart seriesIdx="-4" categoryIdx="4" bldStep="category"/>
                                            </p:graphicEl>
                                          </p:spTgt>
                                        </p:tgtEl>
                                        <p:attrNameLst>
                                          <p:attrName>style.visibility</p:attrName>
                                        </p:attrNameLst>
                                      </p:cBhvr>
                                      <p:to>
                                        <p:strVal val="visible"/>
                                      </p:to>
                                    </p:set>
                                    <p:anim calcmode="lin" valueType="num">
                                      <p:cBhvr additive="base">
                                        <p:cTn id="27" dur="500" fill="hold"/>
                                        <p:tgtEl>
                                          <p:spTgt spid="20">
                                            <p:graphicEl>
                                              <a:chart seriesIdx="-4" categoryIdx="4" bldStep="category"/>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
                                            <p:graphicEl>
                                              <a:chart seriesIdx="-4" categoryIdx="4" bldStep="category"/>
                                            </p:graphicEl>
                                          </p:spTgt>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1500"/>
                                  </p:stCondLst>
                                  <p:childTnLst>
                                    <p:set>
                                      <p:cBhvr>
                                        <p:cTn id="30" dur="1" fill="hold">
                                          <p:stCondLst>
                                            <p:cond delay="0"/>
                                          </p:stCondLst>
                                        </p:cTn>
                                        <p:tgtEl>
                                          <p:spTgt spid="20">
                                            <p:graphicEl>
                                              <a:chart seriesIdx="-4" categoryIdx="5" bldStep="category"/>
                                            </p:graphicEl>
                                          </p:spTgt>
                                        </p:tgtEl>
                                        <p:attrNameLst>
                                          <p:attrName>style.visibility</p:attrName>
                                        </p:attrNameLst>
                                      </p:cBhvr>
                                      <p:to>
                                        <p:strVal val="visible"/>
                                      </p:to>
                                    </p:set>
                                    <p:anim calcmode="lin" valueType="num">
                                      <p:cBhvr additive="base">
                                        <p:cTn id="31" dur="500" fill="hold"/>
                                        <p:tgtEl>
                                          <p:spTgt spid="20">
                                            <p:graphicEl>
                                              <a:chart seriesIdx="-4" categoryIdx="5" bldStep="category"/>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
                                            <p:graphicEl>
                                              <a:chart seriesIdx="-4" categoryIdx="5" bldStep="category"/>
                                            </p:graphicEl>
                                          </p:spTgt>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p:stCondLst>
                                    <p:cond delay="1750"/>
                                  </p:stCondLst>
                                  <p:childTnLst>
                                    <p:set>
                                      <p:cBhvr>
                                        <p:cTn id="34" dur="1" fill="hold">
                                          <p:stCondLst>
                                            <p:cond delay="0"/>
                                          </p:stCondLst>
                                        </p:cTn>
                                        <p:tgtEl>
                                          <p:spTgt spid="20">
                                            <p:graphicEl>
                                              <a:chart seriesIdx="-4" categoryIdx="6" bldStep="category"/>
                                            </p:graphicEl>
                                          </p:spTgt>
                                        </p:tgtEl>
                                        <p:attrNameLst>
                                          <p:attrName>style.visibility</p:attrName>
                                        </p:attrNameLst>
                                      </p:cBhvr>
                                      <p:to>
                                        <p:strVal val="visible"/>
                                      </p:to>
                                    </p:set>
                                    <p:anim calcmode="lin" valueType="num">
                                      <p:cBhvr additive="base">
                                        <p:cTn id="35" dur="500" fill="hold"/>
                                        <p:tgtEl>
                                          <p:spTgt spid="20">
                                            <p:graphicEl>
                                              <a:chart seriesIdx="-4" categoryIdx="6" bldStep="category"/>
                                            </p:graphicEl>
                                          </p:spTgt>
                                        </p:tgtEl>
                                        <p:attrNameLst>
                                          <p:attrName>ppt_x</p:attrName>
                                        </p:attrNameLst>
                                      </p:cBhvr>
                                      <p:tavLst>
                                        <p:tav tm="0">
                                          <p:val>
                                            <p:strVal val="#ppt_x"/>
                                          </p:val>
                                        </p:tav>
                                        <p:tav tm="100000">
                                          <p:val>
                                            <p:strVal val="#ppt_x"/>
                                          </p:val>
                                        </p:tav>
                                      </p:tavLst>
                                    </p:anim>
                                    <p:anim calcmode="lin" valueType="num">
                                      <p:cBhvr additive="base">
                                        <p:cTn id="36" dur="500" fill="hold"/>
                                        <p:tgtEl>
                                          <p:spTgt spid="20">
                                            <p:graphicEl>
                                              <a:chart seriesIdx="-4" categoryIdx="6" bldStep="category"/>
                                            </p:graphicEl>
                                          </p:spTgt>
                                        </p:tgtEl>
                                        <p:attrNameLst>
                                          <p:attrName>ppt_y</p:attrName>
                                        </p:attrNameLst>
                                      </p:cBhvr>
                                      <p:tavLst>
                                        <p:tav tm="0">
                                          <p:val>
                                            <p:strVal val="0-#ppt_h/2"/>
                                          </p:val>
                                        </p:tav>
                                        <p:tav tm="100000">
                                          <p:val>
                                            <p:strVal val="#ppt_y"/>
                                          </p:val>
                                        </p:tav>
                                      </p:tavLst>
                                    </p:anim>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0" grpId="0">
        <p:bldSub>
          <a:bldChart bld="category"/>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40A0BE98-A5F7-4CDE-BC33-3705F5547692}"/>
              </a:ext>
            </a:extLst>
          </p:cNvPr>
          <p:cNvGraphicFramePr>
            <a:graphicFrameLocks/>
          </p:cNvGraphicFramePr>
          <p:nvPr>
            <p:extLst>
              <p:ext uri="{D42A27DB-BD31-4B8C-83A1-F6EECF244321}">
                <p14:modId xmlns:p14="http://schemas.microsoft.com/office/powerpoint/2010/main" val="820764162"/>
              </p:ext>
            </p:extLst>
          </p:nvPr>
        </p:nvGraphicFramePr>
        <p:xfrm>
          <a:off x="1148235" y="2017225"/>
          <a:ext cx="2663981" cy="270030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8222D013-C3EF-480A-B9D7-765A83EC2D02}"/>
              </a:ext>
            </a:extLst>
          </p:cNvPr>
          <p:cNvGraphicFramePr>
            <a:graphicFrameLocks/>
          </p:cNvGraphicFramePr>
          <p:nvPr>
            <p:extLst>
              <p:ext uri="{D42A27DB-BD31-4B8C-83A1-F6EECF244321}">
                <p14:modId xmlns:p14="http://schemas.microsoft.com/office/powerpoint/2010/main" val="2359712654"/>
              </p:ext>
            </p:extLst>
          </p:nvPr>
        </p:nvGraphicFramePr>
        <p:xfrm>
          <a:off x="4547382" y="1909688"/>
          <a:ext cx="2896329" cy="288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AFB54FB5-9FB3-4111-BD25-2020599AB341}"/>
              </a:ext>
            </a:extLst>
          </p:cNvPr>
          <p:cNvGraphicFramePr>
            <a:graphicFrameLocks/>
          </p:cNvGraphicFramePr>
          <p:nvPr>
            <p:extLst>
              <p:ext uri="{D42A27DB-BD31-4B8C-83A1-F6EECF244321}">
                <p14:modId xmlns:p14="http://schemas.microsoft.com/office/powerpoint/2010/main" val="2121987695"/>
              </p:ext>
            </p:extLst>
          </p:nvPr>
        </p:nvGraphicFramePr>
        <p:xfrm>
          <a:off x="8139316" y="2071629"/>
          <a:ext cx="2615237" cy="2718059"/>
        </p:xfrm>
        <a:graphic>
          <a:graphicData uri="http://schemas.openxmlformats.org/drawingml/2006/chart">
            <c:chart xmlns:c="http://schemas.openxmlformats.org/drawingml/2006/chart" xmlns:r="http://schemas.openxmlformats.org/officeDocument/2006/relationships" r:id="rId4"/>
          </a:graphicData>
        </a:graphic>
      </p:graphicFrame>
      <p:sp>
        <p:nvSpPr>
          <p:cNvPr id="8" name="Rectangle 37">
            <a:extLst>
              <a:ext uri="{FF2B5EF4-FFF2-40B4-BE49-F238E27FC236}">
                <a16:creationId xmlns:a16="http://schemas.microsoft.com/office/drawing/2014/main" id="{F3897BCC-A363-464A-9E47-9B54F203E41A}"/>
              </a:ext>
            </a:extLst>
          </p:cNvPr>
          <p:cNvSpPr>
            <a:spLocks noChangeArrowheads="1"/>
          </p:cNvSpPr>
          <p:nvPr/>
        </p:nvSpPr>
        <p:spPr bwMode="auto">
          <a:xfrm>
            <a:off x="1686740" y="5017970"/>
            <a:ext cx="158697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b="1" i="0" u="none" strike="noStrike" cap="none" normalizeH="0" baseline="0">
                <a:ln>
                  <a:noFill/>
                </a:ln>
                <a:solidFill>
                  <a:schemeClr val="accent1"/>
                </a:solidFill>
                <a:effectLst/>
                <a:latin typeface="Montserrat SemiBold" panose="00000700000000000000" pitchFamily="50" charset="-52"/>
              </a:rPr>
              <a:t>IN</a:t>
            </a:r>
            <a:r>
              <a:rPr kumimoji="0" lang="en-US" altLang="ru-UA" b="1" i="0" u="none" strike="noStrike" cap="none" normalizeH="0" baseline="0">
                <a:ln>
                  <a:noFill/>
                </a:ln>
                <a:solidFill>
                  <a:schemeClr val="accent1"/>
                </a:solidFill>
                <a:effectLst/>
                <a:latin typeface="Montserrat SemiBold" panose="00000700000000000000" pitchFamily="50" charset="-52"/>
              </a:rPr>
              <a:t>FODATA 01</a:t>
            </a:r>
            <a:endParaRPr kumimoji="0" lang="ru-UA" altLang="ru-UA" sz="2000" b="0" i="0" u="none" strike="noStrike" cap="none" normalizeH="0" baseline="0">
              <a:ln>
                <a:noFill/>
              </a:ln>
              <a:solidFill>
                <a:schemeClr val="accent1"/>
              </a:solidFill>
              <a:effectLst/>
            </a:endParaRPr>
          </a:p>
        </p:txBody>
      </p:sp>
      <p:sp>
        <p:nvSpPr>
          <p:cNvPr id="9" name="Text Placeholder 33">
            <a:extLst>
              <a:ext uri="{FF2B5EF4-FFF2-40B4-BE49-F238E27FC236}">
                <a16:creationId xmlns:a16="http://schemas.microsoft.com/office/drawing/2014/main" id="{6F60C922-FFDF-430C-AFEF-7EB0FA7CCFD0}"/>
              </a:ext>
            </a:extLst>
          </p:cNvPr>
          <p:cNvSpPr txBox="1">
            <a:spLocks/>
          </p:cNvSpPr>
          <p:nvPr/>
        </p:nvSpPr>
        <p:spPr>
          <a:xfrm>
            <a:off x="1495976" y="5294969"/>
            <a:ext cx="1968500"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atin typeface="Montserrat Light" panose="00000400000000000000" pitchFamily="50" charset="-52"/>
              </a:rPr>
              <a:t>Lorem ipsum dolor sit amet, consectetur adipiscing elit, sed do eiusmod tempor</a:t>
            </a:r>
          </a:p>
        </p:txBody>
      </p:sp>
      <p:sp>
        <p:nvSpPr>
          <p:cNvPr id="10" name="Rectangle 37">
            <a:extLst>
              <a:ext uri="{FF2B5EF4-FFF2-40B4-BE49-F238E27FC236}">
                <a16:creationId xmlns:a16="http://schemas.microsoft.com/office/drawing/2014/main" id="{4EDC46AC-2F2C-4445-8FF4-DF835F861A79}"/>
              </a:ext>
            </a:extLst>
          </p:cNvPr>
          <p:cNvSpPr>
            <a:spLocks noChangeArrowheads="1"/>
          </p:cNvSpPr>
          <p:nvPr/>
        </p:nvSpPr>
        <p:spPr bwMode="auto">
          <a:xfrm>
            <a:off x="5208031" y="5017970"/>
            <a:ext cx="16334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b="1" i="0" u="none" strike="noStrike" cap="none" normalizeH="0" baseline="0">
                <a:ln>
                  <a:noFill/>
                </a:ln>
                <a:solidFill>
                  <a:schemeClr val="accent2"/>
                </a:solidFill>
                <a:effectLst/>
                <a:latin typeface="Montserrat SemiBold" panose="00000700000000000000" pitchFamily="50" charset="-52"/>
              </a:rPr>
              <a:t>IN</a:t>
            </a:r>
            <a:r>
              <a:rPr kumimoji="0" lang="en-US" altLang="ru-UA" b="1" i="0" u="none" strike="noStrike" cap="none" normalizeH="0" baseline="0">
                <a:ln>
                  <a:noFill/>
                </a:ln>
                <a:solidFill>
                  <a:schemeClr val="accent2"/>
                </a:solidFill>
                <a:effectLst/>
                <a:latin typeface="Montserrat SemiBold" panose="00000700000000000000" pitchFamily="50" charset="-52"/>
              </a:rPr>
              <a:t>FODATA </a:t>
            </a:r>
            <a:r>
              <a:rPr kumimoji="0" lang="ru-RU" altLang="ru-UA" b="1" i="0" u="none" strike="noStrike" cap="none" normalizeH="0" baseline="0">
                <a:ln>
                  <a:noFill/>
                </a:ln>
                <a:solidFill>
                  <a:schemeClr val="accent2"/>
                </a:solidFill>
                <a:effectLst/>
                <a:latin typeface="Montserrat SemiBold" panose="00000700000000000000" pitchFamily="50" charset="-52"/>
              </a:rPr>
              <a:t>02</a:t>
            </a:r>
            <a:endParaRPr kumimoji="0" lang="ru-UA" altLang="ru-UA" sz="2000" b="0" i="0" u="none" strike="noStrike" cap="none" normalizeH="0" baseline="0">
              <a:ln>
                <a:noFill/>
              </a:ln>
              <a:solidFill>
                <a:schemeClr val="accent2"/>
              </a:solidFill>
              <a:effectLst/>
            </a:endParaRPr>
          </a:p>
        </p:txBody>
      </p:sp>
      <p:sp>
        <p:nvSpPr>
          <p:cNvPr id="11" name="Text Placeholder 33">
            <a:extLst>
              <a:ext uri="{FF2B5EF4-FFF2-40B4-BE49-F238E27FC236}">
                <a16:creationId xmlns:a16="http://schemas.microsoft.com/office/drawing/2014/main" id="{C6CF2C94-47B2-4084-9F03-8CE015F76FEB}"/>
              </a:ext>
            </a:extLst>
          </p:cNvPr>
          <p:cNvSpPr txBox="1">
            <a:spLocks/>
          </p:cNvSpPr>
          <p:nvPr/>
        </p:nvSpPr>
        <p:spPr>
          <a:xfrm>
            <a:off x="5017267" y="5294969"/>
            <a:ext cx="1968500"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atin typeface="Montserrat Light" panose="00000400000000000000" pitchFamily="50" charset="-52"/>
              </a:rPr>
              <a:t>Lorem ipsum dolor sit amet, consectetur adipiscing elit, sed do eiusmod tempor</a:t>
            </a:r>
          </a:p>
        </p:txBody>
      </p:sp>
      <p:sp>
        <p:nvSpPr>
          <p:cNvPr id="12" name="Rectangle 37">
            <a:extLst>
              <a:ext uri="{FF2B5EF4-FFF2-40B4-BE49-F238E27FC236}">
                <a16:creationId xmlns:a16="http://schemas.microsoft.com/office/drawing/2014/main" id="{DF454390-9DC7-4DED-AFCD-B69149E2C841}"/>
              </a:ext>
            </a:extLst>
          </p:cNvPr>
          <p:cNvSpPr>
            <a:spLocks noChangeArrowheads="1"/>
          </p:cNvSpPr>
          <p:nvPr/>
        </p:nvSpPr>
        <p:spPr bwMode="auto">
          <a:xfrm>
            <a:off x="8653449" y="5017970"/>
            <a:ext cx="16334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b="1" i="0" u="none" strike="noStrike" cap="none" normalizeH="0" baseline="0">
                <a:ln>
                  <a:noFill/>
                </a:ln>
                <a:solidFill>
                  <a:schemeClr val="accent3"/>
                </a:solidFill>
                <a:effectLst/>
                <a:latin typeface="Montserrat SemiBold" panose="00000700000000000000" pitchFamily="50" charset="-52"/>
              </a:rPr>
              <a:t>IN</a:t>
            </a:r>
            <a:r>
              <a:rPr kumimoji="0" lang="en-US" altLang="ru-UA" b="1" i="0" u="none" strike="noStrike" cap="none" normalizeH="0" baseline="0">
                <a:ln>
                  <a:noFill/>
                </a:ln>
                <a:solidFill>
                  <a:schemeClr val="accent3"/>
                </a:solidFill>
                <a:effectLst/>
                <a:latin typeface="Montserrat SemiBold" panose="00000700000000000000" pitchFamily="50" charset="-52"/>
              </a:rPr>
              <a:t>FODATA </a:t>
            </a:r>
            <a:r>
              <a:rPr kumimoji="0" lang="ru-RU" altLang="ru-UA" b="1" i="0" u="none" strike="noStrike" cap="none" normalizeH="0" baseline="0">
                <a:ln>
                  <a:noFill/>
                </a:ln>
                <a:solidFill>
                  <a:schemeClr val="accent3"/>
                </a:solidFill>
                <a:effectLst/>
                <a:latin typeface="Montserrat SemiBold" panose="00000700000000000000" pitchFamily="50" charset="-52"/>
              </a:rPr>
              <a:t>03</a:t>
            </a:r>
            <a:endParaRPr kumimoji="0" lang="ru-UA" altLang="ru-UA" sz="2000" b="0" i="0" u="none" strike="noStrike" cap="none" normalizeH="0" baseline="0">
              <a:ln>
                <a:noFill/>
              </a:ln>
              <a:solidFill>
                <a:schemeClr val="accent3"/>
              </a:solidFill>
              <a:effectLst/>
            </a:endParaRPr>
          </a:p>
        </p:txBody>
      </p:sp>
      <p:sp>
        <p:nvSpPr>
          <p:cNvPr id="13" name="Text Placeholder 33">
            <a:extLst>
              <a:ext uri="{FF2B5EF4-FFF2-40B4-BE49-F238E27FC236}">
                <a16:creationId xmlns:a16="http://schemas.microsoft.com/office/drawing/2014/main" id="{5859886A-DC0F-4881-AD29-8BA8DB9842F5}"/>
              </a:ext>
            </a:extLst>
          </p:cNvPr>
          <p:cNvSpPr txBox="1">
            <a:spLocks/>
          </p:cNvSpPr>
          <p:nvPr/>
        </p:nvSpPr>
        <p:spPr>
          <a:xfrm>
            <a:off x="8462685" y="5294969"/>
            <a:ext cx="1968500"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atin typeface="Montserrat Light" panose="00000400000000000000" pitchFamily="50" charset="-52"/>
              </a:rPr>
              <a:t>Lorem ipsum dolor sit amet, consectetur adipiscing elit, sed do eiusmod tempor</a:t>
            </a:r>
          </a:p>
        </p:txBody>
      </p:sp>
      <p:sp>
        <p:nvSpPr>
          <p:cNvPr id="14" name="TextBox 13">
            <a:extLst>
              <a:ext uri="{FF2B5EF4-FFF2-40B4-BE49-F238E27FC236}">
                <a16:creationId xmlns:a16="http://schemas.microsoft.com/office/drawing/2014/main" id="{CE31F9C5-E1D5-4C30-AE98-8CA395CF9AF4}"/>
              </a:ext>
            </a:extLst>
          </p:cNvPr>
          <p:cNvSpPr txBox="1"/>
          <p:nvPr/>
        </p:nvSpPr>
        <p:spPr>
          <a:xfrm>
            <a:off x="3245702" y="333188"/>
            <a:ext cx="5700600" cy="461665"/>
          </a:xfrm>
          <a:prstGeom prst="rect">
            <a:avLst/>
          </a:prstGeom>
          <a:noFill/>
        </p:spPr>
        <p:txBody>
          <a:bodyPr wrap="none" rtlCol="0">
            <a:spAutoFit/>
          </a:bodyPr>
          <a:lstStyle/>
          <a:p>
            <a:pPr algn="ctr"/>
            <a:r>
              <a:rPr lang="en-US" sz="2400">
                <a:latin typeface="Montserrat SemiBold" panose="00000700000000000000" pitchFamily="50" charset="-52"/>
              </a:rPr>
              <a:t>EDITABLE COLUMN INFOGRAPHIC</a:t>
            </a:r>
            <a:endParaRPr lang="ru-UA" sz="2400">
              <a:latin typeface="Montserrat SemiBold" panose="00000700000000000000" pitchFamily="50" charset="-52"/>
            </a:endParaRPr>
          </a:p>
        </p:txBody>
      </p:sp>
      <p:sp>
        <p:nvSpPr>
          <p:cNvPr id="15" name="TextBox 14">
            <a:extLst>
              <a:ext uri="{FF2B5EF4-FFF2-40B4-BE49-F238E27FC236}">
                <a16:creationId xmlns:a16="http://schemas.microsoft.com/office/drawing/2014/main" id="{A40C45F3-B704-48A3-83BC-39BDB4CE5420}"/>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3312397110"/>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graphicEl>
                                                  <a:chart seriesIdx="-3" categoryIdx="-3" bldStep="gridLegend"/>
                                                </p:graphicEl>
                                              </p:spTgt>
                                            </p:tgtEl>
                                            <p:attrNameLst>
                                              <p:attrName>style.visibility</p:attrName>
                                            </p:attrNameLst>
                                          </p:cBhvr>
                                          <p:to>
                                            <p:strVal val="visible"/>
                                          </p:to>
                                        </p:set>
                                        <p:animEffect transition="in" filter="wipe(down)">
                                          <p:cBhvr>
                                            <p:cTn id="7" dur="500"/>
                                            <p:tgtEl>
                                              <p:spTgt spid="4">
                                                <p:graphicEl>
                                                  <a:chart seriesIdx="-3" categoryIdx="-3" bldStep="gridLegend"/>
                                                </p:graphicEl>
                                              </p:spTgt>
                                            </p:tgtEl>
                                          </p:cBhvr>
                                        </p:animEffect>
                                      </p:childTnLst>
                                    </p:cTn>
                                  </p:par>
                                  <p:par>
                                    <p:cTn id="8" presetID="22" presetClass="entr" presetSubtype="4" fill="hold" grpId="0" nodeType="withEffect">
                                      <p:stCondLst>
                                        <p:cond delay="250"/>
                                      </p:stCondLst>
                                      <p:childTnLst>
                                        <p:set>
                                          <p:cBhvr>
                                            <p:cTn id="9" dur="1" fill="hold">
                                              <p:stCondLst>
                                                <p:cond delay="0"/>
                                              </p:stCondLst>
                                            </p:cTn>
                                            <p:tgtEl>
                                              <p:spTgt spid="4">
                                                <p:graphicEl>
                                                  <a:chart seriesIdx="-4" categoryIdx="0" bldStep="category"/>
                                                </p:graphicEl>
                                              </p:spTgt>
                                            </p:tgtEl>
                                            <p:attrNameLst>
                                              <p:attrName>style.visibility</p:attrName>
                                            </p:attrNameLst>
                                          </p:cBhvr>
                                          <p:to>
                                            <p:strVal val="visible"/>
                                          </p:to>
                                        </p:set>
                                        <p:animEffect transition="in" filter="wipe(down)">
                                          <p:cBhvr>
                                            <p:cTn id="10" dur="500"/>
                                            <p:tgtEl>
                                              <p:spTgt spid="4">
                                                <p:graphicEl>
                                                  <a:chart seriesIdx="-4" categoryIdx="0" bldStep="category"/>
                                                </p:graphicEl>
                                              </p:spTgt>
                                            </p:tgtEl>
                                          </p:cBhvr>
                                        </p:animEffect>
                                      </p:childTnLst>
                                    </p:cTn>
                                  </p:par>
                                  <p:par>
                                    <p:cTn id="11" presetID="22" presetClass="entr" presetSubtype="4" fill="hold" grpId="0" nodeType="withEffect">
                                      <p:stCondLst>
                                        <p:cond delay="500"/>
                                      </p:stCondLst>
                                      <p:childTnLst>
                                        <p:set>
                                          <p:cBhvr>
                                            <p:cTn id="12" dur="1" fill="hold">
                                              <p:stCondLst>
                                                <p:cond delay="0"/>
                                              </p:stCondLst>
                                            </p:cTn>
                                            <p:tgtEl>
                                              <p:spTgt spid="4">
                                                <p:graphicEl>
                                                  <a:chart seriesIdx="-4" categoryIdx="1" bldStep="category"/>
                                                </p:graphicEl>
                                              </p:spTgt>
                                            </p:tgtEl>
                                            <p:attrNameLst>
                                              <p:attrName>style.visibility</p:attrName>
                                            </p:attrNameLst>
                                          </p:cBhvr>
                                          <p:to>
                                            <p:strVal val="visible"/>
                                          </p:to>
                                        </p:set>
                                        <p:animEffect transition="in" filter="wipe(down)">
                                          <p:cBhvr>
                                            <p:cTn id="13" dur="500"/>
                                            <p:tgtEl>
                                              <p:spTgt spid="4">
                                                <p:graphicEl>
                                                  <a:chart seriesIdx="-4" categoryIdx="1" bldStep="category"/>
                                                </p:graphicEl>
                                              </p:spTgt>
                                            </p:tgtEl>
                                          </p:cBhvr>
                                        </p:animEffect>
                                      </p:childTnLst>
                                    </p:cTn>
                                  </p:par>
                                  <p:par>
                                    <p:cTn id="14" presetID="22" presetClass="entr" presetSubtype="4" fill="hold" grpId="0" nodeType="withEffect">
                                      <p:stCondLst>
                                        <p:cond delay="750"/>
                                      </p:stCondLst>
                                      <p:childTnLst>
                                        <p:set>
                                          <p:cBhvr>
                                            <p:cTn id="15" dur="1" fill="hold">
                                              <p:stCondLst>
                                                <p:cond delay="0"/>
                                              </p:stCondLst>
                                            </p:cTn>
                                            <p:tgtEl>
                                              <p:spTgt spid="4">
                                                <p:graphicEl>
                                                  <a:chart seriesIdx="-4" categoryIdx="2" bldStep="category"/>
                                                </p:graphicEl>
                                              </p:spTgt>
                                            </p:tgtEl>
                                            <p:attrNameLst>
                                              <p:attrName>style.visibility</p:attrName>
                                            </p:attrNameLst>
                                          </p:cBhvr>
                                          <p:to>
                                            <p:strVal val="visible"/>
                                          </p:to>
                                        </p:set>
                                        <p:animEffect transition="in" filter="wipe(down)">
                                          <p:cBhvr>
                                            <p:cTn id="16" dur="500"/>
                                            <p:tgtEl>
                                              <p:spTgt spid="4">
                                                <p:graphicEl>
                                                  <a:chart seriesIdx="-4" categoryIdx="2" bldStep="category"/>
                                                </p:graphicEl>
                                              </p:spTgt>
                                            </p:tgtEl>
                                          </p:cBhvr>
                                        </p:animEffect>
                                      </p:childTnLst>
                                    </p:cTn>
                                  </p:par>
                                  <p:par>
                                    <p:cTn id="17" presetID="22" presetClass="entr" presetSubtype="4" fill="hold" grpId="0" nodeType="withEffect">
                                      <p:stCondLst>
                                        <p:cond delay="1000"/>
                                      </p:stCondLst>
                                      <p:childTnLst>
                                        <p:set>
                                          <p:cBhvr>
                                            <p:cTn id="18" dur="1" fill="hold">
                                              <p:stCondLst>
                                                <p:cond delay="0"/>
                                              </p:stCondLst>
                                            </p:cTn>
                                            <p:tgtEl>
                                              <p:spTgt spid="4">
                                                <p:graphicEl>
                                                  <a:chart seriesIdx="-4" categoryIdx="3" bldStep="category"/>
                                                </p:graphicEl>
                                              </p:spTgt>
                                            </p:tgtEl>
                                            <p:attrNameLst>
                                              <p:attrName>style.visibility</p:attrName>
                                            </p:attrNameLst>
                                          </p:cBhvr>
                                          <p:to>
                                            <p:strVal val="visible"/>
                                          </p:to>
                                        </p:set>
                                        <p:animEffect transition="in" filter="wipe(down)">
                                          <p:cBhvr>
                                            <p:cTn id="19" dur="500"/>
                                            <p:tgtEl>
                                              <p:spTgt spid="4">
                                                <p:graphicEl>
                                                  <a:chart seriesIdx="-4" categoryIdx="3" bldStep="category"/>
                                                </p:graphicEl>
                                              </p:spTgt>
                                            </p:tgtEl>
                                          </p:cBhvr>
                                        </p:animEffect>
                                      </p:childTnLst>
                                    </p:cTn>
                                  </p:par>
                                  <p:par>
                                    <p:cTn id="20" presetID="22" presetClass="entr" presetSubtype="4" fill="hold" grpId="0" nodeType="withEffect">
                                      <p:stCondLst>
                                        <p:cond delay="1250"/>
                                      </p:stCondLst>
                                      <p:childTnLst>
                                        <p:set>
                                          <p:cBhvr>
                                            <p:cTn id="21" dur="1" fill="hold">
                                              <p:stCondLst>
                                                <p:cond delay="0"/>
                                              </p:stCondLst>
                                            </p:cTn>
                                            <p:tgtEl>
                                              <p:spTgt spid="4">
                                                <p:graphicEl>
                                                  <a:chart seriesIdx="-4" categoryIdx="4" bldStep="category"/>
                                                </p:graphicEl>
                                              </p:spTgt>
                                            </p:tgtEl>
                                            <p:attrNameLst>
                                              <p:attrName>style.visibility</p:attrName>
                                            </p:attrNameLst>
                                          </p:cBhvr>
                                          <p:to>
                                            <p:strVal val="visible"/>
                                          </p:to>
                                        </p:set>
                                        <p:animEffect transition="in" filter="wipe(down)">
                                          <p:cBhvr>
                                            <p:cTn id="22" dur="500"/>
                                            <p:tgtEl>
                                              <p:spTgt spid="4">
                                                <p:graphicEl>
                                                  <a:chart seriesIdx="-4" categoryIdx="4" bldStep="category"/>
                                                </p:graphicEl>
                                              </p:spTgt>
                                            </p:tgtEl>
                                          </p:cBhvr>
                                        </p:animEffect>
                                      </p:childTnLst>
                                    </p:cTn>
                                  </p:par>
                                  <p:par>
                                    <p:cTn id="23" presetID="22" presetClass="entr" presetSubtype="4" fill="hold" grpId="0" nodeType="withEffect">
                                      <p:stCondLst>
                                        <p:cond delay="1500"/>
                                      </p:stCondLst>
                                      <p:childTnLst>
                                        <p:set>
                                          <p:cBhvr>
                                            <p:cTn id="24" dur="1" fill="hold">
                                              <p:stCondLst>
                                                <p:cond delay="0"/>
                                              </p:stCondLst>
                                            </p:cTn>
                                            <p:tgtEl>
                                              <p:spTgt spid="4">
                                                <p:graphicEl>
                                                  <a:chart seriesIdx="-4" categoryIdx="5" bldStep="category"/>
                                                </p:graphicEl>
                                              </p:spTgt>
                                            </p:tgtEl>
                                            <p:attrNameLst>
                                              <p:attrName>style.visibility</p:attrName>
                                            </p:attrNameLst>
                                          </p:cBhvr>
                                          <p:to>
                                            <p:strVal val="visible"/>
                                          </p:to>
                                        </p:set>
                                        <p:animEffect transition="in" filter="wipe(down)">
                                          <p:cBhvr>
                                            <p:cTn id="25" dur="500"/>
                                            <p:tgtEl>
                                              <p:spTgt spid="4">
                                                <p:graphicEl>
                                                  <a:chart seriesIdx="-4" categoryIdx="5" bldStep="category"/>
                                                </p:graphicEl>
                                              </p:spTgt>
                                            </p:tgtEl>
                                          </p:cBhvr>
                                        </p:animEffect>
                                      </p:childTnLst>
                                    </p:cTn>
                                  </p:par>
                                  <p:par>
                                    <p:cTn id="26" presetID="22" presetClass="entr" presetSubtype="4" fill="hold" grpId="0" nodeType="withEffect">
                                      <p:stCondLst>
                                        <p:cond delay="1750"/>
                                      </p:stCondLst>
                                      <p:childTnLst>
                                        <p:set>
                                          <p:cBhvr>
                                            <p:cTn id="27" dur="1" fill="hold">
                                              <p:stCondLst>
                                                <p:cond delay="0"/>
                                              </p:stCondLst>
                                            </p:cTn>
                                            <p:tgtEl>
                                              <p:spTgt spid="4">
                                                <p:graphicEl>
                                                  <a:chart seriesIdx="-4" categoryIdx="6" bldStep="category"/>
                                                </p:graphicEl>
                                              </p:spTgt>
                                            </p:tgtEl>
                                            <p:attrNameLst>
                                              <p:attrName>style.visibility</p:attrName>
                                            </p:attrNameLst>
                                          </p:cBhvr>
                                          <p:to>
                                            <p:strVal val="visible"/>
                                          </p:to>
                                        </p:set>
                                        <p:animEffect transition="in" filter="wipe(down)">
                                          <p:cBhvr>
                                            <p:cTn id="28" dur="500"/>
                                            <p:tgtEl>
                                              <p:spTgt spid="4">
                                                <p:graphicEl>
                                                  <a:chart seriesIdx="-4" categoryIdx="6" bldStep="category"/>
                                                </p:graphicEl>
                                              </p:spTgt>
                                            </p:tgtEl>
                                          </p:cBhvr>
                                        </p:animEffect>
                                      </p:childTnLst>
                                    </p:cTn>
                                  </p:par>
                                  <p:par>
                                    <p:cTn id="29" presetID="22" presetClass="entr" presetSubtype="4" fill="hold" grpId="0" nodeType="withEffect">
                                      <p:stCondLst>
                                        <p:cond delay="1000"/>
                                      </p:stCondLst>
                                      <p:childTnLst>
                                        <p:set>
                                          <p:cBhvr>
                                            <p:cTn id="30" dur="1" fill="hold">
                                              <p:stCondLst>
                                                <p:cond delay="0"/>
                                              </p:stCondLst>
                                            </p:cTn>
                                            <p:tgtEl>
                                              <p:spTgt spid="6">
                                                <p:graphicEl>
                                                  <a:chart seriesIdx="-3" categoryIdx="-3" bldStep="gridLegend"/>
                                                </p:graphicEl>
                                              </p:spTgt>
                                            </p:tgtEl>
                                            <p:attrNameLst>
                                              <p:attrName>style.visibility</p:attrName>
                                            </p:attrNameLst>
                                          </p:cBhvr>
                                          <p:to>
                                            <p:strVal val="visible"/>
                                          </p:to>
                                        </p:set>
                                        <p:animEffect transition="in" filter="wipe(down)">
                                          <p:cBhvr>
                                            <p:cTn id="31" dur="500"/>
                                            <p:tgtEl>
                                              <p:spTgt spid="6">
                                                <p:graphicEl>
                                                  <a:chart seriesIdx="-3" categoryIdx="-3" bldStep="gridLegend"/>
                                                </p:graphicEl>
                                              </p:spTgt>
                                            </p:tgtEl>
                                          </p:cBhvr>
                                        </p:animEffect>
                                      </p:childTnLst>
                                    </p:cTn>
                                  </p:par>
                                  <p:par>
                                    <p:cTn id="32" presetID="22" presetClass="entr" presetSubtype="4" fill="hold" grpId="0" nodeType="withEffect">
                                      <p:stCondLst>
                                        <p:cond delay="1250"/>
                                      </p:stCondLst>
                                      <p:childTnLst>
                                        <p:set>
                                          <p:cBhvr>
                                            <p:cTn id="33" dur="1" fill="hold">
                                              <p:stCondLst>
                                                <p:cond delay="0"/>
                                              </p:stCondLst>
                                            </p:cTn>
                                            <p:tgtEl>
                                              <p:spTgt spid="6">
                                                <p:graphicEl>
                                                  <a:chart seriesIdx="-4" categoryIdx="0" bldStep="category"/>
                                                </p:graphicEl>
                                              </p:spTgt>
                                            </p:tgtEl>
                                            <p:attrNameLst>
                                              <p:attrName>style.visibility</p:attrName>
                                            </p:attrNameLst>
                                          </p:cBhvr>
                                          <p:to>
                                            <p:strVal val="visible"/>
                                          </p:to>
                                        </p:set>
                                        <p:animEffect transition="in" filter="wipe(down)">
                                          <p:cBhvr>
                                            <p:cTn id="34" dur="500"/>
                                            <p:tgtEl>
                                              <p:spTgt spid="6">
                                                <p:graphicEl>
                                                  <a:chart seriesIdx="-4" categoryIdx="0" bldStep="category"/>
                                                </p:graphicEl>
                                              </p:spTgt>
                                            </p:tgtEl>
                                          </p:cBhvr>
                                        </p:animEffect>
                                      </p:childTnLst>
                                    </p:cTn>
                                  </p:par>
                                  <p:par>
                                    <p:cTn id="35" presetID="22" presetClass="entr" presetSubtype="4" fill="hold" grpId="0" nodeType="withEffect">
                                      <p:stCondLst>
                                        <p:cond delay="1500"/>
                                      </p:stCondLst>
                                      <p:childTnLst>
                                        <p:set>
                                          <p:cBhvr>
                                            <p:cTn id="36" dur="1" fill="hold">
                                              <p:stCondLst>
                                                <p:cond delay="0"/>
                                              </p:stCondLst>
                                            </p:cTn>
                                            <p:tgtEl>
                                              <p:spTgt spid="6">
                                                <p:graphicEl>
                                                  <a:chart seriesIdx="-4" categoryIdx="1" bldStep="category"/>
                                                </p:graphicEl>
                                              </p:spTgt>
                                            </p:tgtEl>
                                            <p:attrNameLst>
                                              <p:attrName>style.visibility</p:attrName>
                                            </p:attrNameLst>
                                          </p:cBhvr>
                                          <p:to>
                                            <p:strVal val="visible"/>
                                          </p:to>
                                        </p:set>
                                        <p:animEffect transition="in" filter="wipe(down)">
                                          <p:cBhvr>
                                            <p:cTn id="37" dur="500"/>
                                            <p:tgtEl>
                                              <p:spTgt spid="6">
                                                <p:graphicEl>
                                                  <a:chart seriesIdx="-4" categoryIdx="1" bldStep="category"/>
                                                </p:graphicEl>
                                              </p:spTgt>
                                            </p:tgtEl>
                                          </p:cBhvr>
                                        </p:animEffect>
                                      </p:childTnLst>
                                    </p:cTn>
                                  </p:par>
                                  <p:par>
                                    <p:cTn id="38" presetID="22" presetClass="entr" presetSubtype="4" fill="hold" grpId="0" nodeType="withEffect">
                                      <p:stCondLst>
                                        <p:cond delay="1750"/>
                                      </p:stCondLst>
                                      <p:childTnLst>
                                        <p:set>
                                          <p:cBhvr>
                                            <p:cTn id="39" dur="1" fill="hold">
                                              <p:stCondLst>
                                                <p:cond delay="0"/>
                                              </p:stCondLst>
                                            </p:cTn>
                                            <p:tgtEl>
                                              <p:spTgt spid="6">
                                                <p:graphicEl>
                                                  <a:chart seriesIdx="-4" categoryIdx="2" bldStep="category"/>
                                                </p:graphicEl>
                                              </p:spTgt>
                                            </p:tgtEl>
                                            <p:attrNameLst>
                                              <p:attrName>style.visibility</p:attrName>
                                            </p:attrNameLst>
                                          </p:cBhvr>
                                          <p:to>
                                            <p:strVal val="visible"/>
                                          </p:to>
                                        </p:set>
                                        <p:animEffect transition="in" filter="wipe(down)">
                                          <p:cBhvr>
                                            <p:cTn id="40" dur="500"/>
                                            <p:tgtEl>
                                              <p:spTgt spid="6">
                                                <p:graphicEl>
                                                  <a:chart seriesIdx="-4" categoryIdx="2" bldStep="category"/>
                                                </p:graphicEl>
                                              </p:spTgt>
                                            </p:tgtEl>
                                          </p:cBhvr>
                                        </p:animEffect>
                                      </p:childTnLst>
                                    </p:cTn>
                                  </p:par>
                                  <p:par>
                                    <p:cTn id="41" presetID="22" presetClass="entr" presetSubtype="4" fill="hold" grpId="0" nodeType="withEffect">
                                      <p:stCondLst>
                                        <p:cond delay="2000"/>
                                      </p:stCondLst>
                                      <p:childTnLst>
                                        <p:set>
                                          <p:cBhvr>
                                            <p:cTn id="42" dur="1" fill="hold">
                                              <p:stCondLst>
                                                <p:cond delay="0"/>
                                              </p:stCondLst>
                                            </p:cTn>
                                            <p:tgtEl>
                                              <p:spTgt spid="6">
                                                <p:graphicEl>
                                                  <a:chart seriesIdx="-4" categoryIdx="3" bldStep="category"/>
                                                </p:graphicEl>
                                              </p:spTgt>
                                            </p:tgtEl>
                                            <p:attrNameLst>
                                              <p:attrName>style.visibility</p:attrName>
                                            </p:attrNameLst>
                                          </p:cBhvr>
                                          <p:to>
                                            <p:strVal val="visible"/>
                                          </p:to>
                                        </p:set>
                                        <p:animEffect transition="in" filter="wipe(down)">
                                          <p:cBhvr>
                                            <p:cTn id="43" dur="500"/>
                                            <p:tgtEl>
                                              <p:spTgt spid="6">
                                                <p:graphicEl>
                                                  <a:chart seriesIdx="-4" categoryIdx="3" bldStep="category"/>
                                                </p:graphicEl>
                                              </p:spTgt>
                                            </p:tgtEl>
                                          </p:cBhvr>
                                        </p:animEffect>
                                      </p:childTnLst>
                                    </p:cTn>
                                  </p:par>
                                  <p:par>
                                    <p:cTn id="44" presetID="22" presetClass="entr" presetSubtype="4" fill="hold" grpId="0" nodeType="withEffect">
                                      <p:stCondLst>
                                        <p:cond delay="2250"/>
                                      </p:stCondLst>
                                      <p:childTnLst>
                                        <p:set>
                                          <p:cBhvr>
                                            <p:cTn id="45" dur="1" fill="hold">
                                              <p:stCondLst>
                                                <p:cond delay="0"/>
                                              </p:stCondLst>
                                            </p:cTn>
                                            <p:tgtEl>
                                              <p:spTgt spid="6">
                                                <p:graphicEl>
                                                  <a:chart seriesIdx="-4" categoryIdx="4" bldStep="category"/>
                                                </p:graphicEl>
                                              </p:spTgt>
                                            </p:tgtEl>
                                            <p:attrNameLst>
                                              <p:attrName>style.visibility</p:attrName>
                                            </p:attrNameLst>
                                          </p:cBhvr>
                                          <p:to>
                                            <p:strVal val="visible"/>
                                          </p:to>
                                        </p:set>
                                        <p:animEffect transition="in" filter="wipe(down)">
                                          <p:cBhvr>
                                            <p:cTn id="46" dur="500"/>
                                            <p:tgtEl>
                                              <p:spTgt spid="6">
                                                <p:graphicEl>
                                                  <a:chart seriesIdx="-4" categoryIdx="4" bldStep="category"/>
                                                </p:graphicEl>
                                              </p:spTgt>
                                            </p:tgtEl>
                                          </p:cBhvr>
                                        </p:animEffect>
                                      </p:childTnLst>
                                    </p:cTn>
                                  </p:par>
                                  <p:par>
                                    <p:cTn id="47" presetID="22" presetClass="entr" presetSubtype="4" fill="hold" grpId="0" nodeType="withEffect">
                                      <p:stCondLst>
                                        <p:cond delay="2500"/>
                                      </p:stCondLst>
                                      <p:childTnLst>
                                        <p:set>
                                          <p:cBhvr>
                                            <p:cTn id="48" dur="1" fill="hold">
                                              <p:stCondLst>
                                                <p:cond delay="0"/>
                                              </p:stCondLst>
                                            </p:cTn>
                                            <p:tgtEl>
                                              <p:spTgt spid="6">
                                                <p:graphicEl>
                                                  <a:chart seriesIdx="-4" categoryIdx="5" bldStep="category"/>
                                                </p:graphicEl>
                                              </p:spTgt>
                                            </p:tgtEl>
                                            <p:attrNameLst>
                                              <p:attrName>style.visibility</p:attrName>
                                            </p:attrNameLst>
                                          </p:cBhvr>
                                          <p:to>
                                            <p:strVal val="visible"/>
                                          </p:to>
                                        </p:set>
                                        <p:animEffect transition="in" filter="wipe(down)">
                                          <p:cBhvr>
                                            <p:cTn id="49" dur="500"/>
                                            <p:tgtEl>
                                              <p:spTgt spid="6">
                                                <p:graphicEl>
                                                  <a:chart seriesIdx="-4" categoryIdx="5" bldStep="category"/>
                                                </p:graphicEl>
                                              </p:spTgt>
                                            </p:tgtEl>
                                          </p:cBhvr>
                                        </p:animEffect>
                                      </p:childTnLst>
                                    </p:cTn>
                                  </p:par>
                                  <p:par>
                                    <p:cTn id="50" presetID="22" presetClass="entr" presetSubtype="4" fill="hold" grpId="0" nodeType="withEffect">
                                      <p:stCondLst>
                                        <p:cond delay="2750"/>
                                      </p:stCondLst>
                                      <p:childTnLst>
                                        <p:set>
                                          <p:cBhvr>
                                            <p:cTn id="51" dur="1" fill="hold">
                                              <p:stCondLst>
                                                <p:cond delay="0"/>
                                              </p:stCondLst>
                                            </p:cTn>
                                            <p:tgtEl>
                                              <p:spTgt spid="6">
                                                <p:graphicEl>
                                                  <a:chart seriesIdx="-4" categoryIdx="6" bldStep="category"/>
                                                </p:graphicEl>
                                              </p:spTgt>
                                            </p:tgtEl>
                                            <p:attrNameLst>
                                              <p:attrName>style.visibility</p:attrName>
                                            </p:attrNameLst>
                                          </p:cBhvr>
                                          <p:to>
                                            <p:strVal val="visible"/>
                                          </p:to>
                                        </p:set>
                                        <p:animEffect transition="in" filter="wipe(down)">
                                          <p:cBhvr>
                                            <p:cTn id="52" dur="500"/>
                                            <p:tgtEl>
                                              <p:spTgt spid="6">
                                                <p:graphicEl>
                                                  <a:chart seriesIdx="-4" categoryIdx="6" bldStep="category"/>
                                                </p:graphicEl>
                                              </p:spTgt>
                                            </p:tgtEl>
                                          </p:cBhvr>
                                        </p:animEffect>
                                      </p:childTnLst>
                                    </p:cTn>
                                  </p:par>
                                  <p:par>
                                    <p:cTn id="53" presetID="22" presetClass="entr" presetSubtype="4" fill="hold" grpId="0" nodeType="withEffect">
                                      <p:stCondLst>
                                        <p:cond delay="2250"/>
                                      </p:stCondLst>
                                      <p:childTnLst>
                                        <p:set>
                                          <p:cBhvr>
                                            <p:cTn id="54" dur="1" fill="hold">
                                              <p:stCondLst>
                                                <p:cond delay="0"/>
                                              </p:stCondLst>
                                            </p:cTn>
                                            <p:tgtEl>
                                              <p:spTgt spid="7">
                                                <p:graphicEl>
                                                  <a:chart seriesIdx="-3" categoryIdx="-3" bldStep="gridLegend"/>
                                                </p:graphicEl>
                                              </p:spTgt>
                                            </p:tgtEl>
                                            <p:attrNameLst>
                                              <p:attrName>style.visibility</p:attrName>
                                            </p:attrNameLst>
                                          </p:cBhvr>
                                          <p:to>
                                            <p:strVal val="visible"/>
                                          </p:to>
                                        </p:set>
                                        <p:animEffect transition="in" filter="wipe(down)">
                                          <p:cBhvr>
                                            <p:cTn id="55" dur="550"/>
                                            <p:tgtEl>
                                              <p:spTgt spid="7">
                                                <p:graphicEl>
                                                  <a:chart seriesIdx="-3" categoryIdx="-3" bldStep="gridLegend"/>
                                                </p:graphicEl>
                                              </p:spTgt>
                                            </p:tgtEl>
                                          </p:cBhvr>
                                        </p:animEffect>
                                      </p:childTnLst>
                                    </p:cTn>
                                  </p:par>
                                  <p:par>
                                    <p:cTn id="56" presetID="22" presetClass="entr" presetSubtype="4" fill="hold" grpId="0" nodeType="withEffect">
                                      <p:stCondLst>
                                        <p:cond delay="2500"/>
                                      </p:stCondLst>
                                      <p:childTnLst>
                                        <p:set>
                                          <p:cBhvr>
                                            <p:cTn id="57" dur="1" fill="hold">
                                              <p:stCondLst>
                                                <p:cond delay="0"/>
                                              </p:stCondLst>
                                            </p:cTn>
                                            <p:tgtEl>
                                              <p:spTgt spid="7">
                                                <p:graphicEl>
                                                  <a:chart seriesIdx="-4" categoryIdx="0" bldStep="category"/>
                                                </p:graphicEl>
                                              </p:spTgt>
                                            </p:tgtEl>
                                            <p:attrNameLst>
                                              <p:attrName>style.visibility</p:attrName>
                                            </p:attrNameLst>
                                          </p:cBhvr>
                                          <p:to>
                                            <p:strVal val="visible"/>
                                          </p:to>
                                        </p:set>
                                        <p:animEffect transition="in" filter="wipe(down)">
                                          <p:cBhvr>
                                            <p:cTn id="58" dur="550"/>
                                            <p:tgtEl>
                                              <p:spTgt spid="7">
                                                <p:graphicEl>
                                                  <a:chart seriesIdx="-4" categoryIdx="0" bldStep="category"/>
                                                </p:graphicEl>
                                              </p:spTgt>
                                            </p:tgtEl>
                                          </p:cBhvr>
                                        </p:animEffect>
                                      </p:childTnLst>
                                    </p:cTn>
                                  </p:par>
                                  <p:par>
                                    <p:cTn id="59" presetID="22" presetClass="entr" presetSubtype="4" fill="hold" grpId="0" nodeType="withEffect">
                                      <p:stCondLst>
                                        <p:cond delay="2750"/>
                                      </p:stCondLst>
                                      <p:childTnLst>
                                        <p:set>
                                          <p:cBhvr>
                                            <p:cTn id="60" dur="1" fill="hold">
                                              <p:stCondLst>
                                                <p:cond delay="0"/>
                                              </p:stCondLst>
                                            </p:cTn>
                                            <p:tgtEl>
                                              <p:spTgt spid="7">
                                                <p:graphicEl>
                                                  <a:chart seriesIdx="-4" categoryIdx="1" bldStep="category"/>
                                                </p:graphicEl>
                                              </p:spTgt>
                                            </p:tgtEl>
                                            <p:attrNameLst>
                                              <p:attrName>style.visibility</p:attrName>
                                            </p:attrNameLst>
                                          </p:cBhvr>
                                          <p:to>
                                            <p:strVal val="visible"/>
                                          </p:to>
                                        </p:set>
                                        <p:animEffect transition="in" filter="wipe(down)">
                                          <p:cBhvr>
                                            <p:cTn id="61" dur="550"/>
                                            <p:tgtEl>
                                              <p:spTgt spid="7">
                                                <p:graphicEl>
                                                  <a:chart seriesIdx="-4" categoryIdx="1" bldStep="category"/>
                                                </p:graphicEl>
                                              </p:spTgt>
                                            </p:tgtEl>
                                          </p:cBhvr>
                                        </p:animEffect>
                                      </p:childTnLst>
                                    </p:cTn>
                                  </p:par>
                                  <p:par>
                                    <p:cTn id="62" presetID="22" presetClass="entr" presetSubtype="4" fill="hold" grpId="0" nodeType="withEffect">
                                      <p:stCondLst>
                                        <p:cond delay="3000"/>
                                      </p:stCondLst>
                                      <p:childTnLst>
                                        <p:set>
                                          <p:cBhvr>
                                            <p:cTn id="63" dur="1" fill="hold">
                                              <p:stCondLst>
                                                <p:cond delay="0"/>
                                              </p:stCondLst>
                                            </p:cTn>
                                            <p:tgtEl>
                                              <p:spTgt spid="7">
                                                <p:graphicEl>
                                                  <a:chart seriesIdx="-4" categoryIdx="2" bldStep="category"/>
                                                </p:graphicEl>
                                              </p:spTgt>
                                            </p:tgtEl>
                                            <p:attrNameLst>
                                              <p:attrName>style.visibility</p:attrName>
                                            </p:attrNameLst>
                                          </p:cBhvr>
                                          <p:to>
                                            <p:strVal val="visible"/>
                                          </p:to>
                                        </p:set>
                                        <p:animEffect transition="in" filter="wipe(down)">
                                          <p:cBhvr>
                                            <p:cTn id="64" dur="550"/>
                                            <p:tgtEl>
                                              <p:spTgt spid="7">
                                                <p:graphicEl>
                                                  <a:chart seriesIdx="-4" categoryIdx="2" bldStep="category"/>
                                                </p:graphicEl>
                                              </p:spTgt>
                                            </p:tgtEl>
                                          </p:cBhvr>
                                        </p:animEffect>
                                      </p:childTnLst>
                                    </p:cTn>
                                  </p:par>
                                  <p:par>
                                    <p:cTn id="65" presetID="22" presetClass="entr" presetSubtype="4" fill="hold" grpId="0" nodeType="withEffect">
                                      <p:stCondLst>
                                        <p:cond delay="3250"/>
                                      </p:stCondLst>
                                      <p:childTnLst>
                                        <p:set>
                                          <p:cBhvr>
                                            <p:cTn id="66" dur="1" fill="hold">
                                              <p:stCondLst>
                                                <p:cond delay="0"/>
                                              </p:stCondLst>
                                            </p:cTn>
                                            <p:tgtEl>
                                              <p:spTgt spid="7">
                                                <p:graphicEl>
                                                  <a:chart seriesIdx="-4" categoryIdx="3" bldStep="category"/>
                                                </p:graphicEl>
                                              </p:spTgt>
                                            </p:tgtEl>
                                            <p:attrNameLst>
                                              <p:attrName>style.visibility</p:attrName>
                                            </p:attrNameLst>
                                          </p:cBhvr>
                                          <p:to>
                                            <p:strVal val="visible"/>
                                          </p:to>
                                        </p:set>
                                        <p:animEffect transition="in" filter="wipe(down)">
                                          <p:cBhvr>
                                            <p:cTn id="67" dur="550"/>
                                            <p:tgtEl>
                                              <p:spTgt spid="7">
                                                <p:graphicEl>
                                                  <a:chart seriesIdx="-4" categoryIdx="3" bldStep="category"/>
                                                </p:graphicEl>
                                              </p:spTgt>
                                            </p:tgtEl>
                                          </p:cBhvr>
                                        </p:animEffect>
                                      </p:childTnLst>
                                    </p:cTn>
                                  </p:par>
                                  <p:par>
                                    <p:cTn id="68" presetID="22" presetClass="entr" presetSubtype="4" fill="hold" grpId="0" nodeType="withEffect">
                                      <p:stCondLst>
                                        <p:cond delay="3500"/>
                                      </p:stCondLst>
                                      <p:childTnLst>
                                        <p:set>
                                          <p:cBhvr>
                                            <p:cTn id="69" dur="1" fill="hold">
                                              <p:stCondLst>
                                                <p:cond delay="0"/>
                                              </p:stCondLst>
                                            </p:cTn>
                                            <p:tgtEl>
                                              <p:spTgt spid="7">
                                                <p:graphicEl>
                                                  <a:chart seriesIdx="-4" categoryIdx="4" bldStep="category"/>
                                                </p:graphicEl>
                                              </p:spTgt>
                                            </p:tgtEl>
                                            <p:attrNameLst>
                                              <p:attrName>style.visibility</p:attrName>
                                            </p:attrNameLst>
                                          </p:cBhvr>
                                          <p:to>
                                            <p:strVal val="visible"/>
                                          </p:to>
                                        </p:set>
                                        <p:animEffect transition="in" filter="wipe(down)">
                                          <p:cBhvr>
                                            <p:cTn id="70" dur="550"/>
                                            <p:tgtEl>
                                              <p:spTgt spid="7">
                                                <p:graphicEl>
                                                  <a:chart seriesIdx="-4" categoryIdx="4" bldStep="category"/>
                                                </p:graphicEl>
                                              </p:spTgt>
                                            </p:tgtEl>
                                          </p:cBhvr>
                                        </p:animEffect>
                                      </p:childTnLst>
                                    </p:cTn>
                                  </p:par>
                                  <p:par>
                                    <p:cTn id="71" presetID="22" presetClass="entr" presetSubtype="4" fill="hold" grpId="0" nodeType="withEffect">
                                      <p:stCondLst>
                                        <p:cond delay="3750"/>
                                      </p:stCondLst>
                                      <p:childTnLst>
                                        <p:set>
                                          <p:cBhvr>
                                            <p:cTn id="72" dur="1" fill="hold">
                                              <p:stCondLst>
                                                <p:cond delay="0"/>
                                              </p:stCondLst>
                                            </p:cTn>
                                            <p:tgtEl>
                                              <p:spTgt spid="7">
                                                <p:graphicEl>
                                                  <a:chart seriesIdx="-4" categoryIdx="5" bldStep="category"/>
                                                </p:graphicEl>
                                              </p:spTgt>
                                            </p:tgtEl>
                                            <p:attrNameLst>
                                              <p:attrName>style.visibility</p:attrName>
                                            </p:attrNameLst>
                                          </p:cBhvr>
                                          <p:to>
                                            <p:strVal val="visible"/>
                                          </p:to>
                                        </p:set>
                                        <p:animEffect transition="in" filter="wipe(down)">
                                          <p:cBhvr>
                                            <p:cTn id="73" dur="550"/>
                                            <p:tgtEl>
                                              <p:spTgt spid="7">
                                                <p:graphicEl>
                                                  <a:chart seriesIdx="-4" categoryIdx="5" bldStep="category"/>
                                                </p:graphicEl>
                                              </p:spTgt>
                                            </p:tgtEl>
                                          </p:cBhvr>
                                        </p:animEffect>
                                      </p:childTnLst>
                                    </p:cTn>
                                  </p:par>
                                  <p:par>
                                    <p:cTn id="74" presetID="22" presetClass="entr" presetSubtype="4" fill="hold" grpId="0" nodeType="withEffect">
                                      <p:stCondLst>
                                        <p:cond delay="4000"/>
                                      </p:stCondLst>
                                      <p:childTnLst>
                                        <p:set>
                                          <p:cBhvr>
                                            <p:cTn id="75" dur="1" fill="hold">
                                              <p:stCondLst>
                                                <p:cond delay="0"/>
                                              </p:stCondLst>
                                            </p:cTn>
                                            <p:tgtEl>
                                              <p:spTgt spid="7">
                                                <p:graphicEl>
                                                  <a:chart seriesIdx="-4" categoryIdx="6" bldStep="category"/>
                                                </p:graphicEl>
                                              </p:spTgt>
                                            </p:tgtEl>
                                            <p:attrNameLst>
                                              <p:attrName>style.visibility</p:attrName>
                                            </p:attrNameLst>
                                          </p:cBhvr>
                                          <p:to>
                                            <p:strVal val="visible"/>
                                          </p:to>
                                        </p:set>
                                        <p:animEffect transition="in" filter="wipe(down)">
                                          <p:cBhvr>
                                            <p:cTn id="76" dur="550"/>
                                            <p:tgtEl>
                                              <p:spTgt spid="7">
                                                <p:graphicEl>
                                                  <a:chart seriesIdx="-4" categoryIdx="6" bldStep="category"/>
                                                </p:graphicEl>
                                              </p:spTgt>
                                            </p:tgtEl>
                                          </p:cBhvr>
                                        </p:animEffect>
                                      </p:childTnLst>
                                    </p:cTn>
                                  </p:par>
                                  <p:par>
                                    <p:cTn id="77" presetID="2" presetClass="entr" presetSubtype="4" fill="hold" grpId="0" nodeType="withEffect" p14:presetBounceEnd="67000">
                                      <p:stCondLst>
                                        <p:cond delay="3000"/>
                                      </p:stCondLst>
                                      <p:childTnLst>
                                        <p:set>
                                          <p:cBhvr>
                                            <p:cTn id="78" dur="1" fill="hold">
                                              <p:stCondLst>
                                                <p:cond delay="0"/>
                                              </p:stCondLst>
                                            </p:cTn>
                                            <p:tgtEl>
                                              <p:spTgt spid="8"/>
                                            </p:tgtEl>
                                            <p:attrNameLst>
                                              <p:attrName>style.visibility</p:attrName>
                                            </p:attrNameLst>
                                          </p:cBhvr>
                                          <p:to>
                                            <p:strVal val="visible"/>
                                          </p:to>
                                        </p:set>
                                        <p:anim calcmode="lin" valueType="num" p14:bounceEnd="67000">
                                          <p:cBhvr additive="base">
                                            <p:cTn id="79" dur="1000" fill="hold"/>
                                            <p:tgtEl>
                                              <p:spTgt spid="8"/>
                                            </p:tgtEl>
                                            <p:attrNameLst>
                                              <p:attrName>ppt_x</p:attrName>
                                            </p:attrNameLst>
                                          </p:cBhvr>
                                          <p:tavLst>
                                            <p:tav tm="0">
                                              <p:val>
                                                <p:strVal val="#ppt_x"/>
                                              </p:val>
                                            </p:tav>
                                            <p:tav tm="100000">
                                              <p:val>
                                                <p:strVal val="#ppt_x"/>
                                              </p:val>
                                            </p:tav>
                                          </p:tavLst>
                                        </p:anim>
                                        <p:anim calcmode="lin" valueType="num" p14:bounceEnd="67000">
                                          <p:cBhvr additive="base">
                                            <p:cTn id="80" dur="1000" fill="hold"/>
                                            <p:tgtEl>
                                              <p:spTgt spid="8"/>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14:presetBounceEnd="67000">
                                      <p:stCondLst>
                                        <p:cond delay="3000"/>
                                      </p:stCondLst>
                                      <p:childTnLst>
                                        <p:set>
                                          <p:cBhvr>
                                            <p:cTn id="82" dur="1" fill="hold">
                                              <p:stCondLst>
                                                <p:cond delay="0"/>
                                              </p:stCondLst>
                                            </p:cTn>
                                            <p:tgtEl>
                                              <p:spTgt spid="9"/>
                                            </p:tgtEl>
                                            <p:attrNameLst>
                                              <p:attrName>style.visibility</p:attrName>
                                            </p:attrNameLst>
                                          </p:cBhvr>
                                          <p:to>
                                            <p:strVal val="visible"/>
                                          </p:to>
                                        </p:set>
                                        <p:anim calcmode="lin" valueType="num" p14:bounceEnd="67000">
                                          <p:cBhvr additive="base">
                                            <p:cTn id="83" dur="1000" fill="hold"/>
                                            <p:tgtEl>
                                              <p:spTgt spid="9"/>
                                            </p:tgtEl>
                                            <p:attrNameLst>
                                              <p:attrName>ppt_x</p:attrName>
                                            </p:attrNameLst>
                                          </p:cBhvr>
                                          <p:tavLst>
                                            <p:tav tm="0">
                                              <p:val>
                                                <p:strVal val="#ppt_x"/>
                                              </p:val>
                                            </p:tav>
                                            <p:tav tm="100000">
                                              <p:val>
                                                <p:strVal val="#ppt_x"/>
                                              </p:val>
                                            </p:tav>
                                          </p:tavLst>
                                        </p:anim>
                                        <p:anim calcmode="lin" valueType="num" p14:bounceEnd="67000">
                                          <p:cBhvr additive="base">
                                            <p:cTn id="84" dur="1000" fill="hold"/>
                                            <p:tgtEl>
                                              <p:spTgt spid="9"/>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14:presetBounceEnd="67000">
                                      <p:stCondLst>
                                        <p:cond delay="3250"/>
                                      </p:stCondLst>
                                      <p:childTnLst>
                                        <p:set>
                                          <p:cBhvr>
                                            <p:cTn id="86" dur="1" fill="hold">
                                              <p:stCondLst>
                                                <p:cond delay="0"/>
                                              </p:stCondLst>
                                            </p:cTn>
                                            <p:tgtEl>
                                              <p:spTgt spid="10"/>
                                            </p:tgtEl>
                                            <p:attrNameLst>
                                              <p:attrName>style.visibility</p:attrName>
                                            </p:attrNameLst>
                                          </p:cBhvr>
                                          <p:to>
                                            <p:strVal val="visible"/>
                                          </p:to>
                                        </p:set>
                                        <p:anim calcmode="lin" valueType="num" p14:bounceEnd="67000">
                                          <p:cBhvr additive="base">
                                            <p:cTn id="87" dur="1000" fill="hold"/>
                                            <p:tgtEl>
                                              <p:spTgt spid="10"/>
                                            </p:tgtEl>
                                            <p:attrNameLst>
                                              <p:attrName>ppt_x</p:attrName>
                                            </p:attrNameLst>
                                          </p:cBhvr>
                                          <p:tavLst>
                                            <p:tav tm="0">
                                              <p:val>
                                                <p:strVal val="#ppt_x"/>
                                              </p:val>
                                            </p:tav>
                                            <p:tav tm="100000">
                                              <p:val>
                                                <p:strVal val="#ppt_x"/>
                                              </p:val>
                                            </p:tav>
                                          </p:tavLst>
                                        </p:anim>
                                        <p:anim calcmode="lin" valueType="num" p14:bounceEnd="67000">
                                          <p:cBhvr additive="base">
                                            <p:cTn id="88" dur="1000" fill="hold"/>
                                            <p:tgtEl>
                                              <p:spTgt spid="10"/>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14:presetBounceEnd="67000">
                                      <p:stCondLst>
                                        <p:cond delay="3250"/>
                                      </p:stCondLst>
                                      <p:childTnLst>
                                        <p:set>
                                          <p:cBhvr>
                                            <p:cTn id="90" dur="1" fill="hold">
                                              <p:stCondLst>
                                                <p:cond delay="0"/>
                                              </p:stCondLst>
                                            </p:cTn>
                                            <p:tgtEl>
                                              <p:spTgt spid="11"/>
                                            </p:tgtEl>
                                            <p:attrNameLst>
                                              <p:attrName>style.visibility</p:attrName>
                                            </p:attrNameLst>
                                          </p:cBhvr>
                                          <p:to>
                                            <p:strVal val="visible"/>
                                          </p:to>
                                        </p:set>
                                        <p:anim calcmode="lin" valueType="num" p14:bounceEnd="67000">
                                          <p:cBhvr additive="base">
                                            <p:cTn id="91" dur="1000" fill="hold"/>
                                            <p:tgtEl>
                                              <p:spTgt spid="11"/>
                                            </p:tgtEl>
                                            <p:attrNameLst>
                                              <p:attrName>ppt_x</p:attrName>
                                            </p:attrNameLst>
                                          </p:cBhvr>
                                          <p:tavLst>
                                            <p:tav tm="0">
                                              <p:val>
                                                <p:strVal val="#ppt_x"/>
                                              </p:val>
                                            </p:tav>
                                            <p:tav tm="100000">
                                              <p:val>
                                                <p:strVal val="#ppt_x"/>
                                              </p:val>
                                            </p:tav>
                                          </p:tavLst>
                                        </p:anim>
                                        <p:anim calcmode="lin" valueType="num" p14:bounceEnd="67000">
                                          <p:cBhvr additive="base">
                                            <p:cTn id="92" dur="1000" fill="hold"/>
                                            <p:tgtEl>
                                              <p:spTgt spid="11"/>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14:presetBounceEnd="67000">
                                      <p:stCondLst>
                                        <p:cond delay="3500"/>
                                      </p:stCondLst>
                                      <p:childTnLst>
                                        <p:set>
                                          <p:cBhvr>
                                            <p:cTn id="94" dur="1" fill="hold">
                                              <p:stCondLst>
                                                <p:cond delay="0"/>
                                              </p:stCondLst>
                                            </p:cTn>
                                            <p:tgtEl>
                                              <p:spTgt spid="12"/>
                                            </p:tgtEl>
                                            <p:attrNameLst>
                                              <p:attrName>style.visibility</p:attrName>
                                            </p:attrNameLst>
                                          </p:cBhvr>
                                          <p:to>
                                            <p:strVal val="visible"/>
                                          </p:to>
                                        </p:set>
                                        <p:anim calcmode="lin" valueType="num" p14:bounceEnd="67000">
                                          <p:cBhvr additive="base">
                                            <p:cTn id="95" dur="1000" fill="hold"/>
                                            <p:tgtEl>
                                              <p:spTgt spid="12"/>
                                            </p:tgtEl>
                                            <p:attrNameLst>
                                              <p:attrName>ppt_x</p:attrName>
                                            </p:attrNameLst>
                                          </p:cBhvr>
                                          <p:tavLst>
                                            <p:tav tm="0">
                                              <p:val>
                                                <p:strVal val="#ppt_x"/>
                                              </p:val>
                                            </p:tav>
                                            <p:tav tm="100000">
                                              <p:val>
                                                <p:strVal val="#ppt_x"/>
                                              </p:val>
                                            </p:tav>
                                          </p:tavLst>
                                        </p:anim>
                                        <p:anim calcmode="lin" valueType="num" p14:bounceEnd="67000">
                                          <p:cBhvr additive="base">
                                            <p:cTn id="96" dur="1000" fill="hold"/>
                                            <p:tgtEl>
                                              <p:spTgt spid="12"/>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14:presetBounceEnd="67000">
                                      <p:stCondLst>
                                        <p:cond delay="3500"/>
                                      </p:stCondLst>
                                      <p:childTnLst>
                                        <p:set>
                                          <p:cBhvr>
                                            <p:cTn id="98" dur="1" fill="hold">
                                              <p:stCondLst>
                                                <p:cond delay="0"/>
                                              </p:stCondLst>
                                            </p:cTn>
                                            <p:tgtEl>
                                              <p:spTgt spid="13"/>
                                            </p:tgtEl>
                                            <p:attrNameLst>
                                              <p:attrName>style.visibility</p:attrName>
                                            </p:attrNameLst>
                                          </p:cBhvr>
                                          <p:to>
                                            <p:strVal val="visible"/>
                                          </p:to>
                                        </p:set>
                                        <p:anim calcmode="lin" valueType="num" p14:bounceEnd="67000">
                                          <p:cBhvr additive="base">
                                            <p:cTn id="99" dur="1000" fill="hold"/>
                                            <p:tgtEl>
                                              <p:spTgt spid="13"/>
                                            </p:tgtEl>
                                            <p:attrNameLst>
                                              <p:attrName>ppt_x</p:attrName>
                                            </p:attrNameLst>
                                          </p:cBhvr>
                                          <p:tavLst>
                                            <p:tav tm="0">
                                              <p:val>
                                                <p:strVal val="#ppt_x"/>
                                              </p:val>
                                            </p:tav>
                                            <p:tav tm="100000">
                                              <p:val>
                                                <p:strVal val="#ppt_x"/>
                                              </p:val>
                                            </p:tav>
                                          </p:tavLst>
                                        </p:anim>
                                        <p:anim calcmode="lin" valueType="num" p14:bounceEnd="67000">
                                          <p:cBhvr additive="base">
                                            <p:cTn id="100" dur="10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Chart bld="category"/>
            </p:bldSub>
          </p:bldGraphic>
          <p:bldGraphic spid="6" grpId="0">
            <p:bldSub>
              <a:bldChart bld="category"/>
            </p:bldSub>
          </p:bldGraphic>
          <p:bldGraphic spid="7" grpId="0" uiExpand="1">
            <p:bldSub>
              <a:bldChart bld="category"/>
            </p:bldSub>
          </p:bldGraphic>
          <p:bldP spid="8" grpId="0"/>
          <p:bldP spid="9" grpId="0"/>
          <p:bldP spid="10" grpId="0"/>
          <p:bldP spid="11" grpId="0"/>
          <p:bldP spid="12" grpId="0"/>
          <p:bldP spid="1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graphicEl>
                                                  <a:chart seriesIdx="-3" categoryIdx="-3" bldStep="gridLegend"/>
                                                </p:graphicEl>
                                              </p:spTgt>
                                            </p:tgtEl>
                                            <p:attrNameLst>
                                              <p:attrName>style.visibility</p:attrName>
                                            </p:attrNameLst>
                                          </p:cBhvr>
                                          <p:to>
                                            <p:strVal val="visible"/>
                                          </p:to>
                                        </p:set>
                                        <p:animEffect transition="in" filter="wipe(down)">
                                          <p:cBhvr>
                                            <p:cTn id="7" dur="500"/>
                                            <p:tgtEl>
                                              <p:spTgt spid="4">
                                                <p:graphicEl>
                                                  <a:chart seriesIdx="-3" categoryIdx="-3" bldStep="gridLegend"/>
                                                </p:graphicEl>
                                              </p:spTgt>
                                            </p:tgtEl>
                                          </p:cBhvr>
                                        </p:animEffect>
                                      </p:childTnLst>
                                    </p:cTn>
                                  </p:par>
                                  <p:par>
                                    <p:cTn id="8" presetID="22" presetClass="entr" presetSubtype="4" fill="hold" grpId="0" nodeType="withEffect">
                                      <p:stCondLst>
                                        <p:cond delay="250"/>
                                      </p:stCondLst>
                                      <p:childTnLst>
                                        <p:set>
                                          <p:cBhvr>
                                            <p:cTn id="9" dur="1" fill="hold">
                                              <p:stCondLst>
                                                <p:cond delay="0"/>
                                              </p:stCondLst>
                                            </p:cTn>
                                            <p:tgtEl>
                                              <p:spTgt spid="4">
                                                <p:graphicEl>
                                                  <a:chart seriesIdx="-4" categoryIdx="0" bldStep="category"/>
                                                </p:graphicEl>
                                              </p:spTgt>
                                            </p:tgtEl>
                                            <p:attrNameLst>
                                              <p:attrName>style.visibility</p:attrName>
                                            </p:attrNameLst>
                                          </p:cBhvr>
                                          <p:to>
                                            <p:strVal val="visible"/>
                                          </p:to>
                                        </p:set>
                                        <p:animEffect transition="in" filter="wipe(down)">
                                          <p:cBhvr>
                                            <p:cTn id="10" dur="500"/>
                                            <p:tgtEl>
                                              <p:spTgt spid="4">
                                                <p:graphicEl>
                                                  <a:chart seriesIdx="-4" categoryIdx="0" bldStep="category"/>
                                                </p:graphicEl>
                                              </p:spTgt>
                                            </p:tgtEl>
                                          </p:cBhvr>
                                        </p:animEffect>
                                      </p:childTnLst>
                                    </p:cTn>
                                  </p:par>
                                  <p:par>
                                    <p:cTn id="11" presetID="22" presetClass="entr" presetSubtype="4" fill="hold" grpId="0" nodeType="withEffect">
                                      <p:stCondLst>
                                        <p:cond delay="500"/>
                                      </p:stCondLst>
                                      <p:childTnLst>
                                        <p:set>
                                          <p:cBhvr>
                                            <p:cTn id="12" dur="1" fill="hold">
                                              <p:stCondLst>
                                                <p:cond delay="0"/>
                                              </p:stCondLst>
                                            </p:cTn>
                                            <p:tgtEl>
                                              <p:spTgt spid="4">
                                                <p:graphicEl>
                                                  <a:chart seriesIdx="-4" categoryIdx="1" bldStep="category"/>
                                                </p:graphicEl>
                                              </p:spTgt>
                                            </p:tgtEl>
                                            <p:attrNameLst>
                                              <p:attrName>style.visibility</p:attrName>
                                            </p:attrNameLst>
                                          </p:cBhvr>
                                          <p:to>
                                            <p:strVal val="visible"/>
                                          </p:to>
                                        </p:set>
                                        <p:animEffect transition="in" filter="wipe(down)">
                                          <p:cBhvr>
                                            <p:cTn id="13" dur="500"/>
                                            <p:tgtEl>
                                              <p:spTgt spid="4">
                                                <p:graphicEl>
                                                  <a:chart seriesIdx="-4" categoryIdx="1" bldStep="category"/>
                                                </p:graphicEl>
                                              </p:spTgt>
                                            </p:tgtEl>
                                          </p:cBhvr>
                                        </p:animEffect>
                                      </p:childTnLst>
                                    </p:cTn>
                                  </p:par>
                                  <p:par>
                                    <p:cTn id="14" presetID="22" presetClass="entr" presetSubtype="4" fill="hold" grpId="0" nodeType="withEffect">
                                      <p:stCondLst>
                                        <p:cond delay="750"/>
                                      </p:stCondLst>
                                      <p:childTnLst>
                                        <p:set>
                                          <p:cBhvr>
                                            <p:cTn id="15" dur="1" fill="hold">
                                              <p:stCondLst>
                                                <p:cond delay="0"/>
                                              </p:stCondLst>
                                            </p:cTn>
                                            <p:tgtEl>
                                              <p:spTgt spid="4">
                                                <p:graphicEl>
                                                  <a:chart seriesIdx="-4" categoryIdx="2" bldStep="category"/>
                                                </p:graphicEl>
                                              </p:spTgt>
                                            </p:tgtEl>
                                            <p:attrNameLst>
                                              <p:attrName>style.visibility</p:attrName>
                                            </p:attrNameLst>
                                          </p:cBhvr>
                                          <p:to>
                                            <p:strVal val="visible"/>
                                          </p:to>
                                        </p:set>
                                        <p:animEffect transition="in" filter="wipe(down)">
                                          <p:cBhvr>
                                            <p:cTn id="16" dur="500"/>
                                            <p:tgtEl>
                                              <p:spTgt spid="4">
                                                <p:graphicEl>
                                                  <a:chart seriesIdx="-4" categoryIdx="2" bldStep="category"/>
                                                </p:graphicEl>
                                              </p:spTgt>
                                            </p:tgtEl>
                                          </p:cBhvr>
                                        </p:animEffect>
                                      </p:childTnLst>
                                    </p:cTn>
                                  </p:par>
                                  <p:par>
                                    <p:cTn id="17" presetID="22" presetClass="entr" presetSubtype="4" fill="hold" grpId="0" nodeType="withEffect">
                                      <p:stCondLst>
                                        <p:cond delay="1000"/>
                                      </p:stCondLst>
                                      <p:childTnLst>
                                        <p:set>
                                          <p:cBhvr>
                                            <p:cTn id="18" dur="1" fill="hold">
                                              <p:stCondLst>
                                                <p:cond delay="0"/>
                                              </p:stCondLst>
                                            </p:cTn>
                                            <p:tgtEl>
                                              <p:spTgt spid="4">
                                                <p:graphicEl>
                                                  <a:chart seriesIdx="-4" categoryIdx="3" bldStep="category"/>
                                                </p:graphicEl>
                                              </p:spTgt>
                                            </p:tgtEl>
                                            <p:attrNameLst>
                                              <p:attrName>style.visibility</p:attrName>
                                            </p:attrNameLst>
                                          </p:cBhvr>
                                          <p:to>
                                            <p:strVal val="visible"/>
                                          </p:to>
                                        </p:set>
                                        <p:animEffect transition="in" filter="wipe(down)">
                                          <p:cBhvr>
                                            <p:cTn id="19" dur="500"/>
                                            <p:tgtEl>
                                              <p:spTgt spid="4">
                                                <p:graphicEl>
                                                  <a:chart seriesIdx="-4" categoryIdx="3" bldStep="category"/>
                                                </p:graphicEl>
                                              </p:spTgt>
                                            </p:tgtEl>
                                          </p:cBhvr>
                                        </p:animEffect>
                                      </p:childTnLst>
                                    </p:cTn>
                                  </p:par>
                                  <p:par>
                                    <p:cTn id="20" presetID="22" presetClass="entr" presetSubtype="4" fill="hold" grpId="0" nodeType="withEffect">
                                      <p:stCondLst>
                                        <p:cond delay="1250"/>
                                      </p:stCondLst>
                                      <p:childTnLst>
                                        <p:set>
                                          <p:cBhvr>
                                            <p:cTn id="21" dur="1" fill="hold">
                                              <p:stCondLst>
                                                <p:cond delay="0"/>
                                              </p:stCondLst>
                                            </p:cTn>
                                            <p:tgtEl>
                                              <p:spTgt spid="4">
                                                <p:graphicEl>
                                                  <a:chart seriesIdx="-4" categoryIdx="4" bldStep="category"/>
                                                </p:graphicEl>
                                              </p:spTgt>
                                            </p:tgtEl>
                                            <p:attrNameLst>
                                              <p:attrName>style.visibility</p:attrName>
                                            </p:attrNameLst>
                                          </p:cBhvr>
                                          <p:to>
                                            <p:strVal val="visible"/>
                                          </p:to>
                                        </p:set>
                                        <p:animEffect transition="in" filter="wipe(down)">
                                          <p:cBhvr>
                                            <p:cTn id="22" dur="500"/>
                                            <p:tgtEl>
                                              <p:spTgt spid="4">
                                                <p:graphicEl>
                                                  <a:chart seriesIdx="-4" categoryIdx="4" bldStep="category"/>
                                                </p:graphicEl>
                                              </p:spTgt>
                                            </p:tgtEl>
                                          </p:cBhvr>
                                        </p:animEffect>
                                      </p:childTnLst>
                                    </p:cTn>
                                  </p:par>
                                  <p:par>
                                    <p:cTn id="23" presetID="22" presetClass="entr" presetSubtype="4" fill="hold" grpId="0" nodeType="withEffect">
                                      <p:stCondLst>
                                        <p:cond delay="1500"/>
                                      </p:stCondLst>
                                      <p:childTnLst>
                                        <p:set>
                                          <p:cBhvr>
                                            <p:cTn id="24" dur="1" fill="hold">
                                              <p:stCondLst>
                                                <p:cond delay="0"/>
                                              </p:stCondLst>
                                            </p:cTn>
                                            <p:tgtEl>
                                              <p:spTgt spid="4">
                                                <p:graphicEl>
                                                  <a:chart seriesIdx="-4" categoryIdx="5" bldStep="category"/>
                                                </p:graphicEl>
                                              </p:spTgt>
                                            </p:tgtEl>
                                            <p:attrNameLst>
                                              <p:attrName>style.visibility</p:attrName>
                                            </p:attrNameLst>
                                          </p:cBhvr>
                                          <p:to>
                                            <p:strVal val="visible"/>
                                          </p:to>
                                        </p:set>
                                        <p:animEffect transition="in" filter="wipe(down)">
                                          <p:cBhvr>
                                            <p:cTn id="25" dur="500"/>
                                            <p:tgtEl>
                                              <p:spTgt spid="4">
                                                <p:graphicEl>
                                                  <a:chart seriesIdx="-4" categoryIdx="5" bldStep="category"/>
                                                </p:graphicEl>
                                              </p:spTgt>
                                            </p:tgtEl>
                                          </p:cBhvr>
                                        </p:animEffect>
                                      </p:childTnLst>
                                    </p:cTn>
                                  </p:par>
                                  <p:par>
                                    <p:cTn id="26" presetID="22" presetClass="entr" presetSubtype="4" fill="hold" grpId="0" nodeType="withEffect">
                                      <p:stCondLst>
                                        <p:cond delay="1750"/>
                                      </p:stCondLst>
                                      <p:childTnLst>
                                        <p:set>
                                          <p:cBhvr>
                                            <p:cTn id="27" dur="1" fill="hold">
                                              <p:stCondLst>
                                                <p:cond delay="0"/>
                                              </p:stCondLst>
                                            </p:cTn>
                                            <p:tgtEl>
                                              <p:spTgt spid="4">
                                                <p:graphicEl>
                                                  <a:chart seriesIdx="-4" categoryIdx="6" bldStep="category"/>
                                                </p:graphicEl>
                                              </p:spTgt>
                                            </p:tgtEl>
                                            <p:attrNameLst>
                                              <p:attrName>style.visibility</p:attrName>
                                            </p:attrNameLst>
                                          </p:cBhvr>
                                          <p:to>
                                            <p:strVal val="visible"/>
                                          </p:to>
                                        </p:set>
                                        <p:animEffect transition="in" filter="wipe(down)">
                                          <p:cBhvr>
                                            <p:cTn id="28" dur="500"/>
                                            <p:tgtEl>
                                              <p:spTgt spid="4">
                                                <p:graphicEl>
                                                  <a:chart seriesIdx="-4" categoryIdx="6" bldStep="category"/>
                                                </p:graphicEl>
                                              </p:spTgt>
                                            </p:tgtEl>
                                          </p:cBhvr>
                                        </p:animEffect>
                                      </p:childTnLst>
                                    </p:cTn>
                                  </p:par>
                                  <p:par>
                                    <p:cTn id="29" presetID="22" presetClass="entr" presetSubtype="4" fill="hold" grpId="0" nodeType="withEffect">
                                      <p:stCondLst>
                                        <p:cond delay="1000"/>
                                      </p:stCondLst>
                                      <p:childTnLst>
                                        <p:set>
                                          <p:cBhvr>
                                            <p:cTn id="30" dur="1" fill="hold">
                                              <p:stCondLst>
                                                <p:cond delay="0"/>
                                              </p:stCondLst>
                                            </p:cTn>
                                            <p:tgtEl>
                                              <p:spTgt spid="6">
                                                <p:graphicEl>
                                                  <a:chart seriesIdx="-3" categoryIdx="-3" bldStep="gridLegend"/>
                                                </p:graphicEl>
                                              </p:spTgt>
                                            </p:tgtEl>
                                            <p:attrNameLst>
                                              <p:attrName>style.visibility</p:attrName>
                                            </p:attrNameLst>
                                          </p:cBhvr>
                                          <p:to>
                                            <p:strVal val="visible"/>
                                          </p:to>
                                        </p:set>
                                        <p:animEffect transition="in" filter="wipe(down)">
                                          <p:cBhvr>
                                            <p:cTn id="31" dur="500"/>
                                            <p:tgtEl>
                                              <p:spTgt spid="6">
                                                <p:graphicEl>
                                                  <a:chart seriesIdx="-3" categoryIdx="-3" bldStep="gridLegend"/>
                                                </p:graphicEl>
                                              </p:spTgt>
                                            </p:tgtEl>
                                          </p:cBhvr>
                                        </p:animEffect>
                                      </p:childTnLst>
                                    </p:cTn>
                                  </p:par>
                                  <p:par>
                                    <p:cTn id="32" presetID="22" presetClass="entr" presetSubtype="4" fill="hold" grpId="0" nodeType="withEffect">
                                      <p:stCondLst>
                                        <p:cond delay="1250"/>
                                      </p:stCondLst>
                                      <p:childTnLst>
                                        <p:set>
                                          <p:cBhvr>
                                            <p:cTn id="33" dur="1" fill="hold">
                                              <p:stCondLst>
                                                <p:cond delay="0"/>
                                              </p:stCondLst>
                                            </p:cTn>
                                            <p:tgtEl>
                                              <p:spTgt spid="6">
                                                <p:graphicEl>
                                                  <a:chart seriesIdx="-4" categoryIdx="0" bldStep="category"/>
                                                </p:graphicEl>
                                              </p:spTgt>
                                            </p:tgtEl>
                                            <p:attrNameLst>
                                              <p:attrName>style.visibility</p:attrName>
                                            </p:attrNameLst>
                                          </p:cBhvr>
                                          <p:to>
                                            <p:strVal val="visible"/>
                                          </p:to>
                                        </p:set>
                                        <p:animEffect transition="in" filter="wipe(down)">
                                          <p:cBhvr>
                                            <p:cTn id="34" dur="500"/>
                                            <p:tgtEl>
                                              <p:spTgt spid="6">
                                                <p:graphicEl>
                                                  <a:chart seriesIdx="-4" categoryIdx="0" bldStep="category"/>
                                                </p:graphicEl>
                                              </p:spTgt>
                                            </p:tgtEl>
                                          </p:cBhvr>
                                        </p:animEffect>
                                      </p:childTnLst>
                                    </p:cTn>
                                  </p:par>
                                  <p:par>
                                    <p:cTn id="35" presetID="22" presetClass="entr" presetSubtype="4" fill="hold" grpId="0" nodeType="withEffect">
                                      <p:stCondLst>
                                        <p:cond delay="1500"/>
                                      </p:stCondLst>
                                      <p:childTnLst>
                                        <p:set>
                                          <p:cBhvr>
                                            <p:cTn id="36" dur="1" fill="hold">
                                              <p:stCondLst>
                                                <p:cond delay="0"/>
                                              </p:stCondLst>
                                            </p:cTn>
                                            <p:tgtEl>
                                              <p:spTgt spid="6">
                                                <p:graphicEl>
                                                  <a:chart seriesIdx="-4" categoryIdx="1" bldStep="category"/>
                                                </p:graphicEl>
                                              </p:spTgt>
                                            </p:tgtEl>
                                            <p:attrNameLst>
                                              <p:attrName>style.visibility</p:attrName>
                                            </p:attrNameLst>
                                          </p:cBhvr>
                                          <p:to>
                                            <p:strVal val="visible"/>
                                          </p:to>
                                        </p:set>
                                        <p:animEffect transition="in" filter="wipe(down)">
                                          <p:cBhvr>
                                            <p:cTn id="37" dur="500"/>
                                            <p:tgtEl>
                                              <p:spTgt spid="6">
                                                <p:graphicEl>
                                                  <a:chart seriesIdx="-4" categoryIdx="1" bldStep="category"/>
                                                </p:graphicEl>
                                              </p:spTgt>
                                            </p:tgtEl>
                                          </p:cBhvr>
                                        </p:animEffect>
                                      </p:childTnLst>
                                    </p:cTn>
                                  </p:par>
                                  <p:par>
                                    <p:cTn id="38" presetID="22" presetClass="entr" presetSubtype="4" fill="hold" grpId="0" nodeType="withEffect">
                                      <p:stCondLst>
                                        <p:cond delay="1750"/>
                                      </p:stCondLst>
                                      <p:childTnLst>
                                        <p:set>
                                          <p:cBhvr>
                                            <p:cTn id="39" dur="1" fill="hold">
                                              <p:stCondLst>
                                                <p:cond delay="0"/>
                                              </p:stCondLst>
                                            </p:cTn>
                                            <p:tgtEl>
                                              <p:spTgt spid="6">
                                                <p:graphicEl>
                                                  <a:chart seriesIdx="-4" categoryIdx="2" bldStep="category"/>
                                                </p:graphicEl>
                                              </p:spTgt>
                                            </p:tgtEl>
                                            <p:attrNameLst>
                                              <p:attrName>style.visibility</p:attrName>
                                            </p:attrNameLst>
                                          </p:cBhvr>
                                          <p:to>
                                            <p:strVal val="visible"/>
                                          </p:to>
                                        </p:set>
                                        <p:animEffect transition="in" filter="wipe(down)">
                                          <p:cBhvr>
                                            <p:cTn id="40" dur="500"/>
                                            <p:tgtEl>
                                              <p:spTgt spid="6">
                                                <p:graphicEl>
                                                  <a:chart seriesIdx="-4" categoryIdx="2" bldStep="category"/>
                                                </p:graphicEl>
                                              </p:spTgt>
                                            </p:tgtEl>
                                          </p:cBhvr>
                                        </p:animEffect>
                                      </p:childTnLst>
                                    </p:cTn>
                                  </p:par>
                                  <p:par>
                                    <p:cTn id="41" presetID="22" presetClass="entr" presetSubtype="4" fill="hold" grpId="0" nodeType="withEffect">
                                      <p:stCondLst>
                                        <p:cond delay="2000"/>
                                      </p:stCondLst>
                                      <p:childTnLst>
                                        <p:set>
                                          <p:cBhvr>
                                            <p:cTn id="42" dur="1" fill="hold">
                                              <p:stCondLst>
                                                <p:cond delay="0"/>
                                              </p:stCondLst>
                                            </p:cTn>
                                            <p:tgtEl>
                                              <p:spTgt spid="6">
                                                <p:graphicEl>
                                                  <a:chart seriesIdx="-4" categoryIdx="3" bldStep="category"/>
                                                </p:graphicEl>
                                              </p:spTgt>
                                            </p:tgtEl>
                                            <p:attrNameLst>
                                              <p:attrName>style.visibility</p:attrName>
                                            </p:attrNameLst>
                                          </p:cBhvr>
                                          <p:to>
                                            <p:strVal val="visible"/>
                                          </p:to>
                                        </p:set>
                                        <p:animEffect transition="in" filter="wipe(down)">
                                          <p:cBhvr>
                                            <p:cTn id="43" dur="500"/>
                                            <p:tgtEl>
                                              <p:spTgt spid="6">
                                                <p:graphicEl>
                                                  <a:chart seriesIdx="-4" categoryIdx="3" bldStep="category"/>
                                                </p:graphicEl>
                                              </p:spTgt>
                                            </p:tgtEl>
                                          </p:cBhvr>
                                        </p:animEffect>
                                      </p:childTnLst>
                                    </p:cTn>
                                  </p:par>
                                  <p:par>
                                    <p:cTn id="44" presetID="22" presetClass="entr" presetSubtype="4" fill="hold" grpId="0" nodeType="withEffect">
                                      <p:stCondLst>
                                        <p:cond delay="2250"/>
                                      </p:stCondLst>
                                      <p:childTnLst>
                                        <p:set>
                                          <p:cBhvr>
                                            <p:cTn id="45" dur="1" fill="hold">
                                              <p:stCondLst>
                                                <p:cond delay="0"/>
                                              </p:stCondLst>
                                            </p:cTn>
                                            <p:tgtEl>
                                              <p:spTgt spid="6">
                                                <p:graphicEl>
                                                  <a:chart seriesIdx="-4" categoryIdx="4" bldStep="category"/>
                                                </p:graphicEl>
                                              </p:spTgt>
                                            </p:tgtEl>
                                            <p:attrNameLst>
                                              <p:attrName>style.visibility</p:attrName>
                                            </p:attrNameLst>
                                          </p:cBhvr>
                                          <p:to>
                                            <p:strVal val="visible"/>
                                          </p:to>
                                        </p:set>
                                        <p:animEffect transition="in" filter="wipe(down)">
                                          <p:cBhvr>
                                            <p:cTn id="46" dur="500"/>
                                            <p:tgtEl>
                                              <p:spTgt spid="6">
                                                <p:graphicEl>
                                                  <a:chart seriesIdx="-4" categoryIdx="4" bldStep="category"/>
                                                </p:graphicEl>
                                              </p:spTgt>
                                            </p:tgtEl>
                                          </p:cBhvr>
                                        </p:animEffect>
                                      </p:childTnLst>
                                    </p:cTn>
                                  </p:par>
                                  <p:par>
                                    <p:cTn id="47" presetID="22" presetClass="entr" presetSubtype="4" fill="hold" grpId="0" nodeType="withEffect">
                                      <p:stCondLst>
                                        <p:cond delay="2500"/>
                                      </p:stCondLst>
                                      <p:childTnLst>
                                        <p:set>
                                          <p:cBhvr>
                                            <p:cTn id="48" dur="1" fill="hold">
                                              <p:stCondLst>
                                                <p:cond delay="0"/>
                                              </p:stCondLst>
                                            </p:cTn>
                                            <p:tgtEl>
                                              <p:spTgt spid="6">
                                                <p:graphicEl>
                                                  <a:chart seriesIdx="-4" categoryIdx="5" bldStep="category"/>
                                                </p:graphicEl>
                                              </p:spTgt>
                                            </p:tgtEl>
                                            <p:attrNameLst>
                                              <p:attrName>style.visibility</p:attrName>
                                            </p:attrNameLst>
                                          </p:cBhvr>
                                          <p:to>
                                            <p:strVal val="visible"/>
                                          </p:to>
                                        </p:set>
                                        <p:animEffect transition="in" filter="wipe(down)">
                                          <p:cBhvr>
                                            <p:cTn id="49" dur="500"/>
                                            <p:tgtEl>
                                              <p:spTgt spid="6">
                                                <p:graphicEl>
                                                  <a:chart seriesIdx="-4" categoryIdx="5" bldStep="category"/>
                                                </p:graphicEl>
                                              </p:spTgt>
                                            </p:tgtEl>
                                          </p:cBhvr>
                                        </p:animEffect>
                                      </p:childTnLst>
                                    </p:cTn>
                                  </p:par>
                                  <p:par>
                                    <p:cTn id="50" presetID="22" presetClass="entr" presetSubtype="4" fill="hold" grpId="0" nodeType="withEffect">
                                      <p:stCondLst>
                                        <p:cond delay="2750"/>
                                      </p:stCondLst>
                                      <p:childTnLst>
                                        <p:set>
                                          <p:cBhvr>
                                            <p:cTn id="51" dur="1" fill="hold">
                                              <p:stCondLst>
                                                <p:cond delay="0"/>
                                              </p:stCondLst>
                                            </p:cTn>
                                            <p:tgtEl>
                                              <p:spTgt spid="6">
                                                <p:graphicEl>
                                                  <a:chart seriesIdx="-4" categoryIdx="6" bldStep="category"/>
                                                </p:graphicEl>
                                              </p:spTgt>
                                            </p:tgtEl>
                                            <p:attrNameLst>
                                              <p:attrName>style.visibility</p:attrName>
                                            </p:attrNameLst>
                                          </p:cBhvr>
                                          <p:to>
                                            <p:strVal val="visible"/>
                                          </p:to>
                                        </p:set>
                                        <p:animEffect transition="in" filter="wipe(down)">
                                          <p:cBhvr>
                                            <p:cTn id="52" dur="500"/>
                                            <p:tgtEl>
                                              <p:spTgt spid="6">
                                                <p:graphicEl>
                                                  <a:chart seriesIdx="-4" categoryIdx="6" bldStep="category"/>
                                                </p:graphicEl>
                                              </p:spTgt>
                                            </p:tgtEl>
                                          </p:cBhvr>
                                        </p:animEffect>
                                      </p:childTnLst>
                                    </p:cTn>
                                  </p:par>
                                  <p:par>
                                    <p:cTn id="53" presetID="22" presetClass="entr" presetSubtype="4" fill="hold" grpId="0" nodeType="withEffect">
                                      <p:stCondLst>
                                        <p:cond delay="2250"/>
                                      </p:stCondLst>
                                      <p:childTnLst>
                                        <p:set>
                                          <p:cBhvr>
                                            <p:cTn id="54" dur="1" fill="hold">
                                              <p:stCondLst>
                                                <p:cond delay="0"/>
                                              </p:stCondLst>
                                            </p:cTn>
                                            <p:tgtEl>
                                              <p:spTgt spid="7">
                                                <p:graphicEl>
                                                  <a:chart seriesIdx="-3" categoryIdx="-3" bldStep="gridLegend"/>
                                                </p:graphicEl>
                                              </p:spTgt>
                                            </p:tgtEl>
                                            <p:attrNameLst>
                                              <p:attrName>style.visibility</p:attrName>
                                            </p:attrNameLst>
                                          </p:cBhvr>
                                          <p:to>
                                            <p:strVal val="visible"/>
                                          </p:to>
                                        </p:set>
                                        <p:animEffect transition="in" filter="wipe(down)">
                                          <p:cBhvr>
                                            <p:cTn id="55" dur="550"/>
                                            <p:tgtEl>
                                              <p:spTgt spid="7">
                                                <p:graphicEl>
                                                  <a:chart seriesIdx="-3" categoryIdx="-3" bldStep="gridLegend"/>
                                                </p:graphicEl>
                                              </p:spTgt>
                                            </p:tgtEl>
                                          </p:cBhvr>
                                        </p:animEffect>
                                      </p:childTnLst>
                                    </p:cTn>
                                  </p:par>
                                  <p:par>
                                    <p:cTn id="56" presetID="22" presetClass="entr" presetSubtype="4" fill="hold" grpId="0" nodeType="withEffect">
                                      <p:stCondLst>
                                        <p:cond delay="2500"/>
                                      </p:stCondLst>
                                      <p:childTnLst>
                                        <p:set>
                                          <p:cBhvr>
                                            <p:cTn id="57" dur="1" fill="hold">
                                              <p:stCondLst>
                                                <p:cond delay="0"/>
                                              </p:stCondLst>
                                            </p:cTn>
                                            <p:tgtEl>
                                              <p:spTgt spid="7">
                                                <p:graphicEl>
                                                  <a:chart seriesIdx="-4" categoryIdx="0" bldStep="category"/>
                                                </p:graphicEl>
                                              </p:spTgt>
                                            </p:tgtEl>
                                            <p:attrNameLst>
                                              <p:attrName>style.visibility</p:attrName>
                                            </p:attrNameLst>
                                          </p:cBhvr>
                                          <p:to>
                                            <p:strVal val="visible"/>
                                          </p:to>
                                        </p:set>
                                        <p:animEffect transition="in" filter="wipe(down)">
                                          <p:cBhvr>
                                            <p:cTn id="58" dur="550"/>
                                            <p:tgtEl>
                                              <p:spTgt spid="7">
                                                <p:graphicEl>
                                                  <a:chart seriesIdx="-4" categoryIdx="0" bldStep="category"/>
                                                </p:graphicEl>
                                              </p:spTgt>
                                            </p:tgtEl>
                                          </p:cBhvr>
                                        </p:animEffect>
                                      </p:childTnLst>
                                    </p:cTn>
                                  </p:par>
                                  <p:par>
                                    <p:cTn id="59" presetID="22" presetClass="entr" presetSubtype="4" fill="hold" grpId="0" nodeType="withEffect">
                                      <p:stCondLst>
                                        <p:cond delay="2750"/>
                                      </p:stCondLst>
                                      <p:childTnLst>
                                        <p:set>
                                          <p:cBhvr>
                                            <p:cTn id="60" dur="1" fill="hold">
                                              <p:stCondLst>
                                                <p:cond delay="0"/>
                                              </p:stCondLst>
                                            </p:cTn>
                                            <p:tgtEl>
                                              <p:spTgt spid="7">
                                                <p:graphicEl>
                                                  <a:chart seriesIdx="-4" categoryIdx="1" bldStep="category"/>
                                                </p:graphicEl>
                                              </p:spTgt>
                                            </p:tgtEl>
                                            <p:attrNameLst>
                                              <p:attrName>style.visibility</p:attrName>
                                            </p:attrNameLst>
                                          </p:cBhvr>
                                          <p:to>
                                            <p:strVal val="visible"/>
                                          </p:to>
                                        </p:set>
                                        <p:animEffect transition="in" filter="wipe(down)">
                                          <p:cBhvr>
                                            <p:cTn id="61" dur="550"/>
                                            <p:tgtEl>
                                              <p:spTgt spid="7">
                                                <p:graphicEl>
                                                  <a:chart seriesIdx="-4" categoryIdx="1" bldStep="category"/>
                                                </p:graphicEl>
                                              </p:spTgt>
                                            </p:tgtEl>
                                          </p:cBhvr>
                                        </p:animEffect>
                                      </p:childTnLst>
                                    </p:cTn>
                                  </p:par>
                                  <p:par>
                                    <p:cTn id="62" presetID="22" presetClass="entr" presetSubtype="4" fill="hold" grpId="0" nodeType="withEffect">
                                      <p:stCondLst>
                                        <p:cond delay="3000"/>
                                      </p:stCondLst>
                                      <p:childTnLst>
                                        <p:set>
                                          <p:cBhvr>
                                            <p:cTn id="63" dur="1" fill="hold">
                                              <p:stCondLst>
                                                <p:cond delay="0"/>
                                              </p:stCondLst>
                                            </p:cTn>
                                            <p:tgtEl>
                                              <p:spTgt spid="7">
                                                <p:graphicEl>
                                                  <a:chart seriesIdx="-4" categoryIdx="2" bldStep="category"/>
                                                </p:graphicEl>
                                              </p:spTgt>
                                            </p:tgtEl>
                                            <p:attrNameLst>
                                              <p:attrName>style.visibility</p:attrName>
                                            </p:attrNameLst>
                                          </p:cBhvr>
                                          <p:to>
                                            <p:strVal val="visible"/>
                                          </p:to>
                                        </p:set>
                                        <p:animEffect transition="in" filter="wipe(down)">
                                          <p:cBhvr>
                                            <p:cTn id="64" dur="550"/>
                                            <p:tgtEl>
                                              <p:spTgt spid="7">
                                                <p:graphicEl>
                                                  <a:chart seriesIdx="-4" categoryIdx="2" bldStep="category"/>
                                                </p:graphicEl>
                                              </p:spTgt>
                                            </p:tgtEl>
                                          </p:cBhvr>
                                        </p:animEffect>
                                      </p:childTnLst>
                                    </p:cTn>
                                  </p:par>
                                  <p:par>
                                    <p:cTn id="65" presetID="22" presetClass="entr" presetSubtype="4" fill="hold" grpId="0" nodeType="withEffect">
                                      <p:stCondLst>
                                        <p:cond delay="3250"/>
                                      </p:stCondLst>
                                      <p:childTnLst>
                                        <p:set>
                                          <p:cBhvr>
                                            <p:cTn id="66" dur="1" fill="hold">
                                              <p:stCondLst>
                                                <p:cond delay="0"/>
                                              </p:stCondLst>
                                            </p:cTn>
                                            <p:tgtEl>
                                              <p:spTgt spid="7">
                                                <p:graphicEl>
                                                  <a:chart seriesIdx="-4" categoryIdx="3" bldStep="category"/>
                                                </p:graphicEl>
                                              </p:spTgt>
                                            </p:tgtEl>
                                            <p:attrNameLst>
                                              <p:attrName>style.visibility</p:attrName>
                                            </p:attrNameLst>
                                          </p:cBhvr>
                                          <p:to>
                                            <p:strVal val="visible"/>
                                          </p:to>
                                        </p:set>
                                        <p:animEffect transition="in" filter="wipe(down)">
                                          <p:cBhvr>
                                            <p:cTn id="67" dur="550"/>
                                            <p:tgtEl>
                                              <p:spTgt spid="7">
                                                <p:graphicEl>
                                                  <a:chart seriesIdx="-4" categoryIdx="3" bldStep="category"/>
                                                </p:graphicEl>
                                              </p:spTgt>
                                            </p:tgtEl>
                                          </p:cBhvr>
                                        </p:animEffect>
                                      </p:childTnLst>
                                    </p:cTn>
                                  </p:par>
                                  <p:par>
                                    <p:cTn id="68" presetID="22" presetClass="entr" presetSubtype="4" fill="hold" grpId="0" nodeType="withEffect">
                                      <p:stCondLst>
                                        <p:cond delay="3500"/>
                                      </p:stCondLst>
                                      <p:childTnLst>
                                        <p:set>
                                          <p:cBhvr>
                                            <p:cTn id="69" dur="1" fill="hold">
                                              <p:stCondLst>
                                                <p:cond delay="0"/>
                                              </p:stCondLst>
                                            </p:cTn>
                                            <p:tgtEl>
                                              <p:spTgt spid="7">
                                                <p:graphicEl>
                                                  <a:chart seriesIdx="-4" categoryIdx="4" bldStep="category"/>
                                                </p:graphicEl>
                                              </p:spTgt>
                                            </p:tgtEl>
                                            <p:attrNameLst>
                                              <p:attrName>style.visibility</p:attrName>
                                            </p:attrNameLst>
                                          </p:cBhvr>
                                          <p:to>
                                            <p:strVal val="visible"/>
                                          </p:to>
                                        </p:set>
                                        <p:animEffect transition="in" filter="wipe(down)">
                                          <p:cBhvr>
                                            <p:cTn id="70" dur="550"/>
                                            <p:tgtEl>
                                              <p:spTgt spid="7">
                                                <p:graphicEl>
                                                  <a:chart seriesIdx="-4" categoryIdx="4" bldStep="category"/>
                                                </p:graphicEl>
                                              </p:spTgt>
                                            </p:tgtEl>
                                          </p:cBhvr>
                                        </p:animEffect>
                                      </p:childTnLst>
                                    </p:cTn>
                                  </p:par>
                                  <p:par>
                                    <p:cTn id="71" presetID="22" presetClass="entr" presetSubtype="4" fill="hold" grpId="0" nodeType="withEffect">
                                      <p:stCondLst>
                                        <p:cond delay="3750"/>
                                      </p:stCondLst>
                                      <p:childTnLst>
                                        <p:set>
                                          <p:cBhvr>
                                            <p:cTn id="72" dur="1" fill="hold">
                                              <p:stCondLst>
                                                <p:cond delay="0"/>
                                              </p:stCondLst>
                                            </p:cTn>
                                            <p:tgtEl>
                                              <p:spTgt spid="7">
                                                <p:graphicEl>
                                                  <a:chart seriesIdx="-4" categoryIdx="5" bldStep="category"/>
                                                </p:graphicEl>
                                              </p:spTgt>
                                            </p:tgtEl>
                                            <p:attrNameLst>
                                              <p:attrName>style.visibility</p:attrName>
                                            </p:attrNameLst>
                                          </p:cBhvr>
                                          <p:to>
                                            <p:strVal val="visible"/>
                                          </p:to>
                                        </p:set>
                                        <p:animEffect transition="in" filter="wipe(down)">
                                          <p:cBhvr>
                                            <p:cTn id="73" dur="550"/>
                                            <p:tgtEl>
                                              <p:spTgt spid="7">
                                                <p:graphicEl>
                                                  <a:chart seriesIdx="-4" categoryIdx="5" bldStep="category"/>
                                                </p:graphicEl>
                                              </p:spTgt>
                                            </p:tgtEl>
                                          </p:cBhvr>
                                        </p:animEffect>
                                      </p:childTnLst>
                                    </p:cTn>
                                  </p:par>
                                  <p:par>
                                    <p:cTn id="74" presetID="22" presetClass="entr" presetSubtype="4" fill="hold" grpId="0" nodeType="withEffect">
                                      <p:stCondLst>
                                        <p:cond delay="4000"/>
                                      </p:stCondLst>
                                      <p:childTnLst>
                                        <p:set>
                                          <p:cBhvr>
                                            <p:cTn id="75" dur="1" fill="hold">
                                              <p:stCondLst>
                                                <p:cond delay="0"/>
                                              </p:stCondLst>
                                            </p:cTn>
                                            <p:tgtEl>
                                              <p:spTgt spid="7">
                                                <p:graphicEl>
                                                  <a:chart seriesIdx="-4" categoryIdx="6" bldStep="category"/>
                                                </p:graphicEl>
                                              </p:spTgt>
                                            </p:tgtEl>
                                            <p:attrNameLst>
                                              <p:attrName>style.visibility</p:attrName>
                                            </p:attrNameLst>
                                          </p:cBhvr>
                                          <p:to>
                                            <p:strVal val="visible"/>
                                          </p:to>
                                        </p:set>
                                        <p:animEffect transition="in" filter="wipe(down)">
                                          <p:cBhvr>
                                            <p:cTn id="76" dur="550"/>
                                            <p:tgtEl>
                                              <p:spTgt spid="7">
                                                <p:graphicEl>
                                                  <a:chart seriesIdx="-4" categoryIdx="6" bldStep="category"/>
                                                </p:graphicEl>
                                              </p:spTgt>
                                            </p:tgtEl>
                                          </p:cBhvr>
                                        </p:animEffect>
                                      </p:childTnLst>
                                    </p:cTn>
                                  </p:par>
                                  <p:par>
                                    <p:cTn id="77" presetID="2" presetClass="entr" presetSubtype="4" fill="hold" grpId="0" nodeType="withEffect">
                                      <p:stCondLst>
                                        <p:cond delay="3000"/>
                                      </p:stCondLst>
                                      <p:childTnLst>
                                        <p:set>
                                          <p:cBhvr>
                                            <p:cTn id="78" dur="1" fill="hold">
                                              <p:stCondLst>
                                                <p:cond delay="0"/>
                                              </p:stCondLst>
                                            </p:cTn>
                                            <p:tgtEl>
                                              <p:spTgt spid="8"/>
                                            </p:tgtEl>
                                            <p:attrNameLst>
                                              <p:attrName>style.visibility</p:attrName>
                                            </p:attrNameLst>
                                          </p:cBhvr>
                                          <p:to>
                                            <p:strVal val="visible"/>
                                          </p:to>
                                        </p:set>
                                        <p:anim calcmode="lin" valueType="num">
                                          <p:cBhvr additive="base">
                                            <p:cTn id="79" dur="1000" fill="hold"/>
                                            <p:tgtEl>
                                              <p:spTgt spid="8"/>
                                            </p:tgtEl>
                                            <p:attrNameLst>
                                              <p:attrName>ppt_x</p:attrName>
                                            </p:attrNameLst>
                                          </p:cBhvr>
                                          <p:tavLst>
                                            <p:tav tm="0">
                                              <p:val>
                                                <p:strVal val="#ppt_x"/>
                                              </p:val>
                                            </p:tav>
                                            <p:tav tm="100000">
                                              <p:val>
                                                <p:strVal val="#ppt_x"/>
                                              </p:val>
                                            </p:tav>
                                          </p:tavLst>
                                        </p:anim>
                                        <p:anim calcmode="lin" valueType="num">
                                          <p:cBhvr additive="base">
                                            <p:cTn id="80" dur="1000" fill="hold"/>
                                            <p:tgtEl>
                                              <p:spTgt spid="8"/>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3000"/>
                                      </p:stCondLst>
                                      <p:childTnLst>
                                        <p:set>
                                          <p:cBhvr>
                                            <p:cTn id="82" dur="1" fill="hold">
                                              <p:stCondLst>
                                                <p:cond delay="0"/>
                                              </p:stCondLst>
                                            </p:cTn>
                                            <p:tgtEl>
                                              <p:spTgt spid="9"/>
                                            </p:tgtEl>
                                            <p:attrNameLst>
                                              <p:attrName>style.visibility</p:attrName>
                                            </p:attrNameLst>
                                          </p:cBhvr>
                                          <p:to>
                                            <p:strVal val="visible"/>
                                          </p:to>
                                        </p:set>
                                        <p:anim calcmode="lin" valueType="num">
                                          <p:cBhvr additive="base">
                                            <p:cTn id="83" dur="1000" fill="hold"/>
                                            <p:tgtEl>
                                              <p:spTgt spid="9"/>
                                            </p:tgtEl>
                                            <p:attrNameLst>
                                              <p:attrName>ppt_x</p:attrName>
                                            </p:attrNameLst>
                                          </p:cBhvr>
                                          <p:tavLst>
                                            <p:tav tm="0">
                                              <p:val>
                                                <p:strVal val="#ppt_x"/>
                                              </p:val>
                                            </p:tav>
                                            <p:tav tm="100000">
                                              <p:val>
                                                <p:strVal val="#ppt_x"/>
                                              </p:val>
                                            </p:tav>
                                          </p:tavLst>
                                        </p:anim>
                                        <p:anim calcmode="lin" valueType="num">
                                          <p:cBhvr additive="base">
                                            <p:cTn id="84" dur="1000" fill="hold"/>
                                            <p:tgtEl>
                                              <p:spTgt spid="9"/>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3250"/>
                                      </p:stCondLst>
                                      <p:childTnLst>
                                        <p:set>
                                          <p:cBhvr>
                                            <p:cTn id="86" dur="1" fill="hold">
                                              <p:stCondLst>
                                                <p:cond delay="0"/>
                                              </p:stCondLst>
                                            </p:cTn>
                                            <p:tgtEl>
                                              <p:spTgt spid="10"/>
                                            </p:tgtEl>
                                            <p:attrNameLst>
                                              <p:attrName>style.visibility</p:attrName>
                                            </p:attrNameLst>
                                          </p:cBhvr>
                                          <p:to>
                                            <p:strVal val="visible"/>
                                          </p:to>
                                        </p:set>
                                        <p:anim calcmode="lin" valueType="num">
                                          <p:cBhvr additive="base">
                                            <p:cTn id="87" dur="1000" fill="hold"/>
                                            <p:tgtEl>
                                              <p:spTgt spid="10"/>
                                            </p:tgtEl>
                                            <p:attrNameLst>
                                              <p:attrName>ppt_x</p:attrName>
                                            </p:attrNameLst>
                                          </p:cBhvr>
                                          <p:tavLst>
                                            <p:tav tm="0">
                                              <p:val>
                                                <p:strVal val="#ppt_x"/>
                                              </p:val>
                                            </p:tav>
                                            <p:tav tm="100000">
                                              <p:val>
                                                <p:strVal val="#ppt_x"/>
                                              </p:val>
                                            </p:tav>
                                          </p:tavLst>
                                        </p:anim>
                                        <p:anim calcmode="lin" valueType="num">
                                          <p:cBhvr additive="base">
                                            <p:cTn id="88" dur="1000" fill="hold"/>
                                            <p:tgtEl>
                                              <p:spTgt spid="10"/>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3250"/>
                                      </p:stCondLst>
                                      <p:childTnLst>
                                        <p:set>
                                          <p:cBhvr>
                                            <p:cTn id="90" dur="1" fill="hold">
                                              <p:stCondLst>
                                                <p:cond delay="0"/>
                                              </p:stCondLst>
                                            </p:cTn>
                                            <p:tgtEl>
                                              <p:spTgt spid="11"/>
                                            </p:tgtEl>
                                            <p:attrNameLst>
                                              <p:attrName>style.visibility</p:attrName>
                                            </p:attrNameLst>
                                          </p:cBhvr>
                                          <p:to>
                                            <p:strVal val="visible"/>
                                          </p:to>
                                        </p:set>
                                        <p:anim calcmode="lin" valueType="num">
                                          <p:cBhvr additive="base">
                                            <p:cTn id="91" dur="1000" fill="hold"/>
                                            <p:tgtEl>
                                              <p:spTgt spid="11"/>
                                            </p:tgtEl>
                                            <p:attrNameLst>
                                              <p:attrName>ppt_x</p:attrName>
                                            </p:attrNameLst>
                                          </p:cBhvr>
                                          <p:tavLst>
                                            <p:tav tm="0">
                                              <p:val>
                                                <p:strVal val="#ppt_x"/>
                                              </p:val>
                                            </p:tav>
                                            <p:tav tm="100000">
                                              <p:val>
                                                <p:strVal val="#ppt_x"/>
                                              </p:val>
                                            </p:tav>
                                          </p:tavLst>
                                        </p:anim>
                                        <p:anim calcmode="lin" valueType="num">
                                          <p:cBhvr additive="base">
                                            <p:cTn id="92" dur="1000" fill="hold"/>
                                            <p:tgtEl>
                                              <p:spTgt spid="11"/>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3500"/>
                                      </p:stCondLst>
                                      <p:childTnLst>
                                        <p:set>
                                          <p:cBhvr>
                                            <p:cTn id="94" dur="1" fill="hold">
                                              <p:stCondLst>
                                                <p:cond delay="0"/>
                                              </p:stCondLst>
                                            </p:cTn>
                                            <p:tgtEl>
                                              <p:spTgt spid="12"/>
                                            </p:tgtEl>
                                            <p:attrNameLst>
                                              <p:attrName>style.visibility</p:attrName>
                                            </p:attrNameLst>
                                          </p:cBhvr>
                                          <p:to>
                                            <p:strVal val="visible"/>
                                          </p:to>
                                        </p:set>
                                        <p:anim calcmode="lin" valueType="num">
                                          <p:cBhvr additive="base">
                                            <p:cTn id="95" dur="1000" fill="hold"/>
                                            <p:tgtEl>
                                              <p:spTgt spid="12"/>
                                            </p:tgtEl>
                                            <p:attrNameLst>
                                              <p:attrName>ppt_x</p:attrName>
                                            </p:attrNameLst>
                                          </p:cBhvr>
                                          <p:tavLst>
                                            <p:tav tm="0">
                                              <p:val>
                                                <p:strVal val="#ppt_x"/>
                                              </p:val>
                                            </p:tav>
                                            <p:tav tm="100000">
                                              <p:val>
                                                <p:strVal val="#ppt_x"/>
                                              </p:val>
                                            </p:tav>
                                          </p:tavLst>
                                        </p:anim>
                                        <p:anim calcmode="lin" valueType="num">
                                          <p:cBhvr additive="base">
                                            <p:cTn id="96" dur="1000" fill="hold"/>
                                            <p:tgtEl>
                                              <p:spTgt spid="12"/>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3500"/>
                                      </p:stCondLst>
                                      <p:childTnLst>
                                        <p:set>
                                          <p:cBhvr>
                                            <p:cTn id="98" dur="1" fill="hold">
                                              <p:stCondLst>
                                                <p:cond delay="0"/>
                                              </p:stCondLst>
                                            </p:cTn>
                                            <p:tgtEl>
                                              <p:spTgt spid="13"/>
                                            </p:tgtEl>
                                            <p:attrNameLst>
                                              <p:attrName>style.visibility</p:attrName>
                                            </p:attrNameLst>
                                          </p:cBhvr>
                                          <p:to>
                                            <p:strVal val="visible"/>
                                          </p:to>
                                        </p:set>
                                        <p:anim calcmode="lin" valueType="num">
                                          <p:cBhvr additive="base">
                                            <p:cTn id="99" dur="1000" fill="hold"/>
                                            <p:tgtEl>
                                              <p:spTgt spid="13"/>
                                            </p:tgtEl>
                                            <p:attrNameLst>
                                              <p:attrName>ppt_x</p:attrName>
                                            </p:attrNameLst>
                                          </p:cBhvr>
                                          <p:tavLst>
                                            <p:tav tm="0">
                                              <p:val>
                                                <p:strVal val="#ppt_x"/>
                                              </p:val>
                                            </p:tav>
                                            <p:tav tm="100000">
                                              <p:val>
                                                <p:strVal val="#ppt_x"/>
                                              </p:val>
                                            </p:tav>
                                          </p:tavLst>
                                        </p:anim>
                                        <p:anim calcmode="lin" valueType="num">
                                          <p:cBhvr additive="base">
                                            <p:cTn id="100" dur="10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Chart bld="category"/>
            </p:bldSub>
          </p:bldGraphic>
          <p:bldGraphic spid="6" grpId="0">
            <p:bldSub>
              <a:bldChart bld="category"/>
            </p:bldSub>
          </p:bldGraphic>
          <p:bldGraphic spid="7" grpId="0" uiExpand="1">
            <p:bldSub>
              <a:bldChart bld="category"/>
            </p:bldSub>
          </p:bldGraphic>
          <p:bldP spid="8" grpId="0"/>
          <p:bldP spid="9" grpId="0"/>
          <p:bldP spid="10" grpId="0"/>
          <p:bldP spid="11" grpId="0"/>
          <p:bldP spid="12" grpId="0"/>
          <p:bldP spid="13"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CFBC2727-4326-4E7D-8DDF-FFB7B9951454}"/>
              </a:ext>
            </a:extLst>
          </p:cNvPr>
          <p:cNvGraphicFramePr/>
          <p:nvPr>
            <p:extLst>
              <p:ext uri="{D42A27DB-BD31-4B8C-83A1-F6EECF244321}">
                <p14:modId xmlns:p14="http://schemas.microsoft.com/office/powerpoint/2010/main" val="4178460630"/>
              </p:ext>
            </p:extLst>
          </p:nvPr>
        </p:nvGraphicFramePr>
        <p:xfrm>
          <a:off x="1605618" y="1027108"/>
          <a:ext cx="9152068" cy="536448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36FE33D0-CEC8-43D9-A47D-841ADD3A6692}"/>
              </a:ext>
            </a:extLst>
          </p:cNvPr>
          <p:cNvSpPr txBox="1"/>
          <p:nvPr/>
        </p:nvSpPr>
        <p:spPr>
          <a:xfrm>
            <a:off x="3245702" y="333188"/>
            <a:ext cx="5700600" cy="461665"/>
          </a:xfrm>
          <a:prstGeom prst="rect">
            <a:avLst/>
          </a:prstGeom>
          <a:noFill/>
        </p:spPr>
        <p:txBody>
          <a:bodyPr wrap="none" rtlCol="0">
            <a:spAutoFit/>
          </a:bodyPr>
          <a:lstStyle/>
          <a:p>
            <a:pPr algn="ctr"/>
            <a:r>
              <a:rPr lang="en-US" sz="2400">
                <a:latin typeface="Montserrat SemiBold" panose="00000700000000000000" pitchFamily="50" charset="-52"/>
              </a:rPr>
              <a:t>EDITABLE COLUMN INFOGRAPHIC</a:t>
            </a:r>
            <a:endParaRPr lang="ru-UA" sz="2400">
              <a:latin typeface="Montserrat SemiBold" panose="00000700000000000000" pitchFamily="50" charset="-52"/>
            </a:endParaRPr>
          </a:p>
        </p:txBody>
      </p:sp>
      <p:sp>
        <p:nvSpPr>
          <p:cNvPr id="5" name="TextBox 4">
            <a:extLst>
              <a:ext uri="{FF2B5EF4-FFF2-40B4-BE49-F238E27FC236}">
                <a16:creationId xmlns:a16="http://schemas.microsoft.com/office/drawing/2014/main" id="{80ADDC79-DE17-4F40-A83A-0FFD721216C6}"/>
              </a:ext>
            </a:extLst>
          </p:cNvPr>
          <p:cNvSpPr txBox="1"/>
          <p:nvPr/>
        </p:nvSpPr>
        <p:spPr>
          <a:xfrm>
            <a:off x="5258273"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887236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3">
                                            <p:graphicEl>
                                              <a:chart seriesIdx="-3" categoryIdx="-3" bldStep="gridLegend"/>
                                            </p:graphicEl>
                                          </p:spTgt>
                                        </p:tgtEl>
                                        <p:attrNameLst>
                                          <p:attrName>style.visibility</p:attrName>
                                        </p:attrNameLst>
                                      </p:cBhvr>
                                      <p:to>
                                        <p:strVal val="visible"/>
                                      </p:to>
                                    </p:set>
                                    <p:anim calcmode="lin" valueType="num">
                                      <p:cBhvr additive="base">
                                        <p:cTn id="7" dur="1000" fill="hold"/>
                                        <p:tgtEl>
                                          <p:spTgt spid="3">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graphicEl>
                                              <a:chart seriesIdx="-3" categoryIdx="-3" bldStep="gridLegend"/>
                                            </p:graphicEl>
                                          </p:spTgt>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250"/>
                                  </p:stCondLst>
                                  <p:childTnLst>
                                    <p:set>
                                      <p:cBhvr>
                                        <p:cTn id="10" dur="1" fill="hold">
                                          <p:stCondLst>
                                            <p:cond delay="0"/>
                                          </p:stCondLst>
                                        </p:cTn>
                                        <p:tgtEl>
                                          <p:spTgt spid="3">
                                            <p:graphicEl>
                                              <a:chart seriesIdx="0" categoryIdx="0" bldStep="ptInSeries"/>
                                            </p:graphicEl>
                                          </p:spTgt>
                                        </p:tgtEl>
                                        <p:attrNameLst>
                                          <p:attrName>style.visibility</p:attrName>
                                        </p:attrNameLst>
                                      </p:cBhvr>
                                      <p:to>
                                        <p:strVal val="visible"/>
                                      </p:to>
                                    </p:set>
                                    <p:anim calcmode="lin" valueType="num">
                                      <p:cBhvr additive="base">
                                        <p:cTn id="11" dur="1000" fill="hold"/>
                                        <p:tgtEl>
                                          <p:spTgt spid="3">
                                            <p:graphicEl>
                                              <a:chart seriesIdx="0"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12" dur="1000" fill="hold"/>
                                        <p:tgtEl>
                                          <p:spTgt spid="3">
                                            <p:graphicEl>
                                              <a:chart seriesIdx="0" categoryIdx="0" bldStep="ptInSeries"/>
                                            </p:graphicEl>
                                          </p:spTgt>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500"/>
                                  </p:stCondLst>
                                  <p:childTnLst>
                                    <p:set>
                                      <p:cBhvr>
                                        <p:cTn id="14" dur="1" fill="hold">
                                          <p:stCondLst>
                                            <p:cond delay="0"/>
                                          </p:stCondLst>
                                        </p:cTn>
                                        <p:tgtEl>
                                          <p:spTgt spid="3">
                                            <p:graphicEl>
                                              <a:chart seriesIdx="1" categoryIdx="0" bldStep="ptInSeries"/>
                                            </p:graphicEl>
                                          </p:spTgt>
                                        </p:tgtEl>
                                        <p:attrNameLst>
                                          <p:attrName>style.visibility</p:attrName>
                                        </p:attrNameLst>
                                      </p:cBhvr>
                                      <p:to>
                                        <p:strVal val="visible"/>
                                      </p:to>
                                    </p:set>
                                    <p:anim calcmode="lin" valueType="num">
                                      <p:cBhvr additive="base">
                                        <p:cTn id="15" dur="1000" fill="hold"/>
                                        <p:tgtEl>
                                          <p:spTgt spid="3">
                                            <p:graphicEl>
                                              <a:chart seriesIdx="1"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16" dur="1000" fill="hold"/>
                                        <p:tgtEl>
                                          <p:spTgt spid="3">
                                            <p:graphicEl>
                                              <a:chart seriesIdx="1" categoryIdx="0" bldStep="ptInSeries"/>
                                            </p:graphicEl>
                                          </p:spTgt>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750"/>
                                  </p:stCondLst>
                                  <p:childTnLst>
                                    <p:set>
                                      <p:cBhvr>
                                        <p:cTn id="18" dur="1" fill="hold">
                                          <p:stCondLst>
                                            <p:cond delay="0"/>
                                          </p:stCondLst>
                                        </p:cTn>
                                        <p:tgtEl>
                                          <p:spTgt spid="3">
                                            <p:graphicEl>
                                              <a:chart seriesIdx="2" categoryIdx="0" bldStep="ptInSeries"/>
                                            </p:graphicEl>
                                          </p:spTgt>
                                        </p:tgtEl>
                                        <p:attrNameLst>
                                          <p:attrName>style.visibility</p:attrName>
                                        </p:attrNameLst>
                                      </p:cBhvr>
                                      <p:to>
                                        <p:strVal val="visible"/>
                                      </p:to>
                                    </p:set>
                                    <p:anim calcmode="lin" valueType="num">
                                      <p:cBhvr additive="base">
                                        <p:cTn id="19" dur="1000" fill="hold"/>
                                        <p:tgtEl>
                                          <p:spTgt spid="3">
                                            <p:graphicEl>
                                              <a:chart seriesIdx="2"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
                                            <p:graphicEl>
                                              <a:chart seriesIdx="2" categoryIdx="0" bldStep="ptInSeries"/>
                                            </p:graphicEl>
                                          </p:spTgt>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p:stCondLst>
                                    <p:cond delay="1000"/>
                                  </p:stCondLst>
                                  <p:childTnLst>
                                    <p:set>
                                      <p:cBhvr>
                                        <p:cTn id="22" dur="1" fill="hold">
                                          <p:stCondLst>
                                            <p:cond delay="0"/>
                                          </p:stCondLst>
                                        </p:cTn>
                                        <p:tgtEl>
                                          <p:spTgt spid="3">
                                            <p:graphicEl>
                                              <a:chart seriesIdx="3" categoryIdx="0" bldStep="ptInSeries"/>
                                            </p:graphicEl>
                                          </p:spTgt>
                                        </p:tgtEl>
                                        <p:attrNameLst>
                                          <p:attrName>style.visibility</p:attrName>
                                        </p:attrNameLst>
                                      </p:cBhvr>
                                      <p:to>
                                        <p:strVal val="visible"/>
                                      </p:to>
                                    </p:set>
                                    <p:anim calcmode="lin" valueType="num">
                                      <p:cBhvr additive="base">
                                        <p:cTn id="23" dur="1000" fill="hold"/>
                                        <p:tgtEl>
                                          <p:spTgt spid="3">
                                            <p:graphicEl>
                                              <a:chart seriesIdx="3"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24" dur="1000" fill="hold"/>
                                        <p:tgtEl>
                                          <p:spTgt spid="3">
                                            <p:graphicEl>
                                              <a:chart seriesIdx="3" categoryIdx="0" bldStep="ptInSeries"/>
                                            </p:graphicEl>
                                          </p:spTgt>
                                        </p:tgtEl>
                                        <p:attrNameLst>
                                          <p:attrName>ppt_y</p:attrName>
                                        </p:attrNameLst>
                                      </p:cBhvr>
                                      <p:tavLst>
                                        <p:tav tm="0">
                                          <p:val>
                                            <p:strVal val="1+#ppt_h/2"/>
                                          </p:val>
                                        </p:tav>
                                        <p:tav tm="100000">
                                          <p:val>
                                            <p:strVal val="#ppt_y"/>
                                          </p:val>
                                        </p:tav>
                                      </p:tavLst>
                                    </p:anim>
                                  </p:childTnLst>
                                </p:cTn>
                              </p:par>
                              <p:par>
                                <p:cTn id="25" presetID="2" presetClass="entr" presetSubtype="4" decel="100000" fill="hold" grpId="0" nodeType="withEffect">
                                  <p:stCondLst>
                                    <p:cond delay="1250"/>
                                  </p:stCondLst>
                                  <p:childTnLst>
                                    <p:set>
                                      <p:cBhvr>
                                        <p:cTn id="26" dur="1" fill="hold">
                                          <p:stCondLst>
                                            <p:cond delay="0"/>
                                          </p:stCondLst>
                                        </p:cTn>
                                        <p:tgtEl>
                                          <p:spTgt spid="3">
                                            <p:graphicEl>
                                              <a:chart seriesIdx="4" categoryIdx="0" bldStep="ptInSeries"/>
                                            </p:graphicEl>
                                          </p:spTgt>
                                        </p:tgtEl>
                                        <p:attrNameLst>
                                          <p:attrName>style.visibility</p:attrName>
                                        </p:attrNameLst>
                                      </p:cBhvr>
                                      <p:to>
                                        <p:strVal val="visible"/>
                                      </p:to>
                                    </p:set>
                                    <p:anim calcmode="lin" valueType="num">
                                      <p:cBhvr additive="base">
                                        <p:cTn id="27" dur="1000" fill="hold"/>
                                        <p:tgtEl>
                                          <p:spTgt spid="3">
                                            <p:graphicEl>
                                              <a:chart seriesIdx="4"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28" dur="1000" fill="hold"/>
                                        <p:tgtEl>
                                          <p:spTgt spid="3">
                                            <p:graphicEl>
                                              <a:chart seriesIdx="4" categoryIdx="0" bldStep="ptInSeries"/>
                                            </p:graphicEl>
                                          </p:spTgt>
                                        </p:tgtEl>
                                        <p:attrNameLst>
                                          <p:attrName>ppt_y</p:attrName>
                                        </p:attrNameLst>
                                      </p:cBhvr>
                                      <p:tavLst>
                                        <p:tav tm="0">
                                          <p:val>
                                            <p:strVal val="1+#ppt_h/2"/>
                                          </p:val>
                                        </p:tav>
                                        <p:tav tm="100000">
                                          <p:val>
                                            <p:strVal val="#ppt_y"/>
                                          </p:val>
                                        </p:tav>
                                      </p:tavLst>
                                    </p:anim>
                                  </p:childTnLst>
                                </p:cTn>
                              </p:par>
                              <p:par>
                                <p:cTn id="29" presetID="2" presetClass="entr" presetSubtype="4" decel="100000" fill="hold" grpId="0" nodeType="withEffect">
                                  <p:stCondLst>
                                    <p:cond delay="1500"/>
                                  </p:stCondLst>
                                  <p:childTnLst>
                                    <p:set>
                                      <p:cBhvr>
                                        <p:cTn id="30" dur="1" fill="hold">
                                          <p:stCondLst>
                                            <p:cond delay="0"/>
                                          </p:stCondLst>
                                        </p:cTn>
                                        <p:tgtEl>
                                          <p:spTgt spid="3">
                                            <p:graphicEl>
                                              <a:chart seriesIdx="5" categoryIdx="0" bldStep="ptInSeries"/>
                                            </p:graphicEl>
                                          </p:spTgt>
                                        </p:tgtEl>
                                        <p:attrNameLst>
                                          <p:attrName>style.visibility</p:attrName>
                                        </p:attrNameLst>
                                      </p:cBhvr>
                                      <p:to>
                                        <p:strVal val="visible"/>
                                      </p:to>
                                    </p:set>
                                    <p:anim calcmode="lin" valueType="num">
                                      <p:cBhvr additive="base">
                                        <p:cTn id="31" dur="1000" fill="hold"/>
                                        <p:tgtEl>
                                          <p:spTgt spid="3">
                                            <p:graphicEl>
                                              <a:chart seriesIdx="5"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32" dur="1000" fill="hold"/>
                                        <p:tgtEl>
                                          <p:spTgt spid="3">
                                            <p:graphicEl>
                                              <a:chart seriesIdx="5" categoryIdx="0" bldStep="ptInSeries"/>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Chart bld="seriesEl"/>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46">
            <a:extLst>
              <a:ext uri="{FF2B5EF4-FFF2-40B4-BE49-F238E27FC236}">
                <a16:creationId xmlns:a16="http://schemas.microsoft.com/office/drawing/2014/main" id="{794E3F6E-A288-45C1-9454-97175230905A}"/>
              </a:ext>
            </a:extLst>
          </p:cNvPr>
          <p:cNvSpPr>
            <a:spLocks noEditPoints="1"/>
          </p:cNvSpPr>
          <p:nvPr/>
        </p:nvSpPr>
        <p:spPr bwMode="auto">
          <a:xfrm>
            <a:off x="2401473" y="5002496"/>
            <a:ext cx="762000" cy="433388"/>
          </a:xfrm>
          <a:custGeom>
            <a:avLst/>
            <a:gdLst>
              <a:gd name="T0" fmla="*/ 49 w 208"/>
              <a:gd name="T1" fmla="*/ 96 h 118"/>
              <a:gd name="T2" fmla="*/ 48 w 208"/>
              <a:gd name="T3" fmla="*/ 87 h 118"/>
              <a:gd name="T4" fmla="*/ 60 w 208"/>
              <a:gd name="T5" fmla="*/ 76 h 118"/>
              <a:gd name="T6" fmla="*/ 67 w 208"/>
              <a:gd name="T7" fmla="*/ 82 h 118"/>
              <a:gd name="T8" fmla="*/ 57 w 208"/>
              <a:gd name="T9" fmla="*/ 95 h 118"/>
              <a:gd name="T10" fmla="*/ 126 w 208"/>
              <a:gd name="T11" fmla="*/ 85 h 118"/>
              <a:gd name="T12" fmla="*/ 151 w 208"/>
              <a:gd name="T13" fmla="*/ 96 h 118"/>
              <a:gd name="T14" fmla="*/ 153 w 208"/>
              <a:gd name="T15" fmla="*/ 85 h 118"/>
              <a:gd name="T16" fmla="*/ 127 w 208"/>
              <a:gd name="T17" fmla="*/ 105 h 118"/>
              <a:gd name="T18" fmla="*/ 138 w 208"/>
              <a:gd name="T19" fmla="*/ 105 h 118"/>
              <a:gd name="T20" fmla="*/ 141 w 208"/>
              <a:gd name="T21" fmla="*/ 96 h 118"/>
              <a:gd name="T22" fmla="*/ 113 w 208"/>
              <a:gd name="T23" fmla="*/ 113 h 118"/>
              <a:gd name="T24" fmla="*/ 125 w 208"/>
              <a:gd name="T25" fmla="*/ 113 h 118"/>
              <a:gd name="T26" fmla="*/ 127 w 208"/>
              <a:gd name="T27" fmla="*/ 105 h 118"/>
              <a:gd name="T28" fmla="*/ 97 w 208"/>
              <a:gd name="T29" fmla="*/ 115 h 118"/>
              <a:gd name="T30" fmla="*/ 110 w 208"/>
              <a:gd name="T31" fmla="*/ 114 h 118"/>
              <a:gd name="T32" fmla="*/ 66 w 208"/>
              <a:gd name="T33" fmla="*/ 105 h 118"/>
              <a:gd name="T34" fmla="*/ 80 w 208"/>
              <a:gd name="T35" fmla="*/ 80 h 118"/>
              <a:gd name="T36" fmla="*/ 71 w 208"/>
              <a:gd name="T37" fmla="*/ 81 h 118"/>
              <a:gd name="T38" fmla="*/ 57 w 208"/>
              <a:gd name="T39" fmla="*/ 105 h 118"/>
              <a:gd name="T40" fmla="*/ 66 w 208"/>
              <a:gd name="T41" fmla="*/ 105 h 118"/>
              <a:gd name="T42" fmla="*/ 91 w 208"/>
              <a:gd name="T43" fmla="*/ 96 h 118"/>
              <a:gd name="T44" fmla="*/ 85 w 208"/>
              <a:gd name="T45" fmla="*/ 85 h 118"/>
              <a:gd name="T46" fmla="*/ 68 w 208"/>
              <a:gd name="T47" fmla="*/ 102 h 118"/>
              <a:gd name="T48" fmla="*/ 74 w 208"/>
              <a:gd name="T49" fmla="*/ 112 h 118"/>
              <a:gd name="T50" fmla="*/ 96 w 208"/>
              <a:gd name="T51" fmla="*/ 109 h 118"/>
              <a:gd name="T52" fmla="*/ 97 w 208"/>
              <a:gd name="T53" fmla="*/ 98 h 118"/>
              <a:gd name="T54" fmla="*/ 88 w 208"/>
              <a:gd name="T55" fmla="*/ 99 h 118"/>
              <a:gd name="T56" fmla="*/ 81 w 208"/>
              <a:gd name="T57" fmla="*/ 116 h 118"/>
              <a:gd name="T58" fmla="*/ 90 w 208"/>
              <a:gd name="T59" fmla="*/ 115 h 118"/>
              <a:gd name="T60" fmla="*/ 178 w 208"/>
              <a:gd name="T61" fmla="*/ 1 h 118"/>
              <a:gd name="T62" fmla="*/ 173 w 208"/>
              <a:gd name="T63" fmla="*/ 70 h 118"/>
              <a:gd name="T64" fmla="*/ 208 w 208"/>
              <a:gd name="T65" fmla="*/ 56 h 118"/>
              <a:gd name="T66" fmla="*/ 112 w 208"/>
              <a:gd name="T67" fmla="*/ 30 h 118"/>
              <a:gd name="T68" fmla="*/ 102 w 208"/>
              <a:gd name="T69" fmla="*/ 31 h 118"/>
              <a:gd name="T70" fmla="*/ 71 w 208"/>
              <a:gd name="T71" fmla="*/ 46 h 118"/>
              <a:gd name="T72" fmla="*/ 98 w 208"/>
              <a:gd name="T73" fmla="*/ 53 h 118"/>
              <a:gd name="T74" fmla="*/ 152 w 208"/>
              <a:gd name="T75" fmla="*/ 85 h 118"/>
              <a:gd name="T76" fmla="*/ 161 w 208"/>
              <a:gd name="T77" fmla="*/ 74 h 118"/>
              <a:gd name="T78" fmla="*/ 152 w 208"/>
              <a:gd name="T79" fmla="*/ 85 h 118"/>
              <a:gd name="T80" fmla="*/ 52 w 208"/>
              <a:gd name="T81" fmla="*/ 84 h 118"/>
              <a:gd name="T82" fmla="*/ 30 w 208"/>
              <a:gd name="T83" fmla="*/ 78 h 118"/>
              <a:gd name="T84" fmla="*/ 43 w 208"/>
              <a:gd name="T85" fmla="*/ 0 h 118"/>
              <a:gd name="T86" fmla="*/ 50 w 208"/>
              <a:gd name="T87" fmla="*/ 85 h 118"/>
              <a:gd name="T88" fmla="*/ 69 w 208"/>
              <a:gd name="T89" fmla="*/ 29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08" h="118">
                <a:moveTo>
                  <a:pt x="54" y="97"/>
                </a:moveTo>
                <a:cubicBezTo>
                  <a:pt x="52" y="98"/>
                  <a:pt x="50" y="97"/>
                  <a:pt x="49" y="96"/>
                </a:cubicBezTo>
                <a:cubicBezTo>
                  <a:pt x="47" y="95"/>
                  <a:pt x="47" y="93"/>
                  <a:pt x="47" y="92"/>
                </a:cubicBezTo>
                <a:cubicBezTo>
                  <a:pt x="47" y="90"/>
                  <a:pt x="47" y="88"/>
                  <a:pt x="48" y="87"/>
                </a:cubicBezTo>
                <a:cubicBezTo>
                  <a:pt x="56" y="78"/>
                  <a:pt x="56" y="78"/>
                  <a:pt x="56" y="78"/>
                </a:cubicBezTo>
                <a:cubicBezTo>
                  <a:pt x="57" y="77"/>
                  <a:pt x="59" y="76"/>
                  <a:pt x="60" y="76"/>
                </a:cubicBezTo>
                <a:cubicBezTo>
                  <a:pt x="62" y="76"/>
                  <a:pt x="64" y="76"/>
                  <a:pt x="65" y="78"/>
                </a:cubicBezTo>
                <a:cubicBezTo>
                  <a:pt x="66" y="79"/>
                  <a:pt x="67" y="80"/>
                  <a:pt x="67" y="82"/>
                </a:cubicBezTo>
                <a:cubicBezTo>
                  <a:pt x="67" y="84"/>
                  <a:pt x="67" y="85"/>
                  <a:pt x="66" y="86"/>
                </a:cubicBezTo>
                <a:cubicBezTo>
                  <a:pt x="57" y="95"/>
                  <a:pt x="57" y="95"/>
                  <a:pt x="57" y="95"/>
                </a:cubicBezTo>
                <a:cubicBezTo>
                  <a:pt x="57" y="97"/>
                  <a:pt x="55" y="97"/>
                  <a:pt x="54" y="97"/>
                </a:cubicBezTo>
                <a:close/>
                <a:moveTo>
                  <a:pt x="126" y="85"/>
                </a:moveTo>
                <a:cubicBezTo>
                  <a:pt x="126" y="85"/>
                  <a:pt x="141" y="98"/>
                  <a:pt x="145" y="98"/>
                </a:cubicBezTo>
                <a:cubicBezTo>
                  <a:pt x="149" y="99"/>
                  <a:pt x="150" y="98"/>
                  <a:pt x="151" y="96"/>
                </a:cubicBezTo>
                <a:cubicBezTo>
                  <a:pt x="153" y="95"/>
                  <a:pt x="154" y="92"/>
                  <a:pt x="154" y="90"/>
                </a:cubicBezTo>
                <a:cubicBezTo>
                  <a:pt x="154" y="88"/>
                  <a:pt x="153" y="87"/>
                  <a:pt x="153" y="85"/>
                </a:cubicBezTo>
                <a:moveTo>
                  <a:pt x="114" y="93"/>
                </a:moveTo>
                <a:cubicBezTo>
                  <a:pt x="127" y="105"/>
                  <a:pt x="127" y="105"/>
                  <a:pt x="127" y="105"/>
                </a:cubicBezTo>
                <a:cubicBezTo>
                  <a:pt x="128" y="106"/>
                  <a:pt x="130" y="107"/>
                  <a:pt x="133" y="107"/>
                </a:cubicBezTo>
                <a:cubicBezTo>
                  <a:pt x="135" y="107"/>
                  <a:pt x="137" y="107"/>
                  <a:pt x="138" y="105"/>
                </a:cubicBezTo>
                <a:cubicBezTo>
                  <a:pt x="140" y="104"/>
                  <a:pt x="141" y="101"/>
                  <a:pt x="141" y="99"/>
                </a:cubicBezTo>
                <a:cubicBezTo>
                  <a:pt x="141" y="98"/>
                  <a:pt x="141" y="97"/>
                  <a:pt x="141" y="96"/>
                </a:cubicBezTo>
                <a:moveTo>
                  <a:pt x="107" y="107"/>
                </a:moveTo>
                <a:cubicBezTo>
                  <a:pt x="113" y="113"/>
                  <a:pt x="113" y="113"/>
                  <a:pt x="113" y="113"/>
                </a:cubicBezTo>
                <a:cubicBezTo>
                  <a:pt x="114" y="114"/>
                  <a:pt x="116" y="115"/>
                  <a:pt x="119" y="115"/>
                </a:cubicBezTo>
                <a:cubicBezTo>
                  <a:pt x="121" y="116"/>
                  <a:pt x="123" y="115"/>
                  <a:pt x="125" y="113"/>
                </a:cubicBezTo>
                <a:cubicBezTo>
                  <a:pt x="126" y="112"/>
                  <a:pt x="127" y="109"/>
                  <a:pt x="127" y="107"/>
                </a:cubicBezTo>
                <a:cubicBezTo>
                  <a:pt x="127" y="106"/>
                  <a:pt x="127" y="105"/>
                  <a:pt x="127" y="105"/>
                </a:cubicBezTo>
                <a:moveTo>
                  <a:pt x="92" y="113"/>
                </a:moveTo>
                <a:cubicBezTo>
                  <a:pt x="97" y="115"/>
                  <a:pt x="97" y="115"/>
                  <a:pt x="97" y="115"/>
                </a:cubicBezTo>
                <a:cubicBezTo>
                  <a:pt x="98" y="116"/>
                  <a:pt x="101" y="116"/>
                  <a:pt x="104" y="116"/>
                </a:cubicBezTo>
                <a:cubicBezTo>
                  <a:pt x="107" y="116"/>
                  <a:pt x="109" y="115"/>
                  <a:pt x="110" y="114"/>
                </a:cubicBezTo>
                <a:cubicBezTo>
                  <a:pt x="111" y="113"/>
                  <a:pt x="112" y="113"/>
                  <a:pt x="112" y="112"/>
                </a:cubicBezTo>
                <a:moveTo>
                  <a:pt x="66" y="105"/>
                </a:moveTo>
                <a:cubicBezTo>
                  <a:pt x="80" y="89"/>
                  <a:pt x="80" y="89"/>
                  <a:pt x="80" y="89"/>
                </a:cubicBezTo>
                <a:cubicBezTo>
                  <a:pt x="82" y="86"/>
                  <a:pt x="82" y="82"/>
                  <a:pt x="80" y="80"/>
                </a:cubicBezTo>
                <a:cubicBezTo>
                  <a:pt x="78" y="79"/>
                  <a:pt x="76" y="78"/>
                  <a:pt x="75" y="79"/>
                </a:cubicBezTo>
                <a:cubicBezTo>
                  <a:pt x="73" y="79"/>
                  <a:pt x="72" y="80"/>
                  <a:pt x="71" y="81"/>
                </a:cubicBezTo>
                <a:cubicBezTo>
                  <a:pt x="57" y="96"/>
                  <a:pt x="57" y="96"/>
                  <a:pt x="57" y="96"/>
                </a:cubicBezTo>
                <a:cubicBezTo>
                  <a:pt x="54" y="99"/>
                  <a:pt x="54" y="103"/>
                  <a:pt x="57" y="105"/>
                </a:cubicBezTo>
                <a:cubicBezTo>
                  <a:pt x="58" y="107"/>
                  <a:pt x="60" y="107"/>
                  <a:pt x="62" y="107"/>
                </a:cubicBezTo>
                <a:cubicBezTo>
                  <a:pt x="64" y="107"/>
                  <a:pt x="65" y="106"/>
                  <a:pt x="66" y="105"/>
                </a:cubicBezTo>
                <a:close/>
                <a:moveTo>
                  <a:pt x="78" y="110"/>
                </a:moveTo>
                <a:cubicBezTo>
                  <a:pt x="91" y="96"/>
                  <a:pt x="91" y="96"/>
                  <a:pt x="91" y="96"/>
                </a:cubicBezTo>
                <a:cubicBezTo>
                  <a:pt x="93" y="93"/>
                  <a:pt x="93" y="89"/>
                  <a:pt x="90" y="87"/>
                </a:cubicBezTo>
                <a:cubicBezTo>
                  <a:pt x="89" y="86"/>
                  <a:pt x="87" y="85"/>
                  <a:pt x="85" y="85"/>
                </a:cubicBezTo>
                <a:cubicBezTo>
                  <a:pt x="84" y="86"/>
                  <a:pt x="82" y="86"/>
                  <a:pt x="81" y="87"/>
                </a:cubicBezTo>
                <a:cubicBezTo>
                  <a:pt x="68" y="102"/>
                  <a:pt x="68" y="102"/>
                  <a:pt x="68" y="102"/>
                </a:cubicBezTo>
                <a:cubicBezTo>
                  <a:pt x="66" y="105"/>
                  <a:pt x="66" y="109"/>
                  <a:pt x="69" y="111"/>
                </a:cubicBezTo>
                <a:cubicBezTo>
                  <a:pt x="70" y="112"/>
                  <a:pt x="72" y="113"/>
                  <a:pt x="74" y="112"/>
                </a:cubicBezTo>
                <a:cubicBezTo>
                  <a:pt x="75" y="112"/>
                  <a:pt x="77" y="112"/>
                  <a:pt x="78" y="110"/>
                </a:cubicBezTo>
                <a:close/>
                <a:moveTo>
                  <a:pt x="96" y="109"/>
                </a:moveTo>
                <a:cubicBezTo>
                  <a:pt x="97" y="107"/>
                  <a:pt x="97" y="107"/>
                  <a:pt x="97" y="107"/>
                </a:cubicBezTo>
                <a:cubicBezTo>
                  <a:pt x="100" y="104"/>
                  <a:pt x="100" y="100"/>
                  <a:pt x="97" y="98"/>
                </a:cubicBezTo>
                <a:cubicBezTo>
                  <a:pt x="96" y="97"/>
                  <a:pt x="94" y="96"/>
                  <a:pt x="92" y="97"/>
                </a:cubicBezTo>
                <a:cubicBezTo>
                  <a:pt x="91" y="97"/>
                  <a:pt x="89" y="97"/>
                  <a:pt x="88" y="99"/>
                </a:cubicBezTo>
                <a:cubicBezTo>
                  <a:pt x="81" y="107"/>
                  <a:pt x="81" y="107"/>
                  <a:pt x="81" y="107"/>
                </a:cubicBezTo>
                <a:cubicBezTo>
                  <a:pt x="78" y="110"/>
                  <a:pt x="79" y="114"/>
                  <a:pt x="81" y="116"/>
                </a:cubicBezTo>
                <a:cubicBezTo>
                  <a:pt x="82" y="117"/>
                  <a:pt x="84" y="118"/>
                  <a:pt x="86" y="117"/>
                </a:cubicBezTo>
                <a:cubicBezTo>
                  <a:pt x="88" y="117"/>
                  <a:pt x="89" y="116"/>
                  <a:pt x="90" y="115"/>
                </a:cubicBezTo>
                <a:lnTo>
                  <a:pt x="96" y="109"/>
                </a:lnTo>
                <a:close/>
                <a:moveTo>
                  <a:pt x="178" y="1"/>
                </a:moveTo>
                <a:cubicBezTo>
                  <a:pt x="165" y="8"/>
                  <a:pt x="146" y="18"/>
                  <a:pt x="143" y="20"/>
                </a:cubicBezTo>
                <a:cubicBezTo>
                  <a:pt x="145" y="24"/>
                  <a:pt x="158" y="45"/>
                  <a:pt x="173" y="70"/>
                </a:cubicBezTo>
                <a:cubicBezTo>
                  <a:pt x="174" y="74"/>
                  <a:pt x="174" y="74"/>
                  <a:pt x="174" y="74"/>
                </a:cubicBezTo>
                <a:cubicBezTo>
                  <a:pt x="208" y="56"/>
                  <a:pt x="208" y="56"/>
                  <a:pt x="208" y="56"/>
                </a:cubicBezTo>
                <a:moveTo>
                  <a:pt x="147" y="27"/>
                </a:moveTo>
                <a:cubicBezTo>
                  <a:pt x="131" y="21"/>
                  <a:pt x="122" y="30"/>
                  <a:pt x="112" y="30"/>
                </a:cubicBezTo>
                <a:cubicBezTo>
                  <a:pt x="108" y="30"/>
                  <a:pt x="105" y="31"/>
                  <a:pt x="103" y="31"/>
                </a:cubicBezTo>
                <a:cubicBezTo>
                  <a:pt x="102" y="31"/>
                  <a:pt x="102" y="31"/>
                  <a:pt x="102" y="31"/>
                </a:cubicBezTo>
                <a:cubicBezTo>
                  <a:pt x="101" y="31"/>
                  <a:pt x="100" y="31"/>
                  <a:pt x="99" y="32"/>
                </a:cubicBezTo>
                <a:cubicBezTo>
                  <a:pt x="71" y="46"/>
                  <a:pt x="71" y="46"/>
                  <a:pt x="71" y="46"/>
                </a:cubicBezTo>
                <a:cubicBezTo>
                  <a:pt x="58" y="53"/>
                  <a:pt x="71" y="62"/>
                  <a:pt x="75" y="61"/>
                </a:cubicBezTo>
                <a:cubicBezTo>
                  <a:pt x="80" y="60"/>
                  <a:pt x="91" y="56"/>
                  <a:pt x="98" y="53"/>
                </a:cubicBezTo>
                <a:cubicBezTo>
                  <a:pt x="103" y="51"/>
                  <a:pt x="108" y="52"/>
                  <a:pt x="112" y="55"/>
                </a:cubicBezTo>
                <a:cubicBezTo>
                  <a:pt x="124" y="64"/>
                  <a:pt x="151" y="83"/>
                  <a:pt x="152" y="85"/>
                </a:cubicBezTo>
                <a:moveTo>
                  <a:pt x="171" y="68"/>
                </a:moveTo>
                <a:cubicBezTo>
                  <a:pt x="169" y="69"/>
                  <a:pt x="163" y="72"/>
                  <a:pt x="161" y="74"/>
                </a:cubicBezTo>
                <a:cubicBezTo>
                  <a:pt x="161" y="74"/>
                  <a:pt x="160" y="76"/>
                  <a:pt x="159" y="78"/>
                </a:cubicBezTo>
                <a:cubicBezTo>
                  <a:pt x="157" y="80"/>
                  <a:pt x="155" y="84"/>
                  <a:pt x="152" y="85"/>
                </a:cubicBezTo>
                <a:moveTo>
                  <a:pt x="52" y="84"/>
                </a:moveTo>
                <a:cubicBezTo>
                  <a:pt x="52" y="84"/>
                  <a:pt x="52" y="84"/>
                  <a:pt x="52" y="84"/>
                </a:cubicBezTo>
                <a:moveTo>
                  <a:pt x="0" y="53"/>
                </a:moveTo>
                <a:cubicBezTo>
                  <a:pt x="30" y="78"/>
                  <a:pt x="30" y="78"/>
                  <a:pt x="30" y="78"/>
                </a:cubicBezTo>
                <a:cubicBezTo>
                  <a:pt x="72" y="24"/>
                  <a:pt x="72" y="24"/>
                  <a:pt x="72" y="24"/>
                </a:cubicBezTo>
                <a:cubicBezTo>
                  <a:pt x="43" y="0"/>
                  <a:pt x="43" y="0"/>
                  <a:pt x="43" y="0"/>
                </a:cubicBezTo>
                <a:moveTo>
                  <a:pt x="33" y="74"/>
                </a:moveTo>
                <a:cubicBezTo>
                  <a:pt x="41" y="81"/>
                  <a:pt x="50" y="85"/>
                  <a:pt x="50" y="85"/>
                </a:cubicBezTo>
                <a:moveTo>
                  <a:pt x="89" y="37"/>
                </a:moveTo>
                <a:cubicBezTo>
                  <a:pt x="85" y="35"/>
                  <a:pt x="76" y="31"/>
                  <a:pt x="69" y="29"/>
                </a:cubicBezTo>
              </a:path>
            </a:pathLst>
          </a:custGeom>
          <a:noFill/>
          <a:ln w="14288"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9" name="Text Placeholder 33">
            <a:extLst>
              <a:ext uri="{FF2B5EF4-FFF2-40B4-BE49-F238E27FC236}">
                <a16:creationId xmlns:a16="http://schemas.microsoft.com/office/drawing/2014/main" id="{F14C6784-23CE-4E58-81A7-A838039CE8FF}"/>
              </a:ext>
            </a:extLst>
          </p:cNvPr>
          <p:cNvSpPr txBox="1">
            <a:spLocks/>
          </p:cNvSpPr>
          <p:nvPr/>
        </p:nvSpPr>
        <p:spPr>
          <a:xfrm>
            <a:off x="1822353" y="5539616"/>
            <a:ext cx="1932940"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atin typeface="Montserrat Light" panose="00000400000000000000" pitchFamily="50" charset="-52"/>
              </a:rPr>
              <a:t>Lorem ipsum dolor sit amet, consectetur adipiscing elit, sed do</a:t>
            </a:r>
          </a:p>
        </p:txBody>
      </p:sp>
      <p:sp>
        <p:nvSpPr>
          <p:cNvPr id="10" name="Text Placeholder 33">
            <a:extLst>
              <a:ext uri="{FF2B5EF4-FFF2-40B4-BE49-F238E27FC236}">
                <a16:creationId xmlns:a16="http://schemas.microsoft.com/office/drawing/2014/main" id="{0F0FAD8A-B2D4-429D-842C-324D944D6490}"/>
              </a:ext>
            </a:extLst>
          </p:cNvPr>
          <p:cNvSpPr txBox="1">
            <a:spLocks/>
          </p:cNvSpPr>
          <p:nvPr/>
        </p:nvSpPr>
        <p:spPr>
          <a:xfrm>
            <a:off x="5190403" y="5539616"/>
            <a:ext cx="1932940"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atin typeface="Montserrat Light" panose="00000400000000000000" pitchFamily="50" charset="-52"/>
              </a:rPr>
              <a:t>Lorem ipsum dolor sit amet, consectetur adipiscing elit, sed do</a:t>
            </a:r>
          </a:p>
        </p:txBody>
      </p:sp>
      <p:sp>
        <p:nvSpPr>
          <p:cNvPr id="11" name="Text Placeholder 33">
            <a:extLst>
              <a:ext uri="{FF2B5EF4-FFF2-40B4-BE49-F238E27FC236}">
                <a16:creationId xmlns:a16="http://schemas.microsoft.com/office/drawing/2014/main" id="{01292FC5-9555-43B0-B2E6-C3304D6F3FF8}"/>
              </a:ext>
            </a:extLst>
          </p:cNvPr>
          <p:cNvSpPr txBox="1">
            <a:spLocks/>
          </p:cNvSpPr>
          <p:nvPr/>
        </p:nvSpPr>
        <p:spPr>
          <a:xfrm>
            <a:off x="8436707" y="5539616"/>
            <a:ext cx="1932940"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atin typeface="Montserrat Light" panose="00000400000000000000" pitchFamily="50" charset="-52"/>
              </a:rPr>
              <a:t>Lorem ipsum dolor sit amet, consectetur adipiscing elit, sed do</a:t>
            </a:r>
          </a:p>
        </p:txBody>
      </p:sp>
      <p:sp>
        <p:nvSpPr>
          <p:cNvPr id="12" name="Freeform 21">
            <a:extLst>
              <a:ext uri="{FF2B5EF4-FFF2-40B4-BE49-F238E27FC236}">
                <a16:creationId xmlns:a16="http://schemas.microsoft.com/office/drawing/2014/main" id="{EE324655-98EA-4A8B-8ED9-82A5DA5ADAD9}"/>
              </a:ext>
            </a:extLst>
          </p:cNvPr>
          <p:cNvSpPr>
            <a:spLocks noEditPoints="1"/>
          </p:cNvSpPr>
          <p:nvPr/>
        </p:nvSpPr>
        <p:spPr bwMode="auto">
          <a:xfrm>
            <a:off x="9137640" y="4867558"/>
            <a:ext cx="501650" cy="525463"/>
          </a:xfrm>
          <a:custGeom>
            <a:avLst/>
            <a:gdLst>
              <a:gd name="T0" fmla="*/ 51 w 137"/>
              <a:gd name="T1" fmla="*/ 15 h 143"/>
              <a:gd name="T2" fmla="*/ 120 w 137"/>
              <a:gd name="T3" fmla="*/ 57 h 143"/>
              <a:gd name="T4" fmla="*/ 137 w 137"/>
              <a:gd name="T5" fmla="*/ 92 h 143"/>
              <a:gd name="T6" fmla="*/ 123 w 137"/>
              <a:gd name="T7" fmla="*/ 92 h 143"/>
              <a:gd name="T8" fmla="*/ 123 w 137"/>
              <a:gd name="T9" fmla="*/ 115 h 143"/>
              <a:gd name="T10" fmla="*/ 115 w 137"/>
              <a:gd name="T11" fmla="*/ 123 h 143"/>
              <a:gd name="T12" fmla="*/ 100 w 137"/>
              <a:gd name="T13" fmla="*/ 123 h 143"/>
              <a:gd name="T14" fmla="*/ 100 w 137"/>
              <a:gd name="T15" fmla="*/ 143 h 143"/>
              <a:gd name="T16" fmla="*/ 36 w 137"/>
              <a:gd name="T17" fmla="*/ 143 h 143"/>
              <a:gd name="T18" fmla="*/ 36 w 137"/>
              <a:gd name="T19" fmla="*/ 122 h 143"/>
              <a:gd name="T20" fmla="*/ 30 w 137"/>
              <a:gd name="T21" fmla="*/ 108 h 143"/>
              <a:gd name="T22" fmla="*/ 77 w 137"/>
              <a:gd name="T23" fmla="*/ 65 h 143"/>
              <a:gd name="T24" fmla="*/ 77 w 137"/>
              <a:gd name="T25" fmla="*/ 55 h 143"/>
              <a:gd name="T26" fmla="*/ 66 w 137"/>
              <a:gd name="T27" fmla="*/ 51 h 143"/>
              <a:gd name="T28" fmla="*/ 64 w 137"/>
              <a:gd name="T29" fmla="*/ 47 h 143"/>
              <a:gd name="T30" fmla="*/ 69 w 137"/>
              <a:gd name="T31" fmla="*/ 36 h 143"/>
              <a:gd name="T32" fmla="*/ 62 w 137"/>
              <a:gd name="T33" fmla="*/ 29 h 143"/>
              <a:gd name="T34" fmla="*/ 51 w 137"/>
              <a:gd name="T35" fmla="*/ 34 h 143"/>
              <a:gd name="T36" fmla="*/ 47 w 137"/>
              <a:gd name="T37" fmla="*/ 32 h 143"/>
              <a:gd name="T38" fmla="*/ 43 w 137"/>
              <a:gd name="T39" fmla="*/ 21 h 143"/>
              <a:gd name="T40" fmla="*/ 33 w 137"/>
              <a:gd name="T41" fmla="*/ 21 h 143"/>
              <a:gd name="T42" fmla="*/ 29 w 137"/>
              <a:gd name="T43" fmla="*/ 32 h 143"/>
              <a:gd name="T44" fmla="*/ 25 w 137"/>
              <a:gd name="T45" fmla="*/ 34 h 143"/>
              <a:gd name="T46" fmla="*/ 14 w 137"/>
              <a:gd name="T47" fmla="*/ 29 h 143"/>
              <a:gd name="T48" fmla="*/ 7 w 137"/>
              <a:gd name="T49" fmla="*/ 36 h 143"/>
              <a:gd name="T50" fmla="*/ 12 w 137"/>
              <a:gd name="T51" fmla="*/ 47 h 143"/>
              <a:gd name="T52" fmla="*/ 11 w 137"/>
              <a:gd name="T53" fmla="*/ 51 h 143"/>
              <a:gd name="T54" fmla="*/ 0 w 137"/>
              <a:gd name="T55" fmla="*/ 55 h 143"/>
              <a:gd name="T56" fmla="*/ 0 w 137"/>
              <a:gd name="T57" fmla="*/ 65 h 143"/>
              <a:gd name="T58" fmla="*/ 11 w 137"/>
              <a:gd name="T59" fmla="*/ 69 h 143"/>
              <a:gd name="T60" fmla="*/ 12 w 137"/>
              <a:gd name="T61" fmla="*/ 73 h 143"/>
              <a:gd name="T62" fmla="*/ 7 w 137"/>
              <a:gd name="T63" fmla="*/ 84 h 143"/>
              <a:gd name="T64" fmla="*/ 14 w 137"/>
              <a:gd name="T65" fmla="*/ 90 h 143"/>
              <a:gd name="T66" fmla="*/ 25 w 137"/>
              <a:gd name="T67" fmla="*/ 86 h 143"/>
              <a:gd name="T68" fmla="*/ 29 w 137"/>
              <a:gd name="T69" fmla="*/ 87 h 143"/>
              <a:gd name="T70" fmla="*/ 33 w 137"/>
              <a:gd name="T71" fmla="*/ 98 h 143"/>
              <a:gd name="T72" fmla="*/ 43 w 137"/>
              <a:gd name="T73" fmla="*/ 98 h 143"/>
              <a:gd name="T74" fmla="*/ 47 w 137"/>
              <a:gd name="T75" fmla="*/ 87 h 143"/>
              <a:gd name="T76" fmla="*/ 51 w 137"/>
              <a:gd name="T77" fmla="*/ 86 h 143"/>
              <a:gd name="T78" fmla="*/ 62 w 137"/>
              <a:gd name="T79" fmla="*/ 90 h 143"/>
              <a:gd name="T80" fmla="*/ 69 w 137"/>
              <a:gd name="T81" fmla="*/ 84 h 143"/>
              <a:gd name="T82" fmla="*/ 64 w 137"/>
              <a:gd name="T83" fmla="*/ 73 h 143"/>
              <a:gd name="T84" fmla="*/ 66 w 137"/>
              <a:gd name="T85" fmla="*/ 69 h 143"/>
              <a:gd name="T86" fmla="*/ 77 w 137"/>
              <a:gd name="T87" fmla="*/ 65 h 143"/>
              <a:gd name="T88" fmla="*/ 38 w 137"/>
              <a:gd name="T89" fmla="*/ 44 h 143"/>
              <a:gd name="T90" fmla="*/ 22 w 137"/>
              <a:gd name="T91" fmla="*/ 60 h 143"/>
              <a:gd name="T92" fmla="*/ 38 w 137"/>
              <a:gd name="T93" fmla="*/ 76 h 143"/>
              <a:gd name="T94" fmla="*/ 54 w 137"/>
              <a:gd name="T95" fmla="*/ 60 h 143"/>
              <a:gd name="T96" fmla="*/ 38 w 137"/>
              <a:gd name="T97" fmla="*/ 44 h 143"/>
              <a:gd name="T98" fmla="*/ 100 w 137"/>
              <a:gd name="T99" fmla="*/ 123 h 143"/>
              <a:gd name="T100" fmla="*/ 91 w 137"/>
              <a:gd name="T101" fmla="*/ 12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7" h="143">
                <a:moveTo>
                  <a:pt x="51" y="15"/>
                </a:moveTo>
                <a:cubicBezTo>
                  <a:pt x="127" y="0"/>
                  <a:pt x="120" y="57"/>
                  <a:pt x="120" y="57"/>
                </a:cubicBezTo>
                <a:cubicBezTo>
                  <a:pt x="137" y="92"/>
                  <a:pt x="137" y="92"/>
                  <a:pt x="137" y="92"/>
                </a:cubicBezTo>
                <a:cubicBezTo>
                  <a:pt x="123" y="92"/>
                  <a:pt x="123" y="92"/>
                  <a:pt x="123" y="92"/>
                </a:cubicBezTo>
                <a:cubicBezTo>
                  <a:pt x="123" y="115"/>
                  <a:pt x="123" y="115"/>
                  <a:pt x="123" y="115"/>
                </a:cubicBezTo>
                <a:cubicBezTo>
                  <a:pt x="123" y="120"/>
                  <a:pt x="120" y="123"/>
                  <a:pt x="115" y="123"/>
                </a:cubicBezTo>
                <a:cubicBezTo>
                  <a:pt x="100" y="123"/>
                  <a:pt x="100" y="123"/>
                  <a:pt x="100" y="123"/>
                </a:cubicBezTo>
                <a:cubicBezTo>
                  <a:pt x="100" y="143"/>
                  <a:pt x="100" y="143"/>
                  <a:pt x="100" y="143"/>
                </a:cubicBezTo>
                <a:moveTo>
                  <a:pt x="36" y="143"/>
                </a:moveTo>
                <a:cubicBezTo>
                  <a:pt x="36" y="122"/>
                  <a:pt x="36" y="122"/>
                  <a:pt x="36" y="122"/>
                </a:cubicBezTo>
                <a:cubicBezTo>
                  <a:pt x="30" y="108"/>
                  <a:pt x="30" y="108"/>
                  <a:pt x="30" y="108"/>
                </a:cubicBezTo>
                <a:moveTo>
                  <a:pt x="77" y="65"/>
                </a:moveTo>
                <a:cubicBezTo>
                  <a:pt x="77" y="55"/>
                  <a:pt x="77" y="55"/>
                  <a:pt x="77" y="55"/>
                </a:cubicBezTo>
                <a:cubicBezTo>
                  <a:pt x="66" y="51"/>
                  <a:pt x="66" y="51"/>
                  <a:pt x="66" y="51"/>
                </a:cubicBezTo>
                <a:cubicBezTo>
                  <a:pt x="65" y="49"/>
                  <a:pt x="65" y="48"/>
                  <a:pt x="64" y="47"/>
                </a:cubicBezTo>
                <a:cubicBezTo>
                  <a:pt x="69" y="36"/>
                  <a:pt x="69" y="36"/>
                  <a:pt x="69" y="36"/>
                </a:cubicBezTo>
                <a:cubicBezTo>
                  <a:pt x="62" y="29"/>
                  <a:pt x="62" y="29"/>
                  <a:pt x="62" y="29"/>
                </a:cubicBezTo>
                <a:cubicBezTo>
                  <a:pt x="51" y="34"/>
                  <a:pt x="51" y="34"/>
                  <a:pt x="51" y="34"/>
                </a:cubicBezTo>
                <a:cubicBezTo>
                  <a:pt x="50" y="33"/>
                  <a:pt x="49" y="33"/>
                  <a:pt x="47" y="32"/>
                </a:cubicBezTo>
                <a:cubicBezTo>
                  <a:pt x="43" y="21"/>
                  <a:pt x="43" y="21"/>
                  <a:pt x="43" y="21"/>
                </a:cubicBezTo>
                <a:cubicBezTo>
                  <a:pt x="33" y="21"/>
                  <a:pt x="33" y="21"/>
                  <a:pt x="33" y="21"/>
                </a:cubicBezTo>
                <a:cubicBezTo>
                  <a:pt x="29" y="32"/>
                  <a:pt x="29" y="32"/>
                  <a:pt x="29" y="32"/>
                </a:cubicBezTo>
                <a:cubicBezTo>
                  <a:pt x="28" y="33"/>
                  <a:pt x="26" y="33"/>
                  <a:pt x="25" y="34"/>
                </a:cubicBezTo>
                <a:cubicBezTo>
                  <a:pt x="14" y="29"/>
                  <a:pt x="14" y="29"/>
                  <a:pt x="14" y="29"/>
                </a:cubicBezTo>
                <a:cubicBezTo>
                  <a:pt x="7" y="36"/>
                  <a:pt x="7" y="36"/>
                  <a:pt x="7" y="36"/>
                </a:cubicBezTo>
                <a:cubicBezTo>
                  <a:pt x="12" y="47"/>
                  <a:pt x="12" y="47"/>
                  <a:pt x="12" y="47"/>
                </a:cubicBezTo>
                <a:cubicBezTo>
                  <a:pt x="12" y="48"/>
                  <a:pt x="11" y="49"/>
                  <a:pt x="11" y="51"/>
                </a:cubicBezTo>
                <a:cubicBezTo>
                  <a:pt x="0" y="55"/>
                  <a:pt x="0" y="55"/>
                  <a:pt x="0" y="55"/>
                </a:cubicBezTo>
                <a:cubicBezTo>
                  <a:pt x="0" y="65"/>
                  <a:pt x="0" y="65"/>
                  <a:pt x="0" y="65"/>
                </a:cubicBezTo>
                <a:cubicBezTo>
                  <a:pt x="11" y="69"/>
                  <a:pt x="11" y="69"/>
                  <a:pt x="11" y="69"/>
                </a:cubicBezTo>
                <a:cubicBezTo>
                  <a:pt x="11" y="70"/>
                  <a:pt x="12" y="72"/>
                  <a:pt x="12" y="73"/>
                </a:cubicBezTo>
                <a:cubicBezTo>
                  <a:pt x="7" y="84"/>
                  <a:pt x="7" y="84"/>
                  <a:pt x="7" y="84"/>
                </a:cubicBezTo>
                <a:cubicBezTo>
                  <a:pt x="14" y="90"/>
                  <a:pt x="14" y="90"/>
                  <a:pt x="14" y="90"/>
                </a:cubicBezTo>
                <a:cubicBezTo>
                  <a:pt x="25" y="86"/>
                  <a:pt x="25" y="86"/>
                  <a:pt x="25" y="86"/>
                </a:cubicBezTo>
                <a:cubicBezTo>
                  <a:pt x="26" y="86"/>
                  <a:pt x="28" y="87"/>
                  <a:pt x="29" y="87"/>
                </a:cubicBezTo>
                <a:cubicBezTo>
                  <a:pt x="33" y="98"/>
                  <a:pt x="33" y="98"/>
                  <a:pt x="33" y="98"/>
                </a:cubicBezTo>
                <a:cubicBezTo>
                  <a:pt x="43" y="98"/>
                  <a:pt x="43" y="98"/>
                  <a:pt x="43" y="98"/>
                </a:cubicBezTo>
                <a:cubicBezTo>
                  <a:pt x="47" y="87"/>
                  <a:pt x="47" y="87"/>
                  <a:pt x="47" y="87"/>
                </a:cubicBezTo>
                <a:cubicBezTo>
                  <a:pt x="49" y="87"/>
                  <a:pt x="50" y="86"/>
                  <a:pt x="51" y="86"/>
                </a:cubicBezTo>
                <a:cubicBezTo>
                  <a:pt x="62" y="90"/>
                  <a:pt x="62" y="90"/>
                  <a:pt x="62" y="90"/>
                </a:cubicBezTo>
                <a:cubicBezTo>
                  <a:pt x="69" y="84"/>
                  <a:pt x="69" y="84"/>
                  <a:pt x="69" y="84"/>
                </a:cubicBezTo>
                <a:cubicBezTo>
                  <a:pt x="64" y="73"/>
                  <a:pt x="64" y="73"/>
                  <a:pt x="64" y="73"/>
                </a:cubicBezTo>
                <a:cubicBezTo>
                  <a:pt x="65" y="72"/>
                  <a:pt x="65" y="70"/>
                  <a:pt x="66" y="69"/>
                </a:cubicBezTo>
                <a:lnTo>
                  <a:pt x="77" y="65"/>
                </a:lnTo>
                <a:close/>
                <a:moveTo>
                  <a:pt x="38" y="44"/>
                </a:moveTo>
                <a:cubicBezTo>
                  <a:pt x="29" y="44"/>
                  <a:pt x="22" y="51"/>
                  <a:pt x="22" y="60"/>
                </a:cubicBezTo>
                <a:cubicBezTo>
                  <a:pt x="22" y="69"/>
                  <a:pt x="29" y="76"/>
                  <a:pt x="38" y="76"/>
                </a:cubicBezTo>
                <a:cubicBezTo>
                  <a:pt x="47" y="76"/>
                  <a:pt x="54" y="69"/>
                  <a:pt x="54" y="60"/>
                </a:cubicBezTo>
                <a:cubicBezTo>
                  <a:pt x="54" y="51"/>
                  <a:pt x="47" y="44"/>
                  <a:pt x="38" y="44"/>
                </a:cubicBezTo>
                <a:close/>
                <a:moveTo>
                  <a:pt x="100" y="123"/>
                </a:moveTo>
                <a:cubicBezTo>
                  <a:pt x="91" y="123"/>
                  <a:pt x="91" y="123"/>
                  <a:pt x="91" y="123"/>
                </a:cubicBezTo>
              </a:path>
            </a:pathLst>
          </a:custGeom>
          <a:noFill/>
          <a:ln w="14288"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13" name="Freeform 45">
            <a:extLst>
              <a:ext uri="{FF2B5EF4-FFF2-40B4-BE49-F238E27FC236}">
                <a16:creationId xmlns:a16="http://schemas.microsoft.com/office/drawing/2014/main" id="{50840704-C528-4A4D-9DEE-9FB705B6693B}"/>
              </a:ext>
            </a:extLst>
          </p:cNvPr>
          <p:cNvSpPr>
            <a:spLocks noEditPoints="1"/>
          </p:cNvSpPr>
          <p:nvPr/>
        </p:nvSpPr>
        <p:spPr bwMode="auto">
          <a:xfrm>
            <a:off x="5937004" y="4948622"/>
            <a:ext cx="439738" cy="522288"/>
          </a:xfrm>
          <a:custGeom>
            <a:avLst/>
            <a:gdLst>
              <a:gd name="T0" fmla="*/ 277 w 277"/>
              <a:gd name="T1" fmla="*/ 134 h 329"/>
              <a:gd name="T2" fmla="*/ 277 w 277"/>
              <a:gd name="T3" fmla="*/ 329 h 329"/>
              <a:gd name="T4" fmla="*/ 0 w 277"/>
              <a:gd name="T5" fmla="*/ 329 h 329"/>
              <a:gd name="T6" fmla="*/ 0 w 277"/>
              <a:gd name="T7" fmla="*/ 134 h 329"/>
              <a:gd name="T8" fmla="*/ 277 w 277"/>
              <a:gd name="T9" fmla="*/ 329 h 329"/>
              <a:gd name="T10" fmla="*/ 139 w 277"/>
              <a:gd name="T11" fmla="*/ 231 h 329"/>
              <a:gd name="T12" fmla="*/ 0 w 277"/>
              <a:gd name="T13" fmla="*/ 329 h 329"/>
              <a:gd name="T14" fmla="*/ 277 w 277"/>
              <a:gd name="T15" fmla="*/ 134 h 329"/>
              <a:gd name="T16" fmla="*/ 185 w 277"/>
              <a:gd name="T17" fmla="*/ 234 h 329"/>
              <a:gd name="T18" fmla="*/ 0 w 277"/>
              <a:gd name="T19" fmla="*/ 134 h 329"/>
              <a:gd name="T20" fmla="*/ 95 w 277"/>
              <a:gd name="T21" fmla="*/ 234 h 329"/>
              <a:gd name="T22" fmla="*/ 243 w 277"/>
              <a:gd name="T23" fmla="*/ 130 h 329"/>
              <a:gd name="T24" fmla="*/ 243 w 277"/>
              <a:gd name="T25" fmla="*/ 60 h 329"/>
              <a:gd name="T26" fmla="*/ 183 w 277"/>
              <a:gd name="T27" fmla="*/ 0 h 329"/>
              <a:gd name="T28" fmla="*/ 35 w 277"/>
              <a:gd name="T29" fmla="*/ 0 h 329"/>
              <a:gd name="T30" fmla="*/ 35 w 277"/>
              <a:gd name="T31" fmla="*/ 130 h 329"/>
              <a:gd name="T32" fmla="*/ 243 w 277"/>
              <a:gd name="T33" fmla="*/ 60 h 329"/>
              <a:gd name="T34" fmla="*/ 183 w 277"/>
              <a:gd name="T35" fmla="*/ 0 h 329"/>
              <a:gd name="T36" fmla="*/ 183 w 277"/>
              <a:gd name="T37" fmla="*/ 60 h 329"/>
              <a:gd name="T38" fmla="*/ 243 w 277"/>
              <a:gd name="T39" fmla="*/ 60 h 329"/>
              <a:gd name="T40" fmla="*/ 93 w 277"/>
              <a:gd name="T41" fmla="*/ 95 h 329"/>
              <a:gd name="T42" fmla="*/ 65 w 277"/>
              <a:gd name="T43" fmla="*/ 95 h 329"/>
              <a:gd name="T44" fmla="*/ 206 w 277"/>
              <a:gd name="T45" fmla="*/ 95 h 329"/>
              <a:gd name="T46" fmla="*/ 123 w 277"/>
              <a:gd name="T47" fmla="*/ 95 h 329"/>
              <a:gd name="T48" fmla="*/ 65 w 277"/>
              <a:gd name="T49" fmla="*/ 127 h 329"/>
              <a:gd name="T50" fmla="*/ 143 w 277"/>
              <a:gd name="T51" fmla="*/ 127 h 329"/>
              <a:gd name="T52" fmla="*/ 206 w 277"/>
              <a:gd name="T53" fmla="*/ 127 h 329"/>
              <a:gd name="T54" fmla="*/ 176 w 277"/>
              <a:gd name="T55" fmla="*/ 127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7" h="329">
                <a:moveTo>
                  <a:pt x="277" y="134"/>
                </a:moveTo>
                <a:lnTo>
                  <a:pt x="277" y="329"/>
                </a:lnTo>
                <a:lnTo>
                  <a:pt x="0" y="329"/>
                </a:lnTo>
                <a:lnTo>
                  <a:pt x="0" y="134"/>
                </a:lnTo>
                <a:moveTo>
                  <a:pt x="277" y="329"/>
                </a:moveTo>
                <a:lnTo>
                  <a:pt x="139" y="231"/>
                </a:lnTo>
                <a:lnTo>
                  <a:pt x="0" y="329"/>
                </a:lnTo>
                <a:moveTo>
                  <a:pt x="277" y="134"/>
                </a:moveTo>
                <a:lnTo>
                  <a:pt x="185" y="234"/>
                </a:lnTo>
                <a:moveTo>
                  <a:pt x="0" y="134"/>
                </a:moveTo>
                <a:lnTo>
                  <a:pt x="95" y="234"/>
                </a:lnTo>
                <a:moveTo>
                  <a:pt x="243" y="130"/>
                </a:moveTo>
                <a:lnTo>
                  <a:pt x="243" y="60"/>
                </a:lnTo>
                <a:moveTo>
                  <a:pt x="183" y="0"/>
                </a:moveTo>
                <a:lnTo>
                  <a:pt x="35" y="0"/>
                </a:lnTo>
                <a:lnTo>
                  <a:pt x="35" y="130"/>
                </a:lnTo>
                <a:moveTo>
                  <a:pt x="243" y="60"/>
                </a:moveTo>
                <a:lnTo>
                  <a:pt x="183" y="0"/>
                </a:lnTo>
                <a:lnTo>
                  <a:pt x="183" y="60"/>
                </a:lnTo>
                <a:lnTo>
                  <a:pt x="243" y="60"/>
                </a:lnTo>
                <a:moveTo>
                  <a:pt x="93" y="95"/>
                </a:moveTo>
                <a:lnTo>
                  <a:pt x="65" y="95"/>
                </a:lnTo>
                <a:moveTo>
                  <a:pt x="206" y="95"/>
                </a:moveTo>
                <a:lnTo>
                  <a:pt x="123" y="95"/>
                </a:lnTo>
                <a:moveTo>
                  <a:pt x="65" y="127"/>
                </a:moveTo>
                <a:lnTo>
                  <a:pt x="143" y="127"/>
                </a:lnTo>
                <a:moveTo>
                  <a:pt x="206" y="127"/>
                </a:moveTo>
                <a:lnTo>
                  <a:pt x="176" y="127"/>
                </a:lnTo>
              </a:path>
            </a:pathLst>
          </a:custGeom>
          <a:noFill/>
          <a:ln w="14288"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18" name="TextBox 17">
            <a:extLst>
              <a:ext uri="{FF2B5EF4-FFF2-40B4-BE49-F238E27FC236}">
                <a16:creationId xmlns:a16="http://schemas.microsoft.com/office/drawing/2014/main" id="{8E3C65E0-AF35-4076-8181-9B9F9160579A}"/>
              </a:ext>
            </a:extLst>
          </p:cNvPr>
          <p:cNvSpPr txBox="1"/>
          <p:nvPr/>
        </p:nvSpPr>
        <p:spPr>
          <a:xfrm>
            <a:off x="3655269" y="333188"/>
            <a:ext cx="4881466" cy="461665"/>
          </a:xfrm>
          <a:prstGeom prst="rect">
            <a:avLst/>
          </a:prstGeom>
          <a:noFill/>
        </p:spPr>
        <p:txBody>
          <a:bodyPr wrap="none" rtlCol="0">
            <a:spAutoFit/>
          </a:bodyPr>
          <a:lstStyle/>
          <a:p>
            <a:pPr algn="ctr"/>
            <a:r>
              <a:rPr lang="en-US" sz="2400">
                <a:latin typeface="Montserrat SemiBold" panose="00000700000000000000" pitchFamily="50" charset="-52"/>
              </a:rPr>
              <a:t>EDITABLE PROGRESS CIRCLE</a:t>
            </a:r>
            <a:endParaRPr lang="ru-UA" sz="2400">
              <a:latin typeface="Montserrat SemiBold" panose="00000700000000000000" pitchFamily="50" charset="-52"/>
            </a:endParaRPr>
          </a:p>
        </p:txBody>
      </p:sp>
      <p:sp>
        <p:nvSpPr>
          <p:cNvPr id="19" name="TextBox 18">
            <a:extLst>
              <a:ext uri="{FF2B5EF4-FFF2-40B4-BE49-F238E27FC236}">
                <a16:creationId xmlns:a16="http://schemas.microsoft.com/office/drawing/2014/main" id="{F6F4B3EF-3478-47B7-851C-0784BFED695C}"/>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graphicFrame>
        <p:nvGraphicFramePr>
          <p:cNvPr id="14" name="Chart 13">
            <a:extLst>
              <a:ext uri="{FF2B5EF4-FFF2-40B4-BE49-F238E27FC236}">
                <a16:creationId xmlns:a16="http://schemas.microsoft.com/office/drawing/2014/main" id="{FDA64620-8B44-46A8-92E9-E3B093F0C617}"/>
              </a:ext>
            </a:extLst>
          </p:cNvPr>
          <p:cNvGraphicFramePr>
            <a:graphicFrameLocks/>
          </p:cNvGraphicFramePr>
          <p:nvPr>
            <p:extLst>
              <p:ext uri="{D42A27DB-BD31-4B8C-83A1-F6EECF244321}">
                <p14:modId xmlns:p14="http://schemas.microsoft.com/office/powerpoint/2010/main" val="3760040334"/>
              </p:ext>
            </p:extLst>
          </p:nvPr>
        </p:nvGraphicFramePr>
        <p:xfrm>
          <a:off x="1059241" y="1679858"/>
          <a:ext cx="3446463" cy="31877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2" name="Chart 21">
            <a:extLst>
              <a:ext uri="{FF2B5EF4-FFF2-40B4-BE49-F238E27FC236}">
                <a16:creationId xmlns:a16="http://schemas.microsoft.com/office/drawing/2014/main" id="{5F49CCFF-178D-46ED-AB5F-63C0EE7B56FF}"/>
              </a:ext>
            </a:extLst>
          </p:cNvPr>
          <p:cNvGraphicFramePr>
            <a:graphicFrameLocks/>
          </p:cNvGraphicFramePr>
          <p:nvPr>
            <p:extLst>
              <p:ext uri="{D42A27DB-BD31-4B8C-83A1-F6EECF244321}">
                <p14:modId xmlns:p14="http://schemas.microsoft.com/office/powerpoint/2010/main" val="4192592601"/>
              </p:ext>
            </p:extLst>
          </p:nvPr>
        </p:nvGraphicFramePr>
        <p:xfrm>
          <a:off x="4501721" y="1658268"/>
          <a:ext cx="3291669" cy="31877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3" name="Chart 22">
            <a:extLst>
              <a:ext uri="{FF2B5EF4-FFF2-40B4-BE49-F238E27FC236}">
                <a16:creationId xmlns:a16="http://schemas.microsoft.com/office/drawing/2014/main" id="{FDA64620-8B44-46A8-92E9-E3B093F0C617}"/>
              </a:ext>
            </a:extLst>
          </p:cNvPr>
          <p:cNvGraphicFramePr>
            <a:graphicFrameLocks/>
          </p:cNvGraphicFramePr>
          <p:nvPr>
            <p:extLst>
              <p:ext uri="{D42A27DB-BD31-4B8C-83A1-F6EECF244321}">
                <p14:modId xmlns:p14="http://schemas.microsoft.com/office/powerpoint/2010/main" val="726917808"/>
              </p:ext>
            </p:extLst>
          </p:nvPr>
        </p:nvGraphicFramePr>
        <p:xfrm>
          <a:off x="7789406" y="1658268"/>
          <a:ext cx="3198117" cy="31877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432604650"/>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heel(1)">
                                          <p:cBhvr>
                                            <p:cTn id="7" dur="1500"/>
                                            <p:tgtEl>
                                              <p:spTgt spid="14"/>
                                            </p:tgtEl>
                                          </p:cBhvr>
                                        </p:animEffect>
                                      </p:childTnLst>
                                    </p:cTn>
                                  </p:par>
                                  <p:par>
                                    <p:cTn id="8" presetID="21" presetClass="entr" presetSubtype="1" fill="hold" grpId="0" nodeType="withEffect">
                                      <p:stCondLst>
                                        <p:cond delay="250"/>
                                      </p:stCondLst>
                                      <p:childTnLst>
                                        <p:set>
                                          <p:cBhvr>
                                            <p:cTn id="9" dur="1" fill="hold">
                                              <p:stCondLst>
                                                <p:cond delay="0"/>
                                              </p:stCondLst>
                                            </p:cTn>
                                            <p:tgtEl>
                                              <p:spTgt spid="22"/>
                                            </p:tgtEl>
                                            <p:attrNameLst>
                                              <p:attrName>style.visibility</p:attrName>
                                            </p:attrNameLst>
                                          </p:cBhvr>
                                          <p:to>
                                            <p:strVal val="visible"/>
                                          </p:to>
                                        </p:set>
                                        <p:animEffect transition="in" filter="wheel(1)">
                                          <p:cBhvr>
                                            <p:cTn id="10" dur="1500"/>
                                            <p:tgtEl>
                                              <p:spTgt spid="22"/>
                                            </p:tgtEl>
                                          </p:cBhvr>
                                        </p:animEffect>
                                      </p:childTnLst>
                                    </p:cTn>
                                  </p:par>
                                  <p:par>
                                    <p:cTn id="11" presetID="21" presetClass="entr" presetSubtype="1" fill="hold" grpId="0" nodeType="withEffect">
                                      <p:stCondLst>
                                        <p:cond delay="500"/>
                                      </p:stCondLst>
                                      <p:childTnLst>
                                        <p:set>
                                          <p:cBhvr>
                                            <p:cTn id="12" dur="1" fill="hold">
                                              <p:stCondLst>
                                                <p:cond delay="0"/>
                                              </p:stCondLst>
                                            </p:cTn>
                                            <p:tgtEl>
                                              <p:spTgt spid="23"/>
                                            </p:tgtEl>
                                            <p:attrNameLst>
                                              <p:attrName>style.visibility</p:attrName>
                                            </p:attrNameLst>
                                          </p:cBhvr>
                                          <p:to>
                                            <p:strVal val="visible"/>
                                          </p:to>
                                        </p:set>
                                        <p:animEffect transition="in" filter="wheel(1)">
                                          <p:cBhvr>
                                            <p:cTn id="13" dur="1500"/>
                                            <p:tgtEl>
                                              <p:spTgt spid="23"/>
                                            </p:tgtEl>
                                          </p:cBhvr>
                                        </p:animEffect>
                                      </p:childTnLst>
                                    </p:cTn>
                                  </p:par>
                                  <p:par>
                                    <p:cTn id="14" presetID="2" presetClass="entr" presetSubtype="4" fill="hold" grpId="0" nodeType="withEffect" p14:presetBounceEnd="67000">
                                      <p:stCondLst>
                                        <p:cond delay="500"/>
                                      </p:stCondLst>
                                      <p:childTnLst>
                                        <p:set>
                                          <p:cBhvr>
                                            <p:cTn id="15" dur="1" fill="hold">
                                              <p:stCondLst>
                                                <p:cond delay="0"/>
                                              </p:stCondLst>
                                            </p:cTn>
                                            <p:tgtEl>
                                              <p:spTgt spid="8"/>
                                            </p:tgtEl>
                                            <p:attrNameLst>
                                              <p:attrName>style.visibility</p:attrName>
                                            </p:attrNameLst>
                                          </p:cBhvr>
                                          <p:to>
                                            <p:strVal val="visible"/>
                                          </p:to>
                                        </p:set>
                                        <p:anim calcmode="lin" valueType="num" p14:bounceEnd="67000">
                                          <p:cBhvr additive="base">
                                            <p:cTn id="16" dur="1000" fill="hold"/>
                                            <p:tgtEl>
                                              <p:spTgt spid="8"/>
                                            </p:tgtEl>
                                            <p:attrNameLst>
                                              <p:attrName>ppt_x</p:attrName>
                                            </p:attrNameLst>
                                          </p:cBhvr>
                                          <p:tavLst>
                                            <p:tav tm="0">
                                              <p:val>
                                                <p:strVal val="#ppt_x"/>
                                              </p:val>
                                            </p:tav>
                                            <p:tav tm="100000">
                                              <p:val>
                                                <p:strVal val="#ppt_x"/>
                                              </p:val>
                                            </p:tav>
                                          </p:tavLst>
                                        </p:anim>
                                        <p:anim calcmode="lin" valueType="num" p14:bounceEnd="67000">
                                          <p:cBhvr additive="base">
                                            <p:cTn id="17" dur="1000" fill="hold"/>
                                            <p:tgtEl>
                                              <p:spTgt spid="8"/>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14:presetBounceEnd="67000">
                                      <p:stCondLst>
                                        <p:cond delay="500"/>
                                      </p:stCondLst>
                                      <p:childTnLst>
                                        <p:set>
                                          <p:cBhvr>
                                            <p:cTn id="19" dur="1" fill="hold">
                                              <p:stCondLst>
                                                <p:cond delay="0"/>
                                              </p:stCondLst>
                                            </p:cTn>
                                            <p:tgtEl>
                                              <p:spTgt spid="9"/>
                                            </p:tgtEl>
                                            <p:attrNameLst>
                                              <p:attrName>style.visibility</p:attrName>
                                            </p:attrNameLst>
                                          </p:cBhvr>
                                          <p:to>
                                            <p:strVal val="visible"/>
                                          </p:to>
                                        </p:set>
                                        <p:anim calcmode="lin" valueType="num" p14:bounceEnd="67000">
                                          <p:cBhvr additive="base">
                                            <p:cTn id="20" dur="1000" fill="hold"/>
                                            <p:tgtEl>
                                              <p:spTgt spid="9"/>
                                            </p:tgtEl>
                                            <p:attrNameLst>
                                              <p:attrName>ppt_x</p:attrName>
                                            </p:attrNameLst>
                                          </p:cBhvr>
                                          <p:tavLst>
                                            <p:tav tm="0">
                                              <p:val>
                                                <p:strVal val="#ppt_x"/>
                                              </p:val>
                                            </p:tav>
                                            <p:tav tm="100000">
                                              <p:val>
                                                <p:strVal val="#ppt_x"/>
                                              </p:val>
                                            </p:tav>
                                          </p:tavLst>
                                        </p:anim>
                                        <p:anim calcmode="lin" valueType="num" p14:bounceEnd="67000">
                                          <p:cBhvr additive="base">
                                            <p:cTn id="21" dur="1000" fill="hold"/>
                                            <p:tgtEl>
                                              <p:spTgt spid="9"/>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14:presetBounceEnd="67000">
                                      <p:stCondLst>
                                        <p:cond delay="750"/>
                                      </p:stCondLst>
                                      <p:childTnLst>
                                        <p:set>
                                          <p:cBhvr>
                                            <p:cTn id="23" dur="1" fill="hold">
                                              <p:stCondLst>
                                                <p:cond delay="0"/>
                                              </p:stCondLst>
                                            </p:cTn>
                                            <p:tgtEl>
                                              <p:spTgt spid="10"/>
                                            </p:tgtEl>
                                            <p:attrNameLst>
                                              <p:attrName>style.visibility</p:attrName>
                                            </p:attrNameLst>
                                          </p:cBhvr>
                                          <p:to>
                                            <p:strVal val="visible"/>
                                          </p:to>
                                        </p:set>
                                        <p:anim calcmode="lin" valueType="num" p14:bounceEnd="67000">
                                          <p:cBhvr additive="base">
                                            <p:cTn id="24" dur="1000" fill="hold"/>
                                            <p:tgtEl>
                                              <p:spTgt spid="10"/>
                                            </p:tgtEl>
                                            <p:attrNameLst>
                                              <p:attrName>ppt_x</p:attrName>
                                            </p:attrNameLst>
                                          </p:cBhvr>
                                          <p:tavLst>
                                            <p:tav tm="0">
                                              <p:val>
                                                <p:strVal val="#ppt_x"/>
                                              </p:val>
                                            </p:tav>
                                            <p:tav tm="100000">
                                              <p:val>
                                                <p:strVal val="#ppt_x"/>
                                              </p:val>
                                            </p:tav>
                                          </p:tavLst>
                                        </p:anim>
                                        <p:anim calcmode="lin" valueType="num" p14:bounceEnd="67000">
                                          <p:cBhvr additive="base">
                                            <p:cTn id="25" dur="1000" fill="hold"/>
                                            <p:tgtEl>
                                              <p:spTgt spid="10"/>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14:presetBounceEnd="67000">
                                      <p:stCondLst>
                                        <p:cond delay="750"/>
                                      </p:stCondLst>
                                      <p:childTnLst>
                                        <p:set>
                                          <p:cBhvr>
                                            <p:cTn id="27" dur="1" fill="hold">
                                              <p:stCondLst>
                                                <p:cond delay="0"/>
                                              </p:stCondLst>
                                            </p:cTn>
                                            <p:tgtEl>
                                              <p:spTgt spid="13"/>
                                            </p:tgtEl>
                                            <p:attrNameLst>
                                              <p:attrName>style.visibility</p:attrName>
                                            </p:attrNameLst>
                                          </p:cBhvr>
                                          <p:to>
                                            <p:strVal val="visible"/>
                                          </p:to>
                                        </p:set>
                                        <p:anim calcmode="lin" valueType="num" p14:bounceEnd="67000">
                                          <p:cBhvr additive="base">
                                            <p:cTn id="28" dur="1000" fill="hold"/>
                                            <p:tgtEl>
                                              <p:spTgt spid="13"/>
                                            </p:tgtEl>
                                            <p:attrNameLst>
                                              <p:attrName>ppt_x</p:attrName>
                                            </p:attrNameLst>
                                          </p:cBhvr>
                                          <p:tavLst>
                                            <p:tav tm="0">
                                              <p:val>
                                                <p:strVal val="#ppt_x"/>
                                              </p:val>
                                            </p:tav>
                                            <p:tav tm="100000">
                                              <p:val>
                                                <p:strVal val="#ppt_x"/>
                                              </p:val>
                                            </p:tav>
                                          </p:tavLst>
                                        </p:anim>
                                        <p:anim calcmode="lin" valueType="num" p14:bounceEnd="67000">
                                          <p:cBhvr additive="base">
                                            <p:cTn id="29" dur="1000" fill="hold"/>
                                            <p:tgtEl>
                                              <p:spTgt spid="13"/>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14:presetBounceEnd="67000">
                                      <p:stCondLst>
                                        <p:cond delay="1000"/>
                                      </p:stCondLst>
                                      <p:childTnLst>
                                        <p:set>
                                          <p:cBhvr>
                                            <p:cTn id="31" dur="1" fill="hold">
                                              <p:stCondLst>
                                                <p:cond delay="0"/>
                                              </p:stCondLst>
                                            </p:cTn>
                                            <p:tgtEl>
                                              <p:spTgt spid="11"/>
                                            </p:tgtEl>
                                            <p:attrNameLst>
                                              <p:attrName>style.visibility</p:attrName>
                                            </p:attrNameLst>
                                          </p:cBhvr>
                                          <p:to>
                                            <p:strVal val="visible"/>
                                          </p:to>
                                        </p:set>
                                        <p:anim calcmode="lin" valueType="num" p14:bounceEnd="67000">
                                          <p:cBhvr additive="base">
                                            <p:cTn id="32" dur="1000" fill="hold"/>
                                            <p:tgtEl>
                                              <p:spTgt spid="11"/>
                                            </p:tgtEl>
                                            <p:attrNameLst>
                                              <p:attrName>ppt_x</p:attrName>
                                            </p:attrNameLst>
                                          </p:cBhvr>
                                          <p:tavLst>
                                            <p:tav tm="0">
                                              <p:val>
                                                <p:strVal val="#ppt_x"/>
                                              </p:val>
                                            </p:tav>
                                            <p:tav tm="100000">
                                              <p:val>
                                                <p:strVal val="#ppt_x"/>
                                              </p:val>
                                            </p:tav>
                                          </p:tavLst>
                                        </p:anim>
                                        <p:anim calcmode="lin" valueType="num" p14:bounceEnd="67000">
                                          <p:cBhvr additive="base">
                                            <p:cTn id="33" dur="1000" fill="hold"/>
                                            <p:tgtEl>
                                              <p:spTgt spid="11"/>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14:presetBounceEnd="67000">
                                      <p:stCondLst>
                                        <p:cond delay="1000"/>
                                      </p:stCondLst>
                                      <p:childTnLst>
                                        <p:set>
                                          <p:cBhvr>
                                            <p:cTn id="35" dur="1" fill="hold">
                                              <p:stCondLst>
                                                <p:cond delay="0"/>
                                              </p:stCondLst>
                                            </p:cTn>
                                            <p:tgtEl>
                                              <p:spTgt spid="12"/>
                                            </p:tgtEl>
                                            <p:attrNameLst>
                                              <p:attrName>style.visibility</p:attrName>
                                            </p:attrNameLst>
                                          </p:cBhvr>
                                          <p:to>
                                            <p:strVal val="visible"/>
                                          </p:to>
                                        </p:set>
                                        <p:anim calcmode="lin" valueType="num" p14:bounceEnd="67000">
                                          <p:cBhvr additive="base">
                                            <p:cTn id="36" dur="1000" fill="hold"/>
                                            <p:tgtEl>
                                              <p:spTgt spid="12"/>
                                            </p:tgtEl>
                                            <p:attrNameLst>
                                              <p:attrName>ppt_x</p:attrName>
                                            </p:attrNameLst>
                                          </p:cBhvr>
                                          <p:tavLst>
                                            <p:tav tm="0">
                                              <p:val>
                                                <p:strVal val="#ppt_x"/>
                                              </p:val>
                                            </p:tav>
                                            <p:tav tm="100000">
                                              <p:val>
                                                <p:strVal val="#ppt_x"/>
                                              </p:val>
                                            </p:tav>
                                          </p:tavLst>
                                        </p:anim>
                                        <p:anim calcmode="lin" valueType="num" p14:bounceEnd="67000">
                                          <p:cBhvr additive="base">
                                            <p:cTn id="37" dur="10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P spid="11" grpId="0"/>
          <p:bldP spid="12" grpId="0" animBg="1"/>
          <p:bldP spid="13" grpId="0" animBg="1"/>
          <p:bldGraphic spid="14" grpId="0">
            <p:bldAsOne/>
          </p:bldGraphic>
          <p:bldGraphic spid="22" grpId="0">
            <p:bldAsOne/>
          </p:bldGraphic>
          <p:bldGraphic spid="23" grpId="0">
            <p:bldAsOne/>
          </p:bldGraphic>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heel(1)">
                                          <p:cBhvr>
                                            <p:cTn id="7" dur="1500"/>
                                            <p:tgtEl>
                                              <p:spTgt spid="14"/>
                                            </p:tgtEl>
                                          </p:cBhvr>
                                        </p:animEffect>
                                      </p:childTnLst>
                                    </p:cTn>
                                  </p:par>
                                  <p:par>
                                    <p:cTn id="8" presetID="21" presetClass="entr" presetSubtype="1" fill="hold" grpId="0" nodeType="withEffect">
                                      <p:stCondLst>
                                        <p:cond delay="250"/>
                                      </p:stCondLst>
                                      <p:childTnLst>
                                        <p:set>
                                          <p:cBhvr>
                                            <p:cTn id="9" dur="1" fill="hold">
                                              <p:stCondLst>
                                                <p:cond delay="0"/>
                                              </p:stCondLst>
                                            </p:cTn>
                                            <p:tgtEl>
                                              <p:spTgt spid="22"/>
                                            </p:tgtEl>
                                            <p:attrNameLst>
                                              <p:attrName>style.visibility</p:attrName>
                                            </p:attrNameLst>
                                          </p:cBhvr>
                                          <p:to>
                                            <p:strVal val="visible"/>
                                          </p:to>
                                        </p:set>
                                        <p:animEffect transition="in" filter="wheel(1)">
                                          <p:cBhvr>
                                            <p:cTn id="10" dur="1500"/>
                                            <p:tgtEl>
                                              <p:spTgt spid="22"/>
                                            </p:tgtEl>
                                          </p:cBhvr>
                                        </p:animEffect>
                                      </p:childTnLst>
                                    </p:cTn>
                                  </p:par>
                                  <p:par>
                                    <p:cTn id="11" presetID="21" presetClass="entr" presetSubtype="1" fill="hold" grpId="0" nodeType="withEffect">
                                      <p:stCondLst>
                                        <p:cond delay="500"/>
                                      </p:stCondLst>
                                      <p:childTnLst>
                                        <p:set>
                                          <p:cBhvr>
                                            <p:cTn id="12" dur="1" fill="hold">
                                              <p:stCondLst>
                                                <p:cond delay="0"/>
                                              </p:stCondLst>
                                            </p:cTn>
                                            <p:tgtEl>
                                              <p:spTgt spid="23"/>
                                            </p:tgtEl>
                                            <p:attrNameLst>
                                              <p:attrName>style.visibility</p:attrName>
                                            </p:attrNameLst>
                                          </p:cBhvr>
                                          <p:to>
                                            <p:strVal val="visible"/>
                                          </p:to>
                                        </p:set>
                                        <p:animEffect transition="in" filter="wheel(1)">
                                          <p:cBhvr>
                                            <p:cTn id="13" dur="1500"/>
                                            <p:tgtEl>
                                              <p:spTgt spid="23"/>
                                            </p:tgtEl>
                                          </p:cBhvr>
                                        </p:animEffect>
                                      </p:childTnLst>
                                    </p:cTn>
                                  </p:par>
                                  <p:par>
                                    <p:cTn id="14" presetID="2" presetClass="entr" presetSubtype="4" fill="hold" grpId="0" nodeType="withEffect">
                                      <p:stCondLst>
                                        <p:cond delay="50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1000" fill="hold"/>
                                            <p:tgtEl>
                                              <p:spTgt spid="8"/>
                                            </p:tgtEl>
                                            <p:attrNameLst>
                                              <p:attrName>ppt_x</p:attrName>
                                            </p:attrNameLst>
                                          </p:cBhvr>
                                          <p:tavLst>
                                            <p:tav tm="0">
                                              <p:val>
                                                <p:strVal val="#ppt_x"/>
                                              </p:val>
                                            </p:tav>
                                            <p:tav tm="100000">
                                              <p:val>
                                                <p:strVal val="#ppt_x"/>
                                              </p:val>
                                            </p:tav>
                                          </p:tavLst>
                                        </p:anim>
                                        <p:anim calcmode="lin" valueType="num">
                                          <p:cBhvr additive="base">
                                            <p:cTn id="17" dur="1000" fill="hold"/>
                                            <p:tgtEl>
                                              <p:spTgt spid="8"/>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50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1000" fill="hold"/>
                                            <p:tgtEl>
                                              <p:spTgt spid="9"/>
                                            </p:tgtEl>
                                            <p:attrNameLst>
                                              <p:attrName>ppt_x</p:attrName>
                                            </p:attrNameLst>
                                          </p:cBhvr>
                                          <p:tavLst>
                                            <p:tav tm="0">
                                              <p:val>
                                                <p:strVal val="#ppt_x"/>
                                              </p:val>
                                            </p:tav>
                                            <p:tav tm="100000">
                                              <p:val>
                                                <p:strVal val="#ppt_x"/>
                                              </p:val>
                                            </p:tav>
                                          </p:tavLst>
                                        </p:anim>
                                        <p:anim calcmode="lin" valueType="num">
                                          <p:cBhvr additive="base">
                                            <p:cTn id="21" dur="1000" fill="hold"/>
                                            <p:tgtEl>
                                              <p:spTgt spid="9"/>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75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1000" fill="hold"/>
                                            <p:tgtEl>
                                              <p:spTgt spid="10"/>
                                            </p:tgtEl>
                                            <p:attrNameLst>
                                              <p:attrName>ppt_x</p:attrName>
                                            </p:attrNameLst>
                                          </p:cBhvr>
                                          <p:tavLst>
                                            <p:tav tm="0">
                                              <p:val>
                                                <p:strVal val="#ppt_x"/>
                                              </p:val>
                                            </p:tav>
                                            <p:tav tm="100000">
                                              <p:val>
                                                <p:strVal val="#ppt_x"/>
                                              </p:val>
                                            </p:tav>
                                          </p:tavLst>
                                        </p:anim>
                                        <p:anim calcmode="lin" valueType="num">
                                          <p:cBhvr additive="base">
                                            <p:cTn id="25" dur="1000" fill="hold"/>
                                            <p:tgtEl>
                                              <p:spTgt spid="10"/>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75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1000" fill="hold"/>
                                            <p:tgtEl>
                                              <p:spTgt spid="13"/>
                                            </p:tgtEl>
                                            <p:attrNameLst>
                                              <p:attrName>ppt_x</p:attrName>
                                            </p:attrNameLst>
                                          </p:cBhvr>
                                          <p:tavLst>
                                            <p:tav tm="0">
                                              <p:val>
                                                <p:strVal val="#ppt_x"/>
                                              </p:val>
                                            </p:tav>
                                            <p:tav tm="100000">
                                              <p:val>
                                                <p:strVal val="#ppt_x"/>
                                              </p:val>
                                            </p:tav>
                                          </p:tavLst>
                                        </p:anim>
                                        <p:anim calcmode="lin" valueType="num">
                                          <p:cBhvr additive="base">
                                            <p:cTn id="29" dur="1000" fill="hold"/>
                                            <p:tgtEl>
                                              <p:spTgt spid="13"/>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100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1000" fill="hold"/>
                                            <p:tgtEl>
                                              <p:spTgt spid="11"/>
                                            </p:tgtEl>
                                            <p:attrNameLst>
                                              <p:attrName>ppt_x</p:attrName>
                                            </p:attrNameLst>
                                          </p:cBhvr>
                                          <p:tavLst>
                                            <p:tav tm="0">
                                              <p:val>
                                                <p:strVal val="#ppt_x"/>
                                              </p:val>
                                            </p:tav>
                                            <p:tav tm="100000">
                                              <p:val>
                                                <p:strVal val="#ppt_x"/>
                                              </p:val>
                                            </p:tav>
                                          </p:tavLst>
                                        </p:anim>
                                        <p:anim calcmode="lin" valueType="num">
                                          <p:cBhvr additive="base">
                                            <p:cTn id="33" dur="1000" fill="hold"/>
                                            <p:tgtEl>
                                              <p:spTgt spid="11"/>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100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1000" fill="hold"/>
                                            <p:tgtEl>
                                              <p:spTgt spid="12"/>
                                            </p:tgtEl>
                                            <p:attrNameLst>
                                              <p:attrName>ppt_x</p:attrName>
                                            </p:attrNameLst>
                                          </p:cBhvr>
                                          <p:tavLst>
                                            <p:tav tm="0">
                                              <p:val>
                                                <p:strVal val="#ppt_x"/>
                                              </p:val>
                                            </p:tav>
                                            <p:tav tm="100000">
                                              <p:val>
                                                <p:strVal val="#ppt_x"/>
                                              </p:val>
                                            </p:tav>
                                          </p:tavLst>
                                        </p:anim>
                                        <p:anim calcmode="lin" valueType="num">
                                          <p:cBhvr additive="base">
                                            <p:cTn id="37" dur="10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P spid="11" grpId="0"/>
          <p:bldP spid="12" grpId="0" animBg="1"/>
          <p:bldP spid="13" grpId="0" animBg="1"/>
          <p:bldGraphic spid="14" grpId="0">
            <p:bldAsOne/>
          </p:bldGraphic>
          <p:bldGraphic spid="22" grpId="0">
            <p:bldAsOne/>
          </p:bldGraphic>
          <p:bldGraphic spid="23" grpId="0">
            <p:bldAsOne/>
          </p:bldGraphic>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06_Line">
            <a:extLst>
              <a:ext uri="{FF2B5EF4-FFF2-40B4-BE49-F238E27FC236}">
                <a16:creationId xmlns:a16="http://schemas.microsoft.com/office/drawing/2014/main" id="{3473D038-3047-48B8-A2E5-E73BE0F4FA6A}"/>
              </a:ext>
            </a:extLst>
          </p:cNvPr>
          <p:cNvCxnSpPr/>
          <p:nvPr/>
        </p:nvCxnSpPr>
        <p:spPr>
          <a:xfrm>
            <a:off x="2693444" y="2528605"/>
            <a:ext cx="7553194" cy="0"/>
          </a:xfrm>
          <a:prstGeom prst="line">
            <a:avLst/>
          </a:prstGeom>
          <a:ln w="38100">
            <a:solidFill>
              <a:schemeClr val="bg2">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05_Line">
            <a:extLst>
              <a:ext uri="{FF2B5EF4-FFF2-40B4-BE49-F238E27FC236}">
                <a16:creationId xmlns:a16="http://schemas.microsoft.com/office/drawing/2014/main" id="{CEC11741-F4F7-4FA9-A427-89F483F30230}"/>
              </a:ext>
            </a:extLst>
          </p:cNvPr>
          <p:cNvCxnSpPr/>
          <p:nvPr/>
        </p:nvCxnSpPr>
        <p:spPr>
          <a:xfrm>
            <a:off x="2693444" y="3183481"/>
            <a:ext cx="7553194" cy="0"/>
          </a:xfrm>
          <a:prstGeom prst="line">
            <a:avLst/>
          </a:prstGeom>
          <a:ln w="38100">
            <a:solidFill>
              <a:schemeClr val="bg2">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04_Line">
            <a:extLst>
              <a:ext uri="{FF2B5EF4-FFF2-40B4-BE49-F238E27FC236}">
                <a16:creationId xmlns:a16="http://schemas.microsoft.com/office/drawing/2014/main" id="{8A344304-5402-48EB-AA0E-2212C88D0FA5}"/>
              </a:ext>
            </a:extLst>
          </p:cNvPr>
          <p:cNvCxnSpPr/>
          <p:nvPr/>
        </p:nvCxnSpPr>
        <p:spPr>
          <a:xfrm>
            <a:off x="2698207" y="3841619"/>
            <a:ext cx="7553194" cy="0"/>
          </a:xfrm>
          <a:prstGeom prst="line">
            <a:avLst/>
          </a:prstGeom>
          <a:ln w="38100">
            <a:solidFill>
              <a:schemeClr val="bg2">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2" name="03_Line">
            <a:extLst>
              <a:ext uri="{FF2B5EF4-FFF2-40B4-BE49-F238E27FC236}">
                <a16:creationId xmlns:a16="http://schemas.microsoft.com/office/drawing/2014/main" id="{C09C4479-B1CD-431D-AEFA-D3DA4318B406}"/>
              </a:ext>
            </a:extLst>
          </p:cNvPr>
          <p:cNvCxnSpPr/>
          <p:nvPr/>
        </p:nvCxnSpPr>
        <p:spPr>
          <a:xfrm>
            <a:off x="2698207" y="4498844"/>
            <a:ext cx="7553194" cy="0"/>
          </a:xfrm>
          <a:prstGeom prst="line">
            <a:avLst/>
          </a:prstGeom>
          <a:ln w="38100">
            <a:solidFill>
              <a:schemeClr val="bg2">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02_Line">
            <a:extLst>
              <a:ext uri="{FF2B5EF4-FFF2-40B4-BE49-F238E27FC236}">
                <a16:creationId xmlns:a16="http://schemas.microsoft.com/office/drawing/2014/main" id="{4CCCC7FB-0367-4EF1-8382-64DF00D5292B}"/>
              </a:ext>
            </a:extLst>
          </p:cNvPr>
          <p:cNvCxnSpPr/>
          <p:nvPr/>
        </p:nvCxnSpPr>
        <p:spPr>
          <a:xfrm>
            <a:off x="2698207" y="5154481"/>
            <a:ext cx="7553194" cy="0"/>
          </a:xfrm>
          <a:prstGeom prst="line">
            <a:avLst/>
          </a:prstGeom>
          <a:ln w="38100">
            <a:solidFill>
              <a:schemeClr val="bg2">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01_Line">
            <a:extLst>
              <a:ext uri="{FF2B5EF4-FFF2-40B4-BE49-F238E27FC236}">
                <a16:creationId xmlns:a16="http://schemas.microsoft.com/office/drawing/2014/main" id="{4967AB7C-948E-4EB4-89EC-21A8C6557FC2}"/>
              </a:ext>
            </a:extLst>
          </p:cNvPr>
          <p:cNvCxnSpPr/>
          <p:nvPr/>
        </p:nvCxnSpPr>
        <p:spPr>
          <a:xfrm>
            <a:off x="2698207" y="5810119"/>
            <a:ext cx="7553194" cy="0"/>
          </a:xfrm>
          <a:prstGeom prst="line">
            <a:avLst/>
          </a:prstGeom>
          <a:ln w="38100">
            <a:solidFill>
              <a:schemeClr val="bg2">
                <a:lumMod val="75000"/>
                <a:lumOff val="25000"/>
              </a:schemeClr>
            </a:solidFill>
          </a:ln>
        </p:spPr>
        <p:style>
          <a:lnRef idx="1">
            <a:schemeClr val="accent1"/>
          </a:lnRef>
          <a:fillRef idx="0">
            <a:schemeClr val="accent1"/>
          </a:fillRef>
          <a:effectRef idx="0">
            <a:schemeClr val="accent1"/>
          </a:effectRef>
          <a:fontRef idx="minor">
            <a:schemeClr val="tx1"/>
          </a:fontRef>
        </p:style>
      </p:cxnSp>
      <p:graphicFrame>
        <p:nvGraphicFramePr>
          <p:cNvPr id="9" name="Chart 8">
            <a:extLst>
              <a:ext uri="{FF2B5EF4-FFF2-40B4-BE49-F238E27FC236}">
                <a16:creationId xmlns:a16="http://schemas.microsoft.com/office/drawing/2014/main" id="{C770C638-3D6E-4217-B1AB-A15B1443F8CF}"/>
              </a:ext>
            </a:extLst>
          </p:cNvPr>
          <p:cNvGraphicFramePr/>
          <p:nvPr>
            <p:extLst>
              <p:ext uri="{D42A27DB-BD31-4B8C-83A1-F6EECF244321}">
                <p14:modId xmlns:p14="http://schemas.microsoft.com/office/powerpoint/2010/main" val="2115723887"/>
              </p:ext>
            </p:extLst>
          </p:nvPr>
        </p:nvGraphicFramePr>
        <p:xfrm>
          <a:off x="2547220" y="1460701"/>
          <a:ext cx="81280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0" name="Rectangle 29">
            <a:extLst>
              <a:ext uri="{FF2B5EF4-FFF2-40B4-BE49-F238E27FC236}">
                <a16:creationId xmlns:a16="http://schemas.microsoft.com/office/drawing/2014/main" id="{42A8AD10-EB2F-4C24-9AC9-B86DC764E20A}"/>
              </a:ext>
            </a:extLst>
          </p:cNvPr>
          <p:cNvSpPr>
            <a:spLocks noChangeArrowheads="1"/>
          </p:cNvSpPr>
          <p:nvPr/>
        </p:nvSpPr>
        <p:spPr bwMode="auto">
          <a:xfrm>
            <a:off x="1844110" y="2405494"/>
            <a:ext cx="80791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UA" sz="1600" i="0" u="none" strike="noStrike" cap="none" normalizeH="0" baseline="0">
                <a:ln>
                  <a:noFill/>
                </a:ln>
                <a:solidFill>
                  <a:schemeClr val="accent6"/>
                </a:solidFill>
                <a:effectLst/>
                <a:latin typeface="Montserrat Medium" panose="00000600000000000000" pitchFamily="50" charset="-52"/>
              </a:rPr>
              <a:t>Step 06</a:t>
            </a:r>
            <a:endParaRPr kumimoji="0" lang="ru-UA" altLang="ru-UA" sz="1800" i="0" u="none" strike="noStrike" cap="none" normalizeH="0" baseline="0">
              <a:ln>
                <a:noFill/>
              </a:ln>
              <a:solidFill>
                <a:schemeClr val="accent6"/>
              </a:solidFill>
              <a:effectLst/>
              <a:latin typeface="Montserrat Medium" panose="00000600000000000000" pitchFamily="50" charset="-52"/>
            </a:endParaRPr>
          </a:p>
        </p:txBody>
      </p:sp>
      <p:sp>
        <p:nvSpPr>
          <p:cNvPr id="11" name="Rectangle 29">
            <a:extLst>
              <a:ext uri="{FF2B5EF4-FFF2-40B4-BE49-F238E27FC236}">
                <a16:creationId xmlns:a16="http://schemas.microsoft.com/office/drawing/2014/main" id="{E6C821AA-9690-4B87-BC04-3271F45660AE}"/>
              </a:ext>
            </a:extLst>
          </p:cNvPr>
          <p:cNvSpPr>
            <a:spLocks noChangeArrowheads="1"/>
          </p:cNvSpPr>
          <p:nvPr/>
        </p:nvSpPr>
        <p:spPr bwMode="auto">
          <a:xfrm>
            <a:off x="1844110" y="3050286"/>
            <a:ext cx="79989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UA" sz="1600" i="0" u="none" strike="noStrike" cap="none" normalizeH="0" baseline="0">
                <a:ln>
                  <a:noFill/>
                </a:ln>
                <a:solidFill>
                  <a:schemeClr val="accent5"/>
                </a:solidFill>
                <a:effectLst/>
                <a:latin typeface="Montserrat Medium" panose="00000600000000000000" pitchFamily="50" charset="-52"/>
              </a:rPr>
              <a:t>Step 05</a:t>
            </a:r>
            <a:endParaRPr kumimoji="0" lang="ru-UA" altLang="ru-UA" sz="1800" i="0" u="none" strike="noStrike" cap="none" normalizeH="0" baseline="0">
              <a:ln>
                <a:noFill/>
              </a:ln>
              <a:solidFill>
                <a:schemeClr val="accent5"/>
              </a:solidFill>
              <a:effectLst/>
              <a:latin typeface="Montserrat Medium" panose="00000600000000000000" pitchFamily="50" charset="-52"/>
            </a:endParaRPr>
          </a:p>
        </p:txBody>
      </p:sp>
      <p:sp>
        <p:nvSpPr>
          <p:cNvPr id="12" name="Rectangle 29">
            <a:extLst>
              <a:ext uri="{FF2B5EF4-FFF2-40B4-BE49-F238E27FC236}">
                <a16:creationId xmlns:a16="http://schemas.microsoft.com/office/drawing/2014/main" id="{47223C2E-9C71-4B10-8F1F-81AD53C00807}"/>
              </a:ext>
            </a:extLst>
          </p:cNvPr>
          <p:cNvSpPr>
            <a:spLocks noChangeArrowheads="1"/>
          </p:cNvSpPr>
          <p:nvPr/>
        </p:nvSpPr>
        <p:spPr bwMode="auto">
          <a:xfrm>
            <a:off x="1844110" y="3692989"/>
            <a:ext cx="81913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UA" sz="1600" i="0" u="none" strike="noStrike" cap="none" normalizeH="0" baseline="0">
                <a:ln>
                  <a:noFill/>
                </a:ln>
                <a:solidFill>
                  <a:schemeClr val="accent4"/>
                </a:solidFill>
                <a:effectLst/>
                <a:latin typeface="Montserrat Medium" panose="00000600000000000000" pitchFamily="50" charset="-52"/>
              </a:rPr>
              <a:t>Step 04</a:t>
            </a:r>
            <a:endParaRPr kumimoji="0" lang="ru-UA" altLang="ru-UA" sz="1800" i="0" u="none" strike="noStrike" cap="none" normalizeH="0" baseline="0">
              <a:ln>
                <a:noFill/>
              </a:ln>
              <a:solidFill>
                <a:schemeClr val="accent4"/>
              </a:solidFill>
              <a:effectLst/>
              <a:latin typeface="Montserrat Medium" panose="00000600000000000000" pitchFamily="50" charset="-52"/>
            </a:endParaRPr>
          </a:p>
        </p:txBody>
      </p:sp>
      <p:sp>
        <p:nvSpPr>
          <p:cNvPr id="13" name="Rectangle 29">
            <a:extLst>
              <a:ext uri="{FF2B5EF4-FFF2-40B4-BE49-F238E27FC236}">
                <a16:creationId xmlns:a16="http://schemas.microsoft.com/office/drawing/2014/main" id="{97BFAADB-2C64-481E-9199-799C19134E7F}"/>
              </a:ext>
            </a:extLst>
          </p:cNvPr>
          <p:cNvSpPr>
            <a:spLocks noChangeArrowheads="1"/>
          </p:cNvSpPr>
          <p:nvPr/>
        </p:nvSpPr>
        <p:spPr bwMode="auto">
          <a:xfrm>
            <a:off x="1844110" y="4366710"/>
            <a:ext cx="79829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UA" sz="1600" i="0" u="none" strike="noStrike" cap="none" normalizeH="0" baseline="0">
                <a:ln>
                  <a:noFill/>
                </a:ln>
                <a:solidFill>
                  <a:schemeClr val="accent3"/>
                </a:solidFill>
                <a:effectLst/>
                <a:latin typeface="Montserrat Medium" panose="00000600000000000000" pitchFamily="50" charset="-52"/>
              </a:rPr>
              <a:t>Step 03</a:t>
            </a:r>
            <a:endParaRPr kumimoji="0" lang="ru-UA" altLang="ru-UA" sz="1800" i="0" u="none" strike="noStrike" cap="none" normalizeH="0" baseline="0">
              <a:ln>
                <a:noFill/>
              </a:ln>
              <a:solidFill>
                <a:schemeClr val="accent3"/>
              </a:solidFill>
              <a:effectLst/>
              <a:latin typeface="Montserrat Medium" panose="00000600000000000000" pitchFamily="50" charset="-52"/>
            </a:endParaRPr>
          </a:p>
        </p:txBody>
      </p:sp>
      <p:sp>
        <p:nvSpPr>
          <p:cNvPr id="14" name="Rectangle 29">
            <a:extLst>
              <a:ext uri="{FF2B5EF4-FFF2-40B4-BE49-F238E27FC236}">
                <a16:creationId xmlns:a16="http://schemas.microsoft.com/office/drawing/2014/main" id="{B48A9A8C-CCF4-4664-A0B3-CA49709BAA90}"/>
              </a:ext>
            </a:extLst>
          </p:cNvPr>
          <p:cNvSpPr>
            <a:spLocks noChangeArrowheads="1"/>
          </p:cNvSpPr>
          <p:nvPr/>
        </p:nvSpPr>
        <p:spPr bwMode="auto">
          <a:xfrm>
            <a:off x="1844110" y="5026859"/>
            <a:ext cx="79829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UA" sz="1600" i="0" u="none" strike="noStrike" cap="none" normalizeH="0" baseline="0">
                <a:ln>
                  <a:noFill/>
                </a:ln>
                <a:solidFill>
                  <a:schemeClr val="accent2"/>
                </a:solidFill>
                <a:effectLst/>
                <a:latin typeface="Montserrat Medium" panose="00000600000000000000" pitchFamily="50" charset="-52"/>
              </a:rPr>
              <a:t>Step 02</a:t>
            </a:r>
            <a:endParaRPr kumimoji="0" lang="ru-UA" altLang="ru-UA" sz="1800" i="0" u="none" strike="noStrike" cap="none" normalizeH="0" baseline="0">
              <a:ln>
                <a:noFill/>
              </a:ln>
              <a:solidFill>
                <a:schemeClr val="accent2"/>
              </a:solidFill>
              <a:effectLst/>
              <a:latin typeface="Montserrat Medium" panose="00000600000000000000" pitchFamily="50" charset="-52"/>
            </a:endParaRPr>
          </a:p>
        </p:txBody>
      </p:sp>
      <p:sp>
        <p:nvSpPr>
          <p:cNvPr id="15" name="Rectangle 29">
            <a:extLst>
              <a:ext uri="{FF2B5EF4-FFF2-40B4-BE49-F238E27FC236}">
                <a16:creationId xmlns:a16="http://schemas.microsoft.com/office/drawing/2014/main" id="{BE82E1E0-E3DF-47E0-AE80-678E6E0392B8}"/>
              </a:ext>
            </a:extLst>
          </p:cNvPr>
          <p:cNvSpPr>
            <a:spLocks noChangeArrowheads="1"/>
          </p:cNvSpPr>
          <p:nvPr/>
        </p:nvSpPr>
        <p:spPr bwMode="auto">
          <a:xfrm>
            <a:off x="1844110" y="5687008"/>
            <a:ext cx="75822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UA" sz="1600" i="0" u="none" strike="noStrike" cap="none" normalizeH="0" baseline="0">
                <a:ln>
                  <a:noFill/>
                </a:ln>
                <a:solidFill>
                  <a:schemeClr val="accent1"/>
                </a:solidFill>
                <a:effectLst/>
                <a:latin typeface="Montserrat Medium" panose="00000600000000000000" pitchFamily="50" charset="-52"/>
              </a:rPr>
              <a:t>Step 01</a:t>
            </a:r>
            <a:endParaRPr kumimoji="0" lang="ru-UA" altLang="ru-UA" sz="1800" i="0" u="none" strike="noStrike" cap="none" normalizeH="0" baseline="0">
              <a:ln>
                <a:noFill/>
              </a:ln>
              <a:solidFill>
                <a:schemeClr val="accent1"/>
              </a:solidFill>
              <a:effectLst/>
              <a:latin typeface="Montserrat Medium" panose="00000600000000000000" pitchFamily="50" charset="-52"/>
            </a:endParaRPr>
          </a:p>
        </p:txBody>
      </p:sp>
      <p:sp>
        <p:nvSpPr>
          <p:cNvPr id="16" name="TextBox 15">
            <a:extLst>
              <a:ext uri="{FF2B5EF4-FFF2-40B4-BE49-F238E27FC236}">
                <a16:creationId xmlns:a16="http://schemas.microsoft.com/office/drawing/2014/main" id="{DC9F8C88-7A99-4E80-A1F3-2A4E4097CD35}"/>
              </a:ext>
            </a:extLst>
          </p:cNvPr>
          <p:cNvSpPr txBox="1"/>
          <p:nvPr/>
        </p:nvSpPr>
        <p:spPr>
          <a:xfrm>
            <a:off x="3245702" y="333188"/>
            <a:ext cx="5700600" cy="461665"/>
          </a:xfrm>
          <a:prstGeom prst="rect">
            <a:avLst/>
          </a:prstGeom>
          <a:noFill/>
        </p:spPr>
        <p:txBody>
          <a:bodyPr wrap="none" rtlCol="0">
            <a:spAutoFit/>
          </a:bodyPr>
          <a:lstStyle/>
          <a:p>
            <a:pPr algn="ctr"/>
            <a:r>
              <a:rPr lang="en-US" sz="2400">
                <a:latin typeface="Montserrat SemiBold" panose="00000700000000000000" pitchFamily="50" charset="-52"/>
              </a:rPr>
              <a:t>EDITABLE COLUMN INFOGRAPHIC</a:t>
            </a:r>
            <a:endParaRPr lang="ru-UA" sz="2400">
              <a:latin typeface="Montserrat SemiBold" panose="00000700000000000000" pitchFamily="50" charset="-52"/>
            </a:endParaRPr>
          </a:p>
        </p:txBody>
      </p:sp>
      <p:sp>
        <p:nvSpPr>
          <p:cNvPr id="17" name="TextBox 16">
            <a:extLst>
              <a:ext uri="{FF2B5EF4-FFF2-40B4-BE49-F238E27FC236}">
                <a16:creationId xmlns:a16="http://schemas.microsoft.com/office/drawing/2014/main" id="{76366B4E-72F4-4D7D-B104-717845C10500}"/>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2388358579"/>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graphicEl>
                                                  <a:chart seriesIdx="-3" categoryIdx="-3" bldStep="gridLegend"/>
                                                </p:graphicEl>
                                              </p:spTgt>
                                            </p:tgtEl>
                                            <p:attrNameLst>
                                              <p:attrName>style.visibility</p:attrName>
                                            </p:attrNameLst>
                                          </p:cBhvr>
                                          <p:to>
                                            <p:strVal val="visible"/>
                                          </p:to>
                                        </p:set>
                                        <p:animEffect transition="in" filter="wipe(left)">
                                          <p:cBhvr>
                                            <p:cTn id="7" dur="750"/>
                                            <p:tgtEl>
                                              <p:spTgt spid="9">
                                                <p:graphicEl>
                                                  <a:chart seriesIdx="-3" categoryIdx="-3" bldStep="gridLegend"/>
                                                </p:graphicEl>
                                              </p:spTgt>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9">
                                                <p:graphicEl>
                                                  <a:chart seriesIdx="0" categoryIdx="0" bldStep="ptInSeries"/>
                                                </p:graphicEl>
                                              </p:spTgt>
                                            </p:tgtEl>
                                            <p:attrNameLst>
                                              <p:attrName>style.visibility</p:attrName>
                                            </p:attrNameLst>
                                          </p:cBhvr>
                                          <p:to>
                                            <p:strVal val="visible"/>
                                          </p:to>
                                        </p:set>
                                        <p:animEffect transition="in" filter="wipe(left)">
                                          <p:cBhvr>
                                            <p:cTn id="10" dur="750"/>
                                            <p:tgtEl>
                                              <p:spTgt spid="9">
                                                <p:graphicEl>
                                                  <a:chart seriesIdx="0" categoryIdx="0" bldStep="ptInSeries"/>
                                                </p:graphicEl>
                                              </p:spTgt>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9">
                                                <p:graphicEl>
                                                  <a:chart seriesIdx="1" categoryIdx="0" bldStep="ptInSeries"/>
                                                </p:graphicEl>
                                              </p:spTgt>
                                            </p:tgtEl>
                                            <p:attrNameLst>
                                              <p:attrName>style.visibility</p:attrName>
                                            </p:attrNameLst>
                                          </p:cBhvr>
                                          <p:to>
                                            <p:strVal val="visible"/>
                                          </p:to>
                                        </p:set>
                                        <p:animEffect transition="in" filter="wipe(left)">
                                          <p:cBhvr>
                                            <p:cTn id="13" dur="750"/>
                                            <p:tgtEl>
                                              <p:spTgt spid="9">
                                                <p:graphicEl>
                                                  <a:chart seriesIdx="1" categoryIdx="0" bldStep="ptInSeries"/>
                                                </p:graphicEl>
                                              </p:spTgt>
                                            </p:tgtEl>
                                          </p:cBhvr>
                                        </p:animEffect>
                                      </p:childTnLst>
                                    </p:cTn>
                                  </p:par>
                                  <p:par>
                                    <p:cTn id="14" presetID="22" presetClass="entr" presetSubtype="8" fill="hold" grpId="0" nodeType="withEffect">
                                      <p:stCondLst>
                                        <p:cond delay="750"/>
                                      </p:stCondLst>
                                      <p:childTnLst>
                                        <p:set>
                                          <p:cBhvr>
                                            <p:cTn id="15" dur="1" fill="hold">
                                              <p:stCondLst>
                                                <p:cond delay="0"/>
                                              </p:stCondLst>
                                            </p:cTn>
                                            <p:tgtEl>
                                              <p:spTgt spid="9">
                                                <p:graphicEl>
                                                  <a:chart seriesIdx="2" categoryIdx="0" bldStep="ptInSeries"/>
                                                </p:graphicEl>
                                              </p:spTgt>
                                            </p:tgtEl>
                                            <p:attrNameLst>
                                              <p:attrName>style.visibility</p:attrName>
                                            </p:attrNameLst>
                                          </p:cBhvr>
                                          <p:to>
                                            <p:strVal val="visible"/>
                                          </p:to>
                                        </p:set>
                                        <p:animEffect transition="in" filter="wipe(left)">
                                          <p:cBhvr>
                                            <p:cTn id="16" dur="750"/>
                                            <p:tgtEl>
                                              <p:spTgt spid="9">
                                                <p:graphicEl>
                                                  <a:chart seriesIdx="2" categoryIdx="0" bldStep="ptInSeries"/>
                                                </p:graphicEl>
                                              </p:spTgt>
                                            </p:tgtEl>
                                          </p:cBhvr>
                                        </p:animEffect>
                                      </p:childTnLst>
                                    </p:cTn>
                                  </p:par>
                                  <p:par>
                                    <p:cTn id="17" presetID="22" presetClass="entr" presetSubtype="8" fill="hold" grpId="0" nodeType="withEffect">
                                      <p:stCondLst>
                                        <p:cond delay="1000"/>
                                      </p:stCondLst>
                                      <p:childTnLst>
                                        <p:set>
                                          <p:cBhvr>
                                            <p:cTn id="18" dur="1" fill="hold">
                                              <p:stCondLst>
                                                <p:cond delay="0"/>
                                              </p:stCondLst>
                                            </p:cTn>
                                            <p:tgtEl>
                                              <p:spTgt spid="9">
                                                <p:graphicEl>
                                                  <a:chart seriesIdx="3" categoryIdx="0" bldStep="ptInSeries"/>
                                                </p:graphicEl>
                                              </p:spTgt>
                                            </p:tgtEl>
                                            <p:attrNameLst>
                                              <p:attrName>style.visibility</p:attrName>
                                            </p:attrNameLst>
                                          </p:cBhvr>
                                          <p:to>
                                            <p:strVal val="visible"/>
                                          </p:to>
                                        </p:set>
                                        <p:animEffect transition="in" filter="wipe(left)">
                                          <p:cBhvr>
                                            <p:cTn id="19" dur="750"/>
                                            <p:tgtEl>
                                              <p:spTgt spid="9">
                                                <p:graphicEl>
                                                  <a:chart seriesIdx="3" categoryIdx="0" bldStep="ptInSeries"/>
                                                </p:graphicEl>
                                              </p:spTgt>
                                            </p:tgtEl>
                                          </p:cBhvr>
                                        </p:animEffect>
                                      </p:childTnLst>
                                    </p:cTn>
                                  </p:par>
                                  <p:par>
                                    <p:cTn id="20" presetID="22" presetClass="entr" presetSubtype="8" fill="hold" grpId="0" nodeType="withEffect">
                                      <p:stCondLst>
                                        <p:cond delay="1250"/>
                                      </p:stCondLst>
                                      <p:childTnLst>
                                        <p:set>
                                          <p:cBhvr>
                                            <p:cTn id="21" dur="1" fill="hold">
                                              <p:stCondLst>
                                                <p:cond delay="0"/>
                                              </p:stCondLst>
                                            </p:cTn>
                                            <p:tgtEl>
                                              <p:spTgt spid="9">
                                                <p:graphicEl>
                                                  <a:chart seriesIdx="4" categoryIdx="0" bldStep="ptInSeries"/>
                                                </p:graphicEl>
                                              </p:spTgt>
                                            </p:tgtEl>
                                            <p:attrNameLst>
                                              <p:attrName>style.visibility</p:attrName>
                                            </p:attrNameLst>
                                          </p:cBhvr>
                                          <p:to>
                                            <p:strVal val="visible"/>
                                          </p:to>
                                        </p:set>
                                        <p:animEffect transition="in" filter="wipe(left)">
                                          <p:cBhvr>
                                            <p:cTn id="22" dur="750"/>
                                            <p:tgtEl>
                                              <p:spTgt spid="9">
                                                <p:graphicEl>
                                                  <a:chart seriesIdx="4" categoryIdx="0" bldStep="ptInSeries"/>
                                                </p:graphicEl>
                                              </p:spTgt>
                                            </p:tgtEl>
                                          </p:cBhvr>
                                        </p:animEffect>
                                      </p:childTnLst>
                                    </p:cTn>
                                  </p:par>
                                  <p:par>
                                    <p:cTn id="23" presetID="22" presetClass="entr" presetSubtype="8" fill="hold" grpId="0" nodeType="withEffect">
                                      <p:stCondLst>
                                        <p:cond delay="1500"/>
                                      </p:stCondLst>
                                      <p:childTnLst>
                                        <p:set>
                                          <p:cBhvr>
                                            <p:cTn id="24" dur="1" fill="hold">
                                              <p:stCondLst>
                                                <p:cond delay="0"/>
                                              </p:stCondLst>
                                            </p:cTn>
                                            <p:tgtEl>
                                              <p:spTgt spid="9">
                                                <p:graphicEl>
                                                  <a:chart seriesIdx="5" categoryIdx="0" bldStep="ptInSeries"/>
                                                </p:graphicEl>
                                              </p:spTgt>
                                            </p:tgtEl>
                                            <p:attrNameLst>
                                              <p:attrName>style.visibility</p:attrName>
                                            </p:attrNameLst>
                                          </p:cBhvr>
                                          <p:to>
                                            <p:strVal val="visible"/>
                                          </p:to>
                                        </p:set>
                                        <p:animEffect transition="in" filter="wipe(left)">
                                          <p:cBhvr>
                                            <p:cTn id="25" dur="750"/>
                                            <p:tgtEl>
                                              <p:spTgt spid="9">
                                                <p:graphicEl>
                                                  <a:chart seriesIdx="5" categoryIdx="0" bldStep="ptInSeries"/>
                                                </p:graphicEl>
                                              </p:spTgt>
                                            </p:tgtEl>
                                          </p:cBhvr>
                                        </p:animEffect>
                                      </p:childTnLst>
                                    </p:cTn>
                                  </p:par>
                                  <p:par>
                                    <p:cTn id="26" presetID="2" presetClass="entr" presetSubtype="8" fill="hold" grpId="0" nodeType="withEffect" p14:presetBounceEnd="67000">
                                      <p:stCondLst>
                                        <p:cond delay="250"/>
                                      </p:stCondLst>
                                      <p:childTnLst>
                                        <p:set>
                                          <p:cBhvr>
                                            <p:cTn id="27" dur="1" fill="hold">
                                              <p:stCondLst>
                                                <p:cond delay="0"/>
                                              </p:stCondLst>
                                            </p:cTn>
                                            <p:tgtEl>
                                              <p:spTgt spid="15"/>
                                            </p:tgtEl>
                                            <p:attrNameLst>
                                              <p:attrName>style.visibility</p:attrName>
                                            </p:attrNameLst>
                                          </p:cBhvr>
                                          <p:to>
                                            <p:strVal val="visible"/>
                                          </p:to>
                                        </p:set>
                                        <p:anim calcmode="lin" valueType="num" p14:bounceEnd="67000">
                                          <p:cBhvr additive="base">
                                            <p:cTn id="28" dur="1000" fill="hold"/>
                                            <p:tgtEl>
                                              <p:spTgt spid="15"/>
                                            </p:tgtEl>
                                            <p:attrNameLst>
                                              <p:attrName>ppt_x</p:attrName>
                                            </p:attrNameLst>
                                          </p:cBhvr>
                                          <p:tavLst>
                                            <p:tav tm="0">
                                              <p:val>
                                                <p:strVal val="0-#ppt_w/2"/>
                                              </p:val>
                                            </p:tav>
                                            <p:tav tm="100000">
                                              <p:val>
                                                <p:strVal val="#ppt_x"/>
                                              </p:val>
                                            </p:tav>
                                          </p:tavLst>
                                        </p:anim>
                                        <p:anim calcmode="lin" valueType="num" p14:bounceEnd="67000">
                                          <p:cBhvr additive="base">
                                            <p:cTn id="29" dur="1000" fill="hold"/>
                                            <p:tgtEl>
                                              <p:spTgt spid="15"/>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14:presetBounceEnd="67000">
                                      <p:stCondLst>
                                        <p:cond delay="500"/>
                                      </p:stCondLst>
                                      <p:childTnLst>
                                        <p:set>
                                          <p:cBhvr>
                                            <p:cTn id="31" dur="1" fill="hold">
                                              <p:stCondLst>
                                                <p:cond delay="0"/>
                                              </p:stCondLst>
                                            </p:cTn>
                                            <p:tgtEl>
                                              <p:spTgt spid="14"/>
                                            </p:tgtEl>
                                            <p:attrNameLst>
                                              <p:attrName>style.visibility</p:attrName>
                                            </p:attrNameLst>
                                          </p:cBhvr>
                                          <p:to>
                                            <p:strVal val="visible"/>
                                          </p:to>
                                        </p:set>
                                        <p:anim calcmode="lin" valueType="num" p14:bounceEnd="67000">
                                          <p:cBhvr additive="base">
                                            <p:cTn id="32" dur="1000" fill="hold"/>
                                            <p:tgtEl>
                                              <p:spTgt spid="14"/>
                                            </p:tgtEl>
                                            <p:attrNameLst>
                                              <p:attrName>ppt_x</p:attrName>
                                            </p:attrNameLst>
                                          </p:cBhvr>
                                          <p:tavLst>
                                            <p:tav tm="0">
                                              <p:val>
                                                <p:strVal val="0-#ppt_w/2"/>
                                              </p:val>
                                            </p:tav>
                                            <p:tav tm="100000">
                                              <p:val>
                                                <p:strVal val="#ppt_x"/>
                                              </p:val>
                                            </p:tav>
                                          </p:tavLst>
                                        </p:anim>
                                        <p:anim calcmode="lin" valueType="num" p14:bounceEnd="67000">
                                          <p:cBhvr additive="base">
                                            <p:cTn id="33" dur="1000" fill="hold"/>
                                            <p:tgtEl>
                                              <p:spTgt spid="14"/>
                                            </p:tgtEl>
                                            <p:attrNameLst>
                                              <p:attrName>ppt_y</p:attrName>
                                            </p:attrNameLst>
                                          </p:cBhvr>
                                          <p:tavLst>
                                            <p:tav tm="0">
                                              <p:val>
                                                <p:strVal val="#ppt_y"/>
                                              </p:val>
                                            </p:tav>
                                            <p:tav tm="100000">
                                              <p:val>
                                                <p:strVal val="#ppt_y"/>
                                              </p:val>
                                            </p:tav>
                                          </p:tavLst>
                                        </p:anim>
                                      </p:childTnLst>
                                    </p:cTn>
                                  </p:par>
                                  <p:par>
                                    <p:cTn id="34" presetID="2" presetClass="entr" presetSubtype="8" fill="hold" grpId="0" nodeType="withEffect" p14:presetBounceEnd="67000">
                                      <p:stCondLst>
                                        <p:cond delay="750"/>
                                      </p:stCondLst>
                                      <p:childTnLst>
                                        <p:set>
                                          <p:cBhvr>
                                            <p:cTn id="35" dur="1" fill="hold">
                                              <p:stCondLst>
                                                <p:cond delay="0"/>
                                              </p:stCondLst>
                                            </p:cTn>
                                            <p:tgtEl>
                                              <p:spTgt spid="13"/>
                                            </p:tgtEl>
                                            <p:attrNameLst>
                                              <p:attrName>style.visibility</p:attrName>
                                            </p:attrNameLst>
                                          </p:cBhvr>
                                          <p:to>
                                            <p:strVal val="visible"/>
                                          </p:to>
                                        </p:set>
                                        <p:anim calcmode="lin" valueType="num" p14:bounceEnd="67000">
                                          <p:cBhvr additive="base">
                                            <p:cTn id="36" dur="1000" fill="hold"/>
                                            <p:tgtEl>
                                              <p:spTgt spid="13"/>
                                            </p:tgtEl>
                                            <p:attrNameLst>
                                              <p:attrName>ppt_x</p:attrName>
                                            </p:attrNameLst>
                                          </p:cBhvr>
                                          <p:tavLst>
                                            <p:tav tm="0">
                                              <p:val>
                                                <p:strVal val="0-#ppt_w/2"/>
                                              </p:val>
                                            </p:tav>
                                            <p:tav tm="100000">
                                              <p:val>
                                                <p:strVal val="#ppt_x"/>
                                              </p:val>
                                            </p:tav>
                                          </p:tavLst>
                                        </p:anim>
                                        <p:anim calcmode="lin" valueType="num" p14:bounceEnd="67000">
                                          <p:cBhvr additive="base">
                                            <p:cTn id="37" dur="1000" fill="hold"/>
                                            <p:tgtEl>
                                              <p:spTgt spid="13"/>
                                            </p:tgtEl>
                                            <p:attrNameLst>
                                              <p:attrName>ppt_y</p:attrName>
                                            </p:attrNameLst>
                                          </p:cBhvr>
                                          <p:tavLst>
                                            <p:tav tm="0">
                                              <p:val>
                                                <p:strVal val="#ppt_y"/>
                                              </p:val>
                                            </p:tav>
                                            <p:tav tm="100000">
                                              <p:val>
                                                <p:strVal val="#ppt_y"/>
                                              </p:val>
                                            </p:tav>
                                          </p:tavLst>
                                        </p:anim>
                                      </p:childTnLst>
                                    </p:cTn>
                                  </p:par>
                                  <p:par>
                                    <p:cTn id="38" presetID="2" presetClass="entr" presetSubtype="8" fill="hold" grpId="0" nodeType="withEffect" p14:presetBounceEnd="67000">
                                      <p:stCondLst>
                                        <p:cond delay="1000"/>
                                      </p:stCondLst>
                                      <p:childTnLst>
                                        <p:set>
                                          <p:cBhvr>
                                            <p:cTn id="39" dur="1" fill="hold">
                                              <p:stCondLst>
                                                <p:cond delay="0"/>
                                              </p:stCondLst>
                                            </p:cTn>
                                            <p:tgtEl>
                                              <p:spTgt spid="12"/>
                                            </p:tgtEl>
                                            <p:attrNameLst>
                                              <p:attrName>style.visibility</p:attrName>
                                            </p:attrNameLst>
                                          </p:cBhvr>
                                          <p:to>
                                            <p:strVal val="visible"/>
                                          </p:to>
                                        </p:set>
                                        <p:anim calcmode="lin" valueType="num" p14:bounceEnd="67000">
                                          <p:cBhvr additive="base">
                                            <p:cTn id="40" dur="1000" fill="hold"/>
                                            <p:tgtEl>
                                              <p:spTgt spid="12"/>
                                            </p:tgtEl>
                                            <p:attrNameLst>
                                              <p:attrName>ppt_x</p:attrName>
                                            </p:attrNameLst>
                                          </p:cBhvr>
                                          <p:tavLst>
                                            <p:tav tm="0">
                                              <p:val>
                                                <p:strVal val="0-#ppt_w/2"/>
                                              </p:val>
                                            </p:tav>
                                            <p:tav tm="100000">
                                              <p:val>
                                                <p:strVal val="#ppt_x"/>
                                              </p:val>
                                            </p:tav>
                                          </p:tavLst>
                                        </p:anim>
                                        <p:anim calcmode="lin" valueType="num" p14:bounceEnd="67000">
                                          <p:cBhvr additive="base">
                                            <p:cTn id="41" dur="1000" fill="hold"/>
                                            <p:tgtEl>
                                              <p:spTgt spid="12"/>
                                            </p:tgtEl>
                                            <p:attrNameLst>
                                              <p:attrName>ppt_y</p:attrName>
                                            </p:attrNameLst>
                                          </p:cBhvr>
                                          <p:tavLst>
                                            <p:tav tm="0">
                                              <p:val>
                                                <p:strVal val="#ppt_y"/>
                                              </p:val>
                                            </p:tav>
                                            <p:tav tm="100000">
                                              <p:val>
                                                <p:strVal val="#ppt_y"/>
                                              </p:val>
                                            </p:tav>
                                          </p:tavLst>
                                        </p:anim>
                                      </p:childTnLst>
                                    </p:cTn>
                                  </p:par>
                                  <p:par>
                                    <p:cTn id="42" presetID="2" presetClass="entr" presetSubtype="8" fill="hold" grpId="0" nodeType="withEffect" p14:presetBounceEnd="67000">
                                      <p:stCondLst>
                                        <p:cond delay="1250"/>
                                      </p:stCondLst>
                                      <p:childTnLst>
                                        <p:set>
                                          <p:cBhvr>
                                            <p:cTn id="43" dur="1" fill="hold">
                                              <p:stCondLst>
                                                <p:cond delay="0"/>
                                              </p:stCondLst>
                                            </p:cTn>
                                            <p:tgtEl>
                                              <p:spTgt spid="11"/>
                                            </p:tgtEl>
                                            <p:attrNameLst>
                                              <p:attrName>style.visibility</p:attrName>
                                            </p:attrNameLst>
                                          </p:cBhvr>
                                          <p:to>
                                            <p:strVal val="visible"/>
                                          </p:to>
                                        </p:set>
                                        <p:anim calcmode="lin" valueType="num" p14:bounceEnd="67000">
                                          <p:cBhvr additive="base">
                                            <p:cTn id="44" dur="1000" fill="hold"/>
                                            <p:tgtEl>
                                              <p:spTgt spid="11"/>
                                            </p:tgtEl>
                                            <p:attrNameLst>
                                              <p:attrName>ppt_x</p:attrName>
                                            </p:attrNameLst>
                                          </p:cBhvr>
                                          <p:tavLst>
                                            <p:tav tm="0">
                                              <p:val>
                                                <p:strVal val="0-#ppt_w/2"/>
                                              </p:val>
                                            </p:tav>
                                            <p:tav tm="100000">
                                              <p:val>
                                                <p:strVal val="#ppt_x"/>
                                              </p:val>
                                            </p:tav>
                                          </p:tavLst>
                                        </p:anim>
                                        <p:anim calcmode="lin" valueType="num" p14:bounceEnd="67000">
                                          <p:cBhvr additive="base">
                                            <p:cTn id="45" dur="1000" fill="hold"/>
                                            <p:tgtEl>
                                              <p:spTgt spid="11"/>
                                            </p:tgtEl>
                                            <p:attrNameLst>
                                              <p:attrName>ppt_y</p:attrName>
                                            </p:attrNameLst>
                                          </p:cBhvr>
                                          <p:tavLst>
                                            <p:tav tm="0">
                                              <p:val>
                                                <p:strVal val="#ppt_y"/>
                                              </p:val>
                                            </p:tav>
                                            <p:tav tm="100000">
                                              <p:val>
                                                <p:strVal val="#ppt_y"/>
                                              </p:val>
                                            </p:tav>
                                          </p:tavLst>
                                        </p:anim>
                                      </p:childTnLst>
                                    </p:cTn>
                                  </p:par>
                                  <p:par>
                                    <p:cTn id="46" presetID="2" presetClass="entr" presetSubtype="8" fill="hold" grpId="0" nodeType="withEffect" p14:presetBounceEnd="67000">
                                      <p:stCondLst>
                                        <p:cond delay="1500"/>
                                      </p:stCondLst>
                                      <p:childTnLst>
                                        <p:set>
                                          <p:cBhvr>
                                            <p:cTn id="47" dur="1" fill="hold">
                                              <p:stCondLst>
                                                <p:cond delay="0"/>
                                              </p:stCondLst>
                                            </p:cTn>
                                            <p:tgtEl>
                                              <p:spTgt spid="10"/>
                                            </p:tgtEl>
                                            <p:attrNameLst>
                                              <p:attrName>style.visibility</p:attrName>
                                            </p:attrNameLst>
                                          </p:cBhvr>
                                          <p:to>
                                            <p:strVal val="visible"/>
                                          </p:to>
                                        </p:set>
                                        <p:anim calcmode="lin" valueType="num" p14:bounceEnd="67000">
                                          <p:cBhvr additive="base">
                                            <p:cTn id="48" dur="1000" fill="hold"/>
                                            <p:tgtEl>
                                              <p:spTgt spid="10"/>
                                            </p:tgtEl>
                                            <p:attrNameLst>
                                              <p:attrName>ppt_x</p:attrName>
                                            </p:attrNameLst>
                                          </p:cBhvr>
                                          <p:tavLst>
                                            <p:tav tm="0">
                                              <p:val>
                                                <p:strVal val="0-#ppt_w/2"/>
                                              </p:val>
                                            </p:tav>
                                            <p:tav tm="100000">
                                              <p:val>
                                                <p:strVal val="#ppt_x"/>
                                              </p:val>
                                            </p:tav>
                                          </p:tavLst>
                                        </p:anim>
                                        <p:anim calcmode="lin" valueType="num" p14:bounceEnd="67000">
                                          <p:cBhvr additive="base">
                                            <p:cTn id="49" dur="1000" fill="hold"/>
                                            <p:tgtEl>
                                              <p:spTgt spid="10"/>
                                            </p:tgtEl>
                                            <p:attrNameLst>
                                              <p:attrName>ppt_y</p:attrName>
                                            </p:attrNameLst>
                                          </p:cBhvr>
                                          <p:tavLst>
                                            <p:tav tm="0">
                                              <p:val>
                                                <p:strVal val="#ppt_y"/>
                                              </p:val>
                                            </p:tav>
                                            <p:tav tm="100000">
                                              <p:val>
                                                <p:strVal val="#ppt_y"/>
                                              </p:val>
                                            </p:tav>
                                          </p:tavLst>
                                        </p:anim>
                                      </p:childTnLst>
                                    </p:cTn>
                                  </p:par>
                                  <p:par>
                                    <p:cTn id="50" presetID="22" presetClass="entr" presetSubtype="8" fill="hold" nodeType="withEffect">
                                      <p:stCondLst>
                                        <p:cond delay="500"/>
                                      </p:stCondLst>
                                      <p:childTnLst>
                                        <p:set>
                                          <p:cBhvr>
                                            <p:cTn id="51" dur="1" fill="hold">
                                              <p:stCondLst>
                                                <p:cond delay="0"/>
                                              </p:stCondLst>
                                            </p:cTn>
                                            <p:tgtEl>
                                              <p:spTgt spid="24"/>
                                            </p:tgtEl>
                                            <p:attrNameLst>
                                              <p:attrName>style.visibility</p:attrName>
                                            </p:attrNameLst>
                                          </p:cBhvr>
                                          <p:to>
                                            <p:strVal val="visible"/>
                                          </p:to>
                                        </p:set>
                                        <p:animEffect transition="in" filter="wipe(left)">
                                          <p:cBhvr>
                                            <p:cTn id="52" dur="500"/>
                                            <p:tgtEl>
                                              <p:spTgt spid="24"/>
                                            </p:tgtEl>
                                          </p:cBhvr>
                                        </p:animEffect>
                                      </p:childTnLst>
                                    </p:cTn>
                                  </p:par>
                                  <p:par>
                                    <p:cTn id="53" presetID="22" presetClass="entr" presetSubtype="8" fill="hold" nodeType="withEffect">
                                      <p:stCondLst>
                                        <p:cond delay="750"/>
                                      </p:stCondLst>
                                      <p:childTnLst>
                                        <p:set>
                                          <p:cBhvr>
                                            <p:cTn id="54" dur="1" fill="hold">
                                              <p:stCondLst>
                                                <p:cond delay="0"/>
                                              </p:stCondLst>
                                            </p:cTn>
                                            <p:tgtEl>
                                              <p:spTgt spid="23"/>
                                            </p:tgtEl>
                                            <p:attrNameLst>
                                              <p:attrName>style.visibility</p:attrName>
                                            </p:attrNameLst>
                                          </p:cBhvr>
                                          <p:to>
                                            <p:strVal val="visible"/>
                                          </p:to>
                                        </p:set>
                                        <p:animEffect transition="in" filter="wipe(left)">
                                          <p:cBhvr>
                                            <p:cTn id="55" dur="500"/>
                                            <p:tgtEl>
                                              <p:spTgt spid="23"/>
                                            </p:tgtEl>
                                          </p:cBhvr>
                                        </p:animEffect>
                                      </p:childTnLst>
                                    </p:cTn>
                                  </p:par>
                                  <p:par>
                                    <p:cTn id="56" presetID="22" presetClass="entr" presetSubtype="8" fill="hold" nodeType="withEffect">
                                      <p:stCondLst>
                                        <p:cond delay="1000"/>
                                      </p:stCondLst>
                                      <p:childTnLst>
                                        <p:set>
                                          <p:cBhvr>
                                            <p:cTn id="57" dur="1" fill="hold">
                                              <p:stCondLst>
                                                <p:cond delay="0"/>
                                              </p:stCondLst>
                                            </p:cTn>
                                            <p:tgtEl>
                                              <p:spTgt spid="22"/>
                                            </p:tgtEl>
                                            <p:attrNameLst>
                                              <p:attrName>style.visibility</p:attrName>
                                            </p:attrNameLst>
                                          </p:cBhvr>
                                          <p:to>
                                            <p:strVal val="visible"/>
                                          </p:to>
                                        </p:set>
                                        <p:animEffect transition="in" filter="wipe(left)">
                                          <p:cBhvr>
                                            <p:cTn id="58" dur="500"/>
                                            <p:tgtEl>
                                              <p:spTgt spid="22"/>
                                            </p:tgtEl>
                                          </p:cBhvr>
                                        </p:animEffect>
                                      </p:childTnLst>
                                    </p:cTn>
                                  </p:par>
                                  <p:par>
                                    <p:cTn id="59" presetID="22" presetClass="entr" presetSubtype="8" fill="hold" nodeType="withEffect">
                                      <p:stCondLst>
                                        <p:cond delay="1250"/>
                                      </p:stCondLst>
                                      <p:childTnLst>
                                        <p:set>
                                          <p:cBhvr>
                                            <p:cTn id="60" dur="1" fill="hold">
                                              <p:stCondLst>
                                                <p:cond delay="0"/>
                                              </p:stCondLst>
                                            </p:cTn>
                                            <p:tgtEl>
                                              <p:spTgt spid="21"/>
                                            </p:tgtEl>
                                            <p:attrNameLst>
                                              <p:attrName>style.visibility</p:attrName>
                                            </p:attrNameLst>
                                          </p:cBhvr>
                                          <p:to>
                                            <p:strVal val="visible"/>
                                          </p:to>
                                        </p:set>
                                        <p:animEffect transition="in" filter="wipe(left)">
                                          <p:cBhvr>
                                            <p:cTn id="61" dur="500"/>
                                            <p:tgtEl>
                                              <p:spTgt spid="21"/>
                                            </p:tgtEl>
                                          </p:cBhvr>
                                        </p:animEffect>
                                      </p:childTnLst>
                                    </p:cTn>
                                  </p:par>
                                  <p:par>
                                    <p:cTn id="62" presetID="22" presetClass="entr" presetSubtype="8" fill="hold" nodeType="withEffect">
                                      <p:stCondLst>
                                        <p:cond delay="1500"/>
                                      </p:stCondLst>
                                      <p:childTnLst>
                                        <p:set>
                                          <p:cBhvr>
                                            <p:cTn id="63" dur="1" fill="hold">
                                              <p:stCondLst>
                                                <p:cond delay="0"/>
                                              </p:stCondLst>
                                            </p:cTn>
                                            <p:tgtEl>
                                              <p:spTgt spid="20"/>
                                            </p:tgtEl>
                                            <p:attrNameLst>
                                              <p:attrName>style.visibility</p:attrName>
                                            </p:attrNameLst>
                                          </p:cBhvr>
                                          <p:to>
                                            <p:strVal val="visible"/>
                                          </p:to>
                                        </p:set>
                                        <p:animEffect transition="in" filter="wipe(left)">
                                          <p:cBhvr>
                                            <p:cTn id="64" dur="500"/>
                                            <p:tgtEl>
                                              <p:spTgt spid="20"/>
                                            </p:tgtEl>
                                          </p:cBhvr>
                                        </p:animEffect>
                                      </p:childTnLst>
                                    </p:cTn>
                                  </p:par>
                                  <p:par>
                                    <p:cTn id="65" presetID="22" presetClass="entr" presetSubtype="8" fill="hold" nodeType="withEffect">
                                      <p:stCondLst>
                                        <p:cond delay="1750"/>
                                      </p:stCondLst>
                                      <p:childTnLst>
                                        <p:set>
                                          <p:cBhvr>
                                            <p:cTn id="66" dur="1" fill="hold">
                                              <p:stCondLst>
                                                <p:cond delay="0"/>
                                              </p:stCondLst>
                                            </p:cTn>
                                            <p:tgtEl>
                                              <p:spTgt spid="19"/>
                                            </p:tgtEl>
                                            <p:attrNameLst>
                                              <p:attrName>style.visibility</p:attrName>
                                            </p:attrNameLst>
                                          </p:cBhvr>
                                          <p:to>
                                            <p:strVal val="visible"/>
                                          </p:to>
                                        </p:set>
                                        <p:animEffect transition="in" filter="wipe(left)">
                                          <p:cBhvr>
                                            <p:cTn id="6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uiExpand="1">
            <p:bldSub>
              <a:bldChart bld="seriesEl"/>
            </p:bldSub>
          </p:bldGraphic>
          <p:bldP spid="10" grpId="0"/>
          <p:bldP spid="11" grpId="0"/>
          <p:bldP spid="12" grpId="0"/>
          <p:bldP spid="13" grpId="0"/>
          <p:bldP spid="14" grpId="0"/>
          <p:bldP spid="1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graphicEl>
                                                  <a:chart seriesIdx="-3" categoryIdx="-3" bldStep="gridLegend"/>
                                                </p:graphicEl>
                                              </p:spTgt>
                                            </p:tgtEl>
                                            <p:attrNameLst>
                                              <p:attrName>style.visibility</p:attrName>
                                            </p:attrNameLst>
                                          </p:cBhvr>
                                          <p:to>
                                            <p:strVal val="visible"/>
                                          </p:to>
                                        </p:set>
                                        <p:animEffect transition="in" filter="wipe(left)">
                                          <p:cBhvr>
                                            <p:cTn id="7" dur="750"/>
                                            <p:tgtEl>
                                              <p:spTgt spid="9">
                                                <p:graphicEl>
                                                  <a:chart seriesIdx="-3" categoryIdx="-3" bldStep="gridLegend"/>
                                                </p:graphicEl>
                                              </p:spTgt>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9">
                                                <p:graphicEl>
                                                  <a:chart seriesIdx="0" categoryIdx="0" bldStep="ptInSeries"/>
                                                </p:graphicEl>
                                              </p:spTgt>
                                            </p:tgtEl>
                                            <p:attrNameLst>
                                              <p:attrName>style.visibility</p:attrName>
                                            </p:attrNameLst>
                                          </p:cBhvr>
                                          <p:to>
                                            <p:strVal val="visible"/>
                                          </p:to>
                                        </p:set>
                                        <p:animEffect transition="in" filter="wipe(left)">
                                          <p:cBhvr>
                                            <p:cTn id="10" dur="750"/>
                                            <p:tgtEl>
                                              <p:spTgt spid="9">
                                                <p:graphicEl>
                                                  <a:chart seriesIdx="0" categoryIdx="0" bldStep="ptInSeries"/>
                                                </p:graphicEl>
                                              </p:spTgt>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9">
                                                <p:graphicEl>
                                                  <a:chart seriesIdx="1" categoryIdx="0" bldStep="ptInSeries"/>
                                                </p:graphicEl>
                                              </p:spTgt>
                                            </p:tgtEl>
                                            <p:attrNameLst>
                                              <p:attrName>style.visibility</p:attrName>
                                            </p:attrNameLst>
                                          </p:cBhvr>
                                          <p:to>
                                            <p:strVal val="visible"/>
                                          </p:to>
                                        </p:set>
                                        <p:animEffect transition="in" filter="wipe(left)">
                                          <p:cBhvr>
                                            <p:cTn id="13" dur="750"/>
                                            <p:tgtEl>
                                              <p:spTgt spid="9">
                                                <p:graphicEl>
                                                  <a:chart seriesIdx="1" categoryIdx="0" bldStep="ptInSeries"/>
                                                </p:graphicEl>
                                              </p:spTgt>
                                            </p:tgtEl>
                                          </p:cBhvr>
                                        </p:animEffect>
                                      </p:childTnLst>
                                    </p:cTn>
                                  </p:par>
                                  <p:par>
                                    <p:cTn id="14" presetID="22" presetClass="entr" presetSubtype="8" fill="hold" grpId="0" nodeType="withEffect">
                                      <p:stCondLst>
                                        <p:cond delay="750"/>
                                      </p:stCondLst>
                                      <p:childTnLst>
                                        <p:set>
                                          <p:cBhvr>
                                            <p:cTn id="15" dur="1" fill="hold">
                                              <p:stCondLst>
                                                <p:cond delay="0"/>
                                              </p:stCondLst>
                                            </p:cTn>
                                            <p:tgtEl>
                                              <p:spTgt spid="9">
                                                <p:graphicEl>
                                                  <a:chart seriesIdx="2" categoryIdx="0" bldStep="ptInSeries"/>
                                                </p:graphicEl>
                                              </p:spTgt>
                                            </p:tgtEl>
                                            <p:attrNameLst>
                                              <p:attrName>style.visibility</p:attrName>
                                            </p:attrNameLst>
                                          </p:cBhvr>
                                          <p:to>
                                            <p:strVal val="visible"/>
                                          </p:to>
                                        </p:set>
                                        <p:animEffect transition="in" filter="wipe(left)">
                                          <p:cBhvr>
                                            <p:cTn id="16" dur="750"/>
                                            <p:tgtEl>
                                              <p:spTgt spid="9">
                                                <p:graphicEl>
                                                  <a:chart seriesIdx="2" categoryIdx="0" bldStep="ptInSeries"/>
                                                </p:graphicEl>
                                              </p:spTgt>
                                            </p:tgtEl>
                                          </p:cBhvr>
                                        </p:animEffect>
                                      </p:childTnLst>
                                    </p:cTn>
                                  </p:par>
                                  <p:par>
                                    <p:cTn id="17" presetID="22" presetClass="entr" presetSubtype="8" fill="hold" grpId="0" nodeType="withEffect">
                                      <p:stCondLst>
                                        <p:cond delay="1000"/>
                                      </p:stCondLst>
                                      <p:childTnLst>
                                        <p:set>
                                          <p:cBhvr>
                                            <p:cTn id="18" dur="1" fill="hold">
                                              <p:stCondLst>
                                                <p:cond delay="0"/>
                                              </p:stCondLst>
                                            </p:cTn>
                                            <p:tgtEl>
                                              <p:spTgt spid="9">
                                                <p:graphicEl>
                                                  <a:chart seriesIdx="3" categoryIdx="0" bldStep="ptInSeries"/>
                                                </p:graphicEl>
                                              </p:spTgt>
                                            </p:tgtEl>
                                            <p:attrNameLst>
                                              <p:attrName>style.visibility</p:attrName>
                                            </p:attrNameLst>
                                          </p:cBhvr>
                                          <p:to>
                                            <p:strVal val="visible"/>
                                          </p:to>
                                        </p:set>
                                        <p:animEffect transition="in" filter="wipe(left)">
                                          <p:cBhvr>
                                            <p:cTn id="19" dur="750"/>
                                            <p:tgtEl>
                                              <p:spTgt spid="9">
                                                <p:graphicEl>
                                                  <a:chart seriesIdx="3" categoryIdx="0" bldStep="ptInSeries"/>
                                                </p:graphicEl>
                                              </p:spTgt>
                                            </p:tgtEl>
                                          </p:cBhvr>
                                        </p:animEffect>
                                      </p:childTnLst>
                                    </p:cTn>
                                  </p:par>
                                  <p:par>
                                    <p:cTn id="20" presetID="22" presetClass="entr" presetSubtype="8" fill="hold" grpId="0" nodeType="withEffect">
                                      <p:stCondLst>
                                        <p:cond delay="1250"/>
                                      </p:stCondLst>
                                      <p:childTnLst>
                                        <p:set>
                                          <p:cBhvr>
                                            <p:cTn id="21" dur="1" fill="hold">
                                              <p:stCondLst>
                                                <p:cond delay="0"/>
                                              </p:stCondLst>
                                            </p:cTn>
                                            <p:tgtEl>
                                              <p:spTgt spid="9">
                                                <p:graphicEl>
                                                  <a:chart seriesIdx="4" categoryIdx="0" bldStep="ptInSeries"/>
                                                </p:graphicEl>
                                              </p:spTgt>
                                            </p:tgtEl>
                                            <p:attrNameLst>
                                              <p:attrName>style.visibility</p:attrName>
                                            </p:attrNameLst>
                                          </p:cBhvr>
                                          <p:to>
                                            <p:strVal val="visible"/>
                                          </p:to>
                                        </p:set>
                                        <p:animEffect transition="in" filter="wipe(left)">
                                          <p:cBhvr>
                                            <p:cTn id="22" dur="750"/>
                                            <p:tgtEl>
                                              <p:spTgt spid="9">
                                                <p:graphicEl>
                                                  <a:chart seriesIdx="4" categoryIdx="0" bldStep="ptInSeries"/>
                                                </p:graphicEl>
                                              </p:spTgt>
                                            </p:tgtEl>
                                          </p:cBhvr>
                                        </p:animEffect>
                                      </p:childTnLst>
                                    </p:cTn>
                                  </p:par>
                                  <p:par>
                                    <p:cTn id="23" presetID="22" presetClass="entr" presetSubtype="8" fill="hold" grpId="0" nodeType="withEffect">
                                      <p:stCondLst>
                                        <p:cond delay="1500"/>
                                      </p:stCondLst>
                                      <p:childTnLst>
                                        <p:set>
                                          <p:cBhvr>
                                            <p:cTn id="24" dur="1" fill="hold">
                                              <p:stCondLst>
                                                <p:cond delay="0"/>
                                              </p:stCondLst>
                                            </p:cTn>
                                            <p:tgtEl>
                                              <p:spTgt spid="9">
                                                <p:graphicEl>
                                                  <a:chart seriesIdx="5" categoryIdx="0" bldStep="ptInSeries"/>
                                                </p:graphicEl>
                                              </p:spTgt>
                                            </p:tgtEl>
                                            <p:attrNameLst>
                                              <p:attrName>style.visibility</p:attrName>
                                            </p:attrNameLst>
                                          </p:cBhvr>
                                          <p:to>
                                            <p:strVal val="visible"/>
                                          </p:to>
                                        </p:set>
                                        <p:animEffect transition="in" filter="wipe(left)">
                                          <p:cBhvr>
                                            <p:cTn id="25" dur="750"/>
                                            <p:tgtEl>
                                              <p:spTgt spid="9">
                                                <p:graphicEl>
                                                  <a:chart seriesIdx="5" categoryIdx="0" bldStep="ptInSeries"/>
                                                </p:graphicEl>
                                              </p:spTgt>
                                            </p:tgtEl>
                                          </p:cBhvr>
                                        </p:animEffect>
                                      </p:childTnLst>
                                    </p:cTn>
                                  </p:par>
                                  <p:par>
                                    <p:cTn id="26" presetID="2" presetClass="entr" presetSubtype="8" fill="hold" grpId="0" nodeType="withEffect">
                                      <p:stCondLst>
                                        <p:cond delay="25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1000" fill="hold"/>
                                            <p:tgtEl>
                                              <p:spTgt spid="15"/>
                                            </p:tgtEl>
                                            <p:attrNameLst>
                                              <p:attrName>ppt_x</p:attrName>
                                            </p:attrNameLst>
                                          </p:cBhvr>
                                          <p:tavLst>
                                            <p:tav tm="0">
                                              <p:val>
                                                <p:strVal val="0-#ppt_w/2"/>
                                              </p:val>
                                            </p:tav>
                                            <p:tav tm="100000">
                                              <p:val>
                                                <p:strVal val="#ppt_x"/>
                                              </p:val>
                                            </p:tav>
                                          </p:tavLst>
                                        </p:anim>
                                        <p:anim calcmode="lin" valueType="num">
                                          <p:cBhvr additive="base">
                                            <p:cTn id="29" dur="1000" fill="hold"/>
                                            <p:tgtEl>
                                              <p:spTgt spid="15"/>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500"/>
                                      </p:stCondLst>
                                      <p:childTnLst>
                                        <p:set>
                                          <p:cBhvr>
                                            <p:cTn id="31" dur="1" fill="hold">
                                              <p:stCondLst>
                                                <p:cond delay="0"/>
                                              </p:stCondLst>
                                            </p:cTn>
                                            <p:tgtEl>
                                              <p:spTgt spid="14"/>
                                            </p:tgtEl>
                                            <p:attrNameLst>
                                              <p:attrName>style.visibility</p:attrName>
                                            </p:attrNameLst>
                                          </p:cBhvr>
                                          <p:to>
                                            <p:strVal val="visible"/>
                                          </p:to>
                                        </p:set>
                                        <p:anim calcmode="lin" valueType="num">
                                          <p:cBhvr additive="base">
                                            <p:cTn id="32" dur="1000" fill="hold"/>
                                            <p:tgtEl>
                                              <p:spTgt spid="14"/>
                                            </p:tgtEl>
                                            <p:attrNameLst>
                                              <p:attrName>ppt_x</p:attrName>
                                            </p:attrNameLst>
                                          </p:cBhvr>
                                          <p:tavLst>
                                            <p:tav tm="0">
                                              <p:val>
                                                <p:strVal val="0-#ppt_w/2"/>
                                              </p:val>
                                            </p:tav>
                                            <p:tav tm="100000">
                                              <p:val>
                                                <p:strVal val="#ppt_x"/>
                                              </p:val>
                                            </p:tav>
                                          </p:tavLst>
                                        </p:anim>
                                        <p:anim calcmode="lin" valueType="num">
                                          <p:cBhvr additive="base">
                                            <p:cTn id="33" dur="1000" fill="hold"/>
                                            <p:tgtEl>
                                              <p:spTgt spid="14"/>
                                            </p:tgtEl>
                                            <p:attrNameLst>
                                              <p:attrName>ppt_y</p:attrName>
                                            </p:attrNameLst>
                                          </p:cBhvr>
                                          <p:tavLst>
                                            <p:tav tm="0">
                                              <p:val>
                                                <p:strVal val="#ppt_y"/>
                                              </p:val>
                                            </p:tav>
                                            <p:tav tm="100000">
                                              <p:val>
                                                <p:strVal val="#ppt_y"/>
                                              </p:val>
                                            </p:tav>
                                          </p:tavLst>
                                        </p:anim>
                                      </p:childTnLst>
                                    </p:cTn>
                                  </p:par>
                                  <p:par>
                                    <p:cTn id="34" presetID="2" presetClass="entr" presetSubtype="8" fill="hold" grpId="0" nodeType="withEffect">
                                      <p:stCondLst>
                                        <p:cond delay="750"/>
                                      </p:stCondLst>
                                      <p:childTnLst>
                                        <p:set>
                                          <p:cBhvr>
                                            <p:cTn id="35" dur="1" fill="hold">
                                              <p:stCondLst>
                                                <p:cond delay="0"/>
                                              </p:stCondLst>
                                            </p:cTn>
                                            <p:tgtEl>
                                              <p:spTgt spid="13"/>
                                            </p:tgtEl>
                                            <p:attrNameLst>
                                              <p:attrName>style.visibility</p:attrName>
                                            </p:attrNameLst>
                                          </p:cBhvr>
                                          <p:to>
                                            <p:strVal val="visible"/>
                                          </p:to>
                                        </p:set>
                                        <p:anim calcmode="lin" valueType="num">
                                          <p:cBhvr additive="base">
                                            <p:cTn id="36" dur="1000" fill="hold"/>
                                            <p:tgtEl>
                                              <p:spTgt spid="13"/>
                                            </p:tgtEl>
                                            <p:attrNameLst>
                                              <p:attrName>ppt_x</p:attrName>
                                            </p:attrNameLst>
                                          </p:cBhvr>
                                          <p:tavLst>
                                            <p:tav tm="0">
                                              <p:val>
                                                <p:strVal val="0-#ppt_w/2"/>
                                              </p:val>
                                            </p:tav>
                                            <p:tav tm="100000">
                                              <p:val>
                                                <p:strVal val="#ppt_x"/>
                                              </p:val>
                                            </p:tav>
                                          </p:tavLst>
                                        </p:anim>
                                        <p:anim calcmode="lin" valueType="num">
                                          <p:cBhvr additive="base">
                                            <p:cTn id="37" dur="1000" fill="hold"/>
                                            <p:tgtEl>
                                              <p:spTgt spid="13"/>
                                            </p:tgtEl>
                                            <p:attrNameLst>
                                              <p:attrName>ppt_y</p:attrName>
                                            </p:attrNameLst>
                                          </p:cBhvr>
                                          <p:tavLst>
                                            <p:tav tm="0">
                                              <p:val>
                                                <p:strVal val="#ppt_y"/>
                                              </p:val>
                                            </p:tav>
                                            <p:tav tm="100000">
                                              <p:val>
                                                <p:strVal val="#ppt_y"/>
                                              </p:val>
                                            </p:tav>
                                          </p:tavLst>
                                        </p:anim>
                                      </p:childTnLst>
                                    </p:cTn>
                                  </p:par>
                                  <p:par>
                                    <p:cTn id="38" presetID="2" presetClass="entr" presetSubtype="8" fill="hold" grpId="0" nodeType="withEffect">
                                      <p:stCondLst>
                                        <p:cond delay="100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40" dur="1000" fill="hold"/>
                                            <p:tgtEl>
                                              <p:spTgt spid="12"/>
                                            </p:tgtEl>
                                            <p:attrNameLst>
                                              <p:attrName>ppt_x</p:attrName>
                                            </p:attrNameLst>
                                          </p:cBhvr>
                                          <p:tavLst>
                                            <p:tav tm="0">
                                              <p:val>
                                                <p:strVal val="0-#ppt_w/2"/>
                                              </p:val>
                                            </p:tav>
                                            <p:tav tm="100000">
                                              <p:val>
                                                <p:strVal val="#ppt_x"/>
                                              </p:val>
                                            </p:tav>
                                          </p:tavLst>
                                        </p:anim>
                                        <p:anim calcmode="lin" valueType="num">
                                          <p:cBhvr additive="base">
                                            <p:cTn id="41" dur="1000" fill="hold"/>
                                            <p:tgtEl>
                                              <p:spTgt spid="12"/>
                                            </p:tgtEl>
                                            <p:attrNameLst>
                                              <p:attrName>ppt_y</p:attrName>
                                            </p:attrNameLst>
                                          </p:cBhvr>
                                          <p:tavLst>
                                            <p:tav tm="0">
                                              <p:val>
                                                <p:strVal val="#ppt_y"/>
                                              </p:val>
                                            </p:tav>
                                            <p:tav tm="100000">
                                              <p:val>
                                                <p:strVal val="#ppt_y"/>
                                              </p:val>
                                            </p:tav>
                                          </p:tavLst>
                                        </p:anim>
                                      </p:childTnLst>
                                    </p:cTn>
                                  </p:par>
                                  <p:par>
                                    <p:cTn id="42" presetID="2" presetClass="entr" presetSubtype="8" fill="hold" grpId="0" nodeType="withEffect">
                                      <p:stCondLst>
                                        <p:cond delay="125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1000" fill="hold"/>
                                            <p:tgtEl>
                                              <p:spTgt spid="11"/>
                                            </p:tgtEl>
                                            <p:attrNameLst>
                                              <p:attrName>ppt_x</p:attrName>
                                            </p:attrNameLst>
                                          </p:cBhvr>
                                          <p:tavLst>
                                            <p:tav tm="0">
                                              <p:val>
                                                <p:strVal val="0-#ppt_w/2"/>
                                              </p:val>
                                            </p:tav>
                                            <p:tav tm="100000">
                                              <p:val>
                                                <p:strVal val="#ppt_x"/>
                                              </p:val>
                                            </p:tav>
                                          </p:tavLst>
                                        </p:anim>
                                        <p:anim calcmode="lin" valueType="num">
                                          <p:cBhvr additive="base">
                                            <p:cTn id="45" dur="1000" fill="hold"/>
                                            <p:tgtEl>
                                              <p:spTgt spid="11"/>
                                            </p:tgtEl>
                                            <p:attrNameLst>
                                              <p:attrName>ppt_y</p:attrName>
                                            </p:attrNameLst>
                                          </p:cBhvr>
                                          <p:tavLst>
                                            <p:tav tm="0">
                                              <p:val>
                                                <p:strVal val="#ppt_y"/>
                                              </p:val>
                                            </p:tav>
                                            <p:tav tm="100000">
                                              <p:val>
                                                <p:strVal val="#ppt_y"/>
                                              </p:val>
                                            </p:tav>
                                          </p:tavLst>
                                        </p:anim>
                                      </p:childTnLst>
                                    </p:cTn>
                                  </p:par>
                                  <p:par>
                                    <p:cTn id="46" presetID="2" presetClass="entr" presetSubtype="8" fill="hold" grpId="0" nodeType="withEffect">
                                      <p:stCondLst>
                                        <p:cond delay="1500"/>
                                      </p:stCondLst>
                                      <p:childTnLst>
                                        <p:set>
                                          <p:cBhvr>
                                            <p:cTn id="47" dur="1" fill="hold">
                                              <p:stCondLst>
                                                <p:cond delay="0"/>
                                              </p:stCondLst>
                                            </p:cTn>
                                            <p:tgtEl>
                                              <p:spTgt spid="10"/>
                                            </p:tgtEl>
                                            <p:attrNameLst>
                                              <p:attrName>style.visibility</p:attrName>
                                            </p:attrNameLst>
                                          </p:cBhvr>
                                          <p:to>
                                            <p:strVal val="visible"/>
                                          </p:to>
                                        </p:set>
                                        <p:anim calcmode="lin" valueType="num">
                                          <p:cBhvr additive="base">
                                            <p:cTn id="48" dur="1000" fill="hold"/>
                                            <p:tgtEl>
                                              <p:spTgt spid="10"/>
                                            </p:tgtEl>
                                            <p:attrNameLst>
                                              <p:attrName>ppt_x</p:attrName>
                                            </p:attrNameLst>
                                          </p:cBhvr>
                                          <p:tavLst>
                                            <p:tav tm="0">
                                              <p:val>
                                                <p:strVal val="0-#ppt_w/2"/>
                                              </p:val>
                                            </p:tav>
                                            <p:tav tm="100000">
                                              <p:val>
                                                <p:strVal val="#ppt_x"/>
                                              </p:val>
                                            </p:tav>
                                          </p:tavLst>
                                        </p:anim>
                                        <p:anim calcmode="lin" valueType="num">
                                          <p:cBhvr additive="base">
                                            <p:cTn id="49" dur="1000" fill="hold"/>
                                            <p:tgtEl>
                                              <p:spTgt spid="10"/>
                                            </p:tgtEl>
                                            <p:attrNameLst>
                                              <p:attrName>ppt_y</p:attrName>
                                            </p:attrNameLst>
                                          </p:cBhvr>
                                          <p:tavLst>
                                            <p:tav tm="0">
                                              <p:val>
                                                <p:strVal val="#ppt_y"/>
                                              </p:val>
                                            </p:tav>
                                            <p:tav tm="100000">
                                              <p:val>
                                                <p:strVal val="#ppt_y"/>
                                              </p:val>
                                            </p:tav>
                                          </p:tavLst>
                                        </p:anim>
                                      </p:childTnLst>
                                    </p:cTn>
                                  </p:par>
                                  <p:par>
                                    <p:cTn id="50" presetID="22" presetClass="entr" presetSubtype="8" fill="hold" nodeType="withEffect">
                                      <p:stCondLst>
                                        <p:cond delay="500"/>
                                      </p:stCondLst>
                                      <p:childTnLst>
                                        <p:set>
                                          <p:cBhvr>
                                            <p:cTn id="51" dur="1" fill="hold">
                                              <p:stCondLst>
                                                <p:cond delay="0"/>
                                              </p:stCondLst>
                                            </p:cTn>
                                            <p:tgtEl>
                                              <p:spTgt spid="24"/>
                                            </p:tgtEl>
                                            <p:attrNameLst>
                                              <p:attrName>style.visibility</p:attrName>
                                            </p:attrNameLst>
                                          </p:cBhvr>
                                          <p:to>
                                            <p:strVal val="visible"/>
                                          </p:to>
                                        </p:set>
                                        <p:animEffect transition="in" filter="wipe(left)">
                                          <p:cBhvr>
                                            <p:cTn id="52" dur="500"/>
                                            <p:tgtEl>
                                              <p:spTgt spid="24"/>
                                            </p:tgtEl>
                                          </p:cBhvr>
                                        </p:animEffect>
                                      </p:childTnLst>
                                    </p:cTn>
                                  </p:par>
                                  <p:par>
                                    <p:cTn id="53" presetID="22" presetClass="entr" presetSubtype="8" fill="hold" nodeType="withEffect">
                                      <p:stCondLst>
                                        <p:cond delay="750"/>
                                      </p:stCondLst>
                                      <p:childTnLst>
                                        <p:set>
                                          <p:cBhvr>
                                            <p:cTn id="54" dur="1" fill="hold">
                                              <p:stCondLst>
                                                <p:cond delay="0"/>
                                              </p:stCondLst>
                                            </p:cTn>
                                            <p:tgtEl>
                                              <p:spTgt spid="23"/>
                                            </p:tgtEl>
                                            <p:attrNameLst>
                                              <p:attrName>style.visibility</p:attrName>
                                            </p:attrNameLst>
                                          </p:cBhvr>
                                          <p:to>
                                            <p:strVal val="visible"/>
                                          </p:to>
                                        </p:set>
                                        <p:animEffect transition="in" filter="wipe(left)">
                                          <p:cBhvr>
                                            <p:cTn id="55" dur="500"/>
                                            <p:tgtEl>
                                              <p:spTgt spid="23"/>
                                            </p:tgtEl>
                                          </p:cBhvr>
                                        </p:animEffect>
                                      </p:childTnLst>
                                    </p:cTn>
                                  </p:par>
                                  <p:par>
                                    <p:cTn id="56" presetID="22" presetClass="entr" presetSubtype="8" fill="hold" nodeType="withEffect">
                                      <p:stCondLst>
                                        <p:cond delay="1000"/>
                                      </p:stCondLst>
                                      <p:childTnLst>
                                        <p:set>
                                          <p:cBhvr>
                                            <p:cTn id="57" dur="1" fill="hold">
                                              <p:stCondLst>
                                                <p:cond delay="0"/>
                                              </p:stCondLst>
                                            </p:cTn>
                                            <p:tgtEl>
                                              <p:spTgt spid="22"/>
                                            </p:tgtEl>
                                            <p:attrNameLst>
                                              <p:attrName>style.visibility</p:attrName>
                                            </p:attrNameLst>
                                          </p:cBhvr>
                                          <p:to>
                                            <p:strVal val="visible"/>
                                          </p:to>
                                        </p:set>
                                        <p:animEffect transition="in" filter="wipe(left)">
                                          <p:cBhvr>
                                            <p:cTn id="58" dur="500"/>
                                            <p:tgtEl>
                                              <p:spTgt spid="22"/>
                                            </p:tgtEl>
                                          </p:cBhvr>
                                        </p:animEffect>
                                      </p:childTnLst>
                                    </p:cTn>
                                  </p:par>
                                  <p:par>
                                    <p:cTn id="59" presetID="22" presetClass="entr" presetSubtype="8" fill="hold" nodeType="withEffect">
                                      <p:stCondLst>
                                        <p:cond delay="1250"/>
                                      </p:stCondLst>
                                      <p:childTnLst>
                                        <p:set>
                                          <p:cBhvr>
                                            <p:cTn id="60" dur="1" fill="hold">
                                              <p:stCondLst>
                                                <p:cond delay="0"/>
                                              </p:stCondLst>
                                            </p:cTn>
                                            <p:tgtEl>
                                              <p:spTgt spid="21"/>
                                            </p:tgtEl>
                                            <p:attrNameLst>
                                              <p:attrName>style.visibility</p:attrName>
                                            </p:attrNameLst>
                                          </p:cBhvr>
                                          <p:to>
                                            <p:strVal val="visible"/>
                                          </p:to>
                                        </p:set>
                                        <p:animEffect transition="in" filter="wipe(left)">
                                          <p:cBhvr>
                                            <p:cTn id="61" dur="500"/>
                                            <p:tgtEl>
                                              <p:spTgt spid="21"/>
                                            </p:tgtEl>
                                          </p:cBhvr>
                                        </p:animEffect>
                                      </p:childTnLst>
                                    </p:cTn>
                                  </p:par>
                                  <p:par>
                                    <p:cTn id="62" presetID="22" presetClass="entr" presetSubtype="8" fill="hold" nodeType="withEffect">
                                      <p:stCondLst>
                                        <p:cond delay="1500"/>
                                      </p:stCondLst>
                                      <p:childTnLst>
                                        <p:set>
                                          <p:cBhvr>
                                            <p:cTn id="63" dur="1" fill="hold">
                                              <p:stCondLst>
                                                <p:cond delay="0"/>
                                              </p:stCondLst>
                                            </p:cTn>
                                            <p:tgtEl>
                                              <p:spTgt spid="20"/>
                                            </p:tgtEl>
                                            <p:attrNameLst>
                                              <p:attrName>style.visibility</p:attrName>
                                            </p:attrNameLst>
                                          </p:cBhvr>
                                          <p:to>
                                            <p:strVal val="visible"/>
                                          </p:to>
                                        </p:set>
                                        <p:animEffect transition="in" filter="wipe(left)">
                                          <p:cBhvr>
                                            <p:cTn id="64" dur="500"/>
                                            <p:tgtEl>
                                              <p:spTgt spid="20"/>
                                            </p:tgtEl>
                                          </p:cBhvr>
                                        </p:animEffect>
                                      </p:childTnLst>
                                    </p:cTn>
                                  </p:par>
                                  <p:par>
                                    <p:cTn id="65" presetID="22" presetClass="entr" presetSubtype="8" fill="hold" nodeType="withEffect">
                                      <p:stCondLst>
                                        <p:cond delay="1750"/>
                                      </p:stCondLst>
                                      <p:childTnLst>
                                        <p:set>
                                          <p:cBhvr>
                                            <p:cTn id="66" dur="1" fill="hold">
                                              <p:stCondLst>
                                                <p:cond delay="0"/>
                                              </p:stCondLst>
                                            </p:cTn>
                                            <p:tgtEl>
                                              <p:spTgt spid="19"/>
                                            </p:tgtEl>
                                            <p:attrNameLst>
                                              <p:attrName>style.visibility</p:attrName>
                                            </p:attrNameLst>
                                          </p:cBhvr>
                                          <p:to>
                                            <p:strVal val="visible"/>
                                          </p:to>
                                        </p:set>
                                        <p:animEffect transition="in" filter="wipe(left)">
                                          <p:cBhvr>
                                            <p:cTn id="6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uiExpand="1">
            <p:bldSub>
              <a:bldChart bld="seriesEl"/>
            </p:bldSub>
          </p:bldGraphic>
          <p:bldP spid="10" grpId="0"/>
          <p:bldP spid="11" grpId="0"/>
          <p:bldP spid="12" grpId="0"/>
          <p:bldP spid="13" grpId="0"/>
          <p:bldP spid="14" grpId="0"/>
          <p:bldP spid="15" grpId="0"/>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dow 05">
            <a:extLst>
              <a:ext uri="{FF2B5EF4-FFF2-40B4-BE49-F238E27FC236}">
                <a16:creationId xmlns:a16="http://schemas.microsoft.com/office/drawing/2014/main" id="{215D2427-E864-4FCF-ADBD-F05B7F29A34D}"/>
              </a:ext>
            </a:extLst>
          </p:cNvPr>
          <p:cNvSpPr/>
          <p:nvPr/>
        </p:nvSpPr>
        <p:spPr>
          <a:xfrm>
            <a:off x="7946857" y="4037633"/>
            <a:ext cx="2733341" cy="1031240"/>
          </a:xfrm>
          <a:prstGeom prst="ellipse">
            <a:avLst/>
          </a:prstGeom>
          <a:gradFill flip="none" rotWithShape="1">
            <a:gsLst>
              <a:gs pos="72000">
                <a:schemeClr val="bg2">
                  <a:alpha val="0"/>
                </a:schemeClr>
              </a:gs>
              <a:gs pos="14000">
                <a:srgbClr val="000000"/>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4" name="Shadow 04">
            <a:extLst>
              <a:ext uri="{FF2B5EF4-FFF2-40B4-BE49-F238E27FC236}">
                <a16:creationId xmlns:a16="http://schemas.microsoft.com/office/drawing/2014/main" id="{572B0AB1-C5EC-4490-988F-8600148F51F3}"/>
              </a:ext>
            </a:extLst>
          </p:cNvPr>
          <p:cNvSpPr/>
          <p:nvPr/>
        </p:nvSpPr>
        <p:spPr>
          <a:xfrm>
            <a:off x="6264107" y="4037633"/>
            <a:ext cx="2733341" cy="1031240"/>
          </a:xfrm>
          <a:prstGeom prst="ellipse">
            <a:avLst/>
          </a:prstGeom>
          <a:gradFill flip="none" rotWithShape="1">
            <a:gsLst>
              <a:gs pos="72000">
                <a:schemeClr val="bg2">
                  <a:alpha val="0"/>
                </a:schemeClr>
              </a:gs>
              <a:gs pos="14000">
                <a:srgbClr val="000000"/>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3" name="Shadow 03">
            <a:extLst>
              <a:ext uri="{FF2B5EF4-FFF2-40B4-BE49-F238E27FC236}">
                <a16:creationId xmlns:a16="http://schemas.microsoft.com/office/drawing/2014/main" id="{1EFA2904-119C-427A-8438-7E45F5EC72DA}"/>
              </a:ext>
            </a:extLst>
          </p:cNvPr>
          <p:cNvSpPr/>
          <p:nvPr/>
        </p:nvSpPr>
        <p:spPr>
          <a:xfrm>
            <a:off x="4613107" y="4063033"/>
            <a:ext cx="2733341" cy="1031240"/>
          </a:xfrm>
          <a:prstGeom prst="ellipse">
            <a:avLst/>
          </a:prstGeom>
          <a:gradFill flip="none" rotWithShape="1">
            <a:gsLst>
              <a:gs pos="72000">
                <a:schemeClr val="bg2">
                  <a:alpha val="0"/>
                </a:schemeClr>
              </a:gs>
              <a:gs pos="14000">
                <a:srgbClr val="000000"/>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2" name="Shadow 02">
            <a:extLst>
              <a:ext uri="{FF2B5EF4-FFF2-40B4-BE49-F238E27FC236}">
                <a16:creationId xmlns:a16="http://schemas.microsoft.com/office/drawing/2014/main" id="{4AB0FC87-942D-4B57-89BD-68D394A5AE41}"/>
              </a:ext>
            </a:extLst>
          </p:cNvPr>
          <p:cNvSpPr/>
          <p:nvPr/>
        </p:nvSpPr>
        <p:spPr>
          <a:xfrm>
            <a:off x="2955757" y="4037633"/>
            <a:ext cx="2733341" cy="1031240"/>
          </a:xfrm>
          <a:prstGeom prst="ellipse">
            <a:avLst/>
          </a:prstGeom>
          <a:gradFill flip="none" rotWithShape="1">
            <a:gsLst>
              <a:gs pos="72000">
                <a:schemeClr val="bg2">
                  <a:alpha val="0"/>
                </a:schemeClr>
              </a:gs>
              <a:gs pos="14000">
                <a:srgbClr val="000000"/>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6" name="Shadow 01">
            <a:extLst>
              <a:ext uri="{FF2B5EF4-FFF2-40B4-BE49-F238E27FC236}">
                <a16:creationId xmlns:a16="http://schemas.microsoft.com/office/drawing/2014/main" id="{B304B5F1-2786-4F63-AB7D-2C2044ECD6E6}"/>
              </a:ext>
            </a:extLst>
          </p:cNvPr>
          <p:cNvSpPr/>
          <p:nvPr/>
        </p:nvSpPr>
        <p:spPr>
          <a:xfrm>
            <a:off x="1311107" y="4037633"/>
            <a:ext cx="2733341" cy="1031240"/>
          </a:xfrm>
          <a:prstGeom prst="ellipse">
            <a:avLst/>
          </a:prstGeom>
          <a:gradFill flip="none" rotWithShape="1">
            <a:gsLst>
              <a:gs pos="72000">
                <a:schemeClr val="bg2">
                  <a:alpha val="0"/>
                </a:schemeClr>
              </a:gs>
              <a:gs pos="14000">
                <a:srgbClr val="000000"/>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aphicFrame>
        <p:nvGraphicFramePr>
          <p:cNvPr id="7" name="Chart 6">
            <a:extLst>
              <a:ext uri="{FF2B5EF4-FFF2-40B4-BE49-F238E27FC236}">
                <a16:creationId xmlns:a16="http://schemas.microsoft.com/office/drawing/2014/main" id="{0B70BB0C-85C8-4745-BE76-19C9B1F6E4C1}"/>
              </a:ext>
            </a:extLst>
          </p:cNvPr>
          <p:cNvGraphicFramePr/>
          <p:nvPr>
            <p:extLst>
              <p:ext uri="{D42A27DB-BD31-4B8C-83A1-F6EECF244321}">
                <p14:modId xmlns:p14="http://schemas.microsoft.com/office/powerpoint/2010/main" val="2166782521"/>
              </p:ext>
            </p:extLst>
          </p:nvPr>
        </p:nvGraphicFramePr>
        <p:xfrm>
          <a:off x="55845" y="1543050"/>
          <a:ext cx="11855885" cy="3563923"/>
        </p:xfrm>
        <a:graphic>
          <a:graphicData uri="http://schemas.openxmlformats.org/drawingml/2006/chart">
            <c:chart xmlns:c="http://schemas.openxmlformats.org/drawingml/2006/chart" xmlns:r="http://schemas.openxmlformats.org/officeDocument/2006/relationships" r:id="rId2"/>
          </a:graphicData>
        </a:graphic>
      </p:graphicFrame>
      <p:sp>
        <p:nvSpPr>
          <p:cNvPr id="8" name="Freeform 17">
            <a:extLst>
              <a:ext uri="{FF2B5EF4-FFF2-40B4-BE49-F238E27FC236}">
                <a16:creationId xmlns:a16="http://schemas.microsoft.com/office/drawing/2014/main" id="{264DC2F8-A681-446A-AD40-72A776C32ED1}"/>
              </a:ext>
            </a:extLst>
          </p:cNvPr>
          <p:cNvSpPr>
            <a:spLocks noEditPoints="1"/>
          </p:cNvSpPr>
          <p:nvPr/>
        </p:nvSpPr>
        <p:spPr bwMode="auto">
          <a:xfrm>
            <a:off x="2345055" y="5182758"/>
            <a:ext cx="531426" cy="300523"/>
          </a:xfrm>
          <a:custGeom>
            <a:avLst/>
            <a:gdLst>
              <a:gd name="T0" fmla="*/ 45 w 191"/>
              <a:gd name="T1" fmla="*/ 88 h 108"/>
              <a:gd name="T2" fmla="*/ 45 w 191"/>
              <a:gd name="T3" fmla="*/ 80 h 108"/>
              <a:gd name="T4" fmla="*/ 56 w 191"/>
              <a:gd name="T5" fmla="*/ 69 h 108"/>
              <a:gd name="T6" fmla="*/ 62 w 191"/>
              <a:gd name="T7" fmla="*/ 75 h 108"/>
              <a:gd name="T8" fmla="*/ 53 w 191"/>
              <a:gd name="T9" fmla="*/ 87 h 108"/>
              <a:gd name="T10" fmla="*/ 116 w 191"/>
              <a:gd name="T11" fmla="*/ 78 h 108"/>
              <a:gd name="T12" fmla="*/ 139 w 191"/>
              <a:gd name="T13" fmla="*/ 88 h 108"/>
              <a:gd name="T14" fmla="*/ 140 w 191"/>
              <a:gd name="T15" fmla="*/ 78 h 108"/>
              <a:gd name="T16" fmla="*/ 117 w 191"/>
              <a:gd name="T17" fmla="*/ 96 h 108"/>
              <a:gd name="T18" fmla="*/ 127 w 191"/>
              <a:gd name="T19" fmla="*/ 96 h 108"/>
              <a:gd name="T20" fmla="*/ 130 w 191"/>
              <a:gd name="T21" fmla="*/ 88 h 108"/>
              <a:gd name="T22" fmla="*/ 104 w 191"/>
              <a:gd name="T23" fmla="*/ 103 h 108"/>
              <a:gd name="T24" fmla="*/ 115 w 191"/>
              <a:gd name="T25" fmla="*/ 104 h 108"/>
              <a:gd name="T26" fmla="*/ 117 w 191"/>
              <a:gd name="T27" fmla="*/ 96 h 108"/>
              <a:gd name="T28" fmla="*/ 89 w 191"/>
              <a:gd name="T29" fmla="*/ 105 h 108"/>
              <a:gd name="T30" fmla="*/ 102 w 191"/>
              <a:gd name="T31" fmla="*/ 104 h 108"/>
              <a:gd name="T32" fmla="*/ 61 w 191"/>
              <a:gd name="T33" fmla="*/ 96 h 108"/>
              <a:gd name="T34" fmla="*/ 73 w 191"/>
              <a:gd name="T35" fmla="*/ 73 h 108"/>
              <a:gd name="T36" fmla="*/ 65 w 191"/>
              <a:gd name="T37" fmla="*/ 74 h 108"/>
              <a:gd name="T38" fmla="*/ 53 w 191"/>
              <a:gd name="T39" fmla="*/ 96 h 108"/>
              <a:gd name="T40" fmla="*/ 61 w 191"/>
              <a:gd name="T41" fmla="*/ 96 h 108"/>
              <a:gd name="T42" fmla="*/ 84 w 191"/>
              <a:gd name="T43" fmla="*/ 88 h 108"/>
              <a:gd name="T44" fmla="*/ 79 w 191"/>
              <a:gd name="T45" fmla="*/ 78 h 108"/>
              <a:gd name="T46" fmla="*/ 63 w 191"/>
              <a:gd name="T47" fmla="*/ 93 h 108"/>
              <a:gd name="T48" fmla="*/ 68 w 191"/>
              <a:gd name="T49" fmla="*/ 103 h 108"/>
              <a:gd name="T50" fmla="*/ 88 w 191"/>
              <a:gd name="T51" fmla="*/ 100 h 108"/>
              <a:gd name="T52" fmla="*/ 89 w 191"/>
              <a:gd name="T53" fmla="*/ 90 h 108"/>
              <a:gd name="T54" fmla="*/ 81 w 191"/>
              <a:gd name="T55" fmla="*/ 90 h 108"/>
              <a:gd name="T56" fmla="*/ 75 w 191"/>
              <a:gd name="T57" fmla="*/ 106 h 108"/>
              <a:gd name="T58" fmla="*/ 83 w 191"/>
              <a:gd name="T59" fmla="*/ 106 h 108"/>
              <a:gd name="T60" fmla="*/ 164 w 191"/>
              <a:gd name="T61" fmla="*/ 1 h 108"/>
              <a:gd name="T62" fmla="*/ 159 w 191"/>
              <a:gd name="T63" fmla="*/ 64 h 108"/>
              <a:gd name="T64" fmla="*/ 191 w 191"/>
              <a:gd name="T65" fmla="*/ 51 h 108"/>
              <a:gd name="T66" fmla="*/ 103 w 191"/>
              <a:gd name="T67" fmla="*/ 28 h 108"/>
              <a:gd name="T68" fmla="*/ 94 w 191"/>
              <a:gd name="T69" fmla="*/ 28 h 108"/>
              <a:gd name="T70" fmla="*/ 66 w 191"/>
              <a:gd name="T71" fmla="*/ 42 h 108"/>
              <a:gd name="T72" fmla="*/ 91 w 191"/>
              <a:gd name="T73" fmla="*/ 48 h 108"/>
              <a:gd name="T74" fmla="*/ 140 w 191"/>
              <a:gd name="T75" fmla="*/ 78 h 108"/>
              <a:gd name="T76" fmla="*/ 149 w 191"/>
              <a:gd name="T77" fmla="*/ 67 h 108"/>
              <a:gd name="T78" fmla="*/ 140 w 191"/>
              <a:gd name="T79" fmla="*/ 78 h 108"/>
              <a:gd name="T80" fmla="*/ 48 w 191"/>
              <a:gd name="T81" fmla="*/ 76 h 108"/>
              <a:gd name="T82" fmla="*/ 28 w 191"/>
              <a:gd name="T83" fmla="*/ 71 h 108"/>
              <a:gd name="T84" fmla="*/ 40 w 191"/>
              <a:gd name="T85" fmla="*/ 0 h 108"/>
              <a:gd name="T86" fmla="*/ 46 w 191"/>
              <a:gd name="T87" fmla="*/ 78 h 108"/>
              <a:gd name="T88" fmla="*/ 63 w 191"/>
              <a:gd name="T89" fmla="*/ 2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1" h="108">
                <a:moveTo>
                  <a:pt x="50" y="89"/>
                </a:moveTo>
                <a:cubicBezTo>
                  <a:pt x="48" y="89"/>
                  <a:pt x="46" y="89"/>
                  <a:pt x="45" y="88"/>
                </a:cubicBezTo>
                <a:cubicBezTo>
                  <a:pt x="44" y="87"/>
                  <a:pt x="43" y="85"/>
                  <a:pt x="43" y="84"/>
                </a:cubicBezTo>
                <a:cubicBezTo>
                  <a:pt x="43" y="82"/>
                  <a:pt x="44" y="81"/>
                  <a:pt x="45" y="80"/>
                </a:cubicBezTo>
                <a:cubicBezTo>
                  <a:pt x="52" y="71"/>
                  <a:pt x="52" y="71"/>
                  <a:pt x="52" y="71"/>
                </a:cubicBezTo>
                <a:cubicBezTo>
                  <a:pt x="53" y="70"/>
                  <a:pt x="54" y="70"/>
                  <a:pt x="56" y="69"/>
                </a:cubicBezTo>
                <a:cubicBezTo>
                  <a:pt x="57" y="69"/>
                  <a:pt x="59" y="70"/>
                  <a:pt x="60" y="71"/>
                </a:cubicBezTo>
                <a:cubicBezTo>
                  <a:pt x="61" y="72"/>
                  <a:pt x="62" y="73"/>
                  <a:pt x="62" y="75"/>
                </a:cubicBezTo>
                <a:cubicBezTo>
                  <a:pt x="62" y="76"/>
                  <a:pt x="62" y="78"/>
                  <a:pt x="61" y="79"/>
                </a:cubicBezTo>
                <a:cubicBezTo>
                  <a:pt x="53" y="87"/>
                  <a:pt x="53" y="87"/>
                  <a:pt x="53" y="87"/>
                </a:cubicBezTo>
                <a:cubicBezTo>
                  <a:pt x="52" y="88"/>
                  <a:pt x="51" y="89"/>
                  <a:pt x="50" y="89"/>
                </a:cubicBezTo>
                <a:close/>
                <a:moveTo>
                  <a:pt x="116" y="78"/>
                </a:moveTo>
                <a:cubicBezTo>
                  <a:pt x="116" y="78"/>
                  <a:pt x="130" y="89"/>
                  <a:pt x="134" y="90"/>
                </a:cubicBezTo>
                <a:cubicBezTo>
                  <a:pt x="137" y="90"/>
                  <a:pt x="138" y="89"/>
                  <a:pt x="139" y="88"/>
                </a:cubicBezTo>
                <a:cubicBezTo>
                  <a:pt x="141" y="86"/>
                  <a:pt x="142" y="84"/>
                  <a:pt x="142" y="82"/>
                </a:cubicBezTo>
                <a:cubicBezTo>
                  <a:pt x="142" y="81"/>
                  <a:pt x="141" y="79"/>
                  <a:pt x="140" y="78"/>
                </a:cubicBezTo>
                <a:moveTo>
                  <a:pt x="105" y="85"/>
                </a:moveTo>
                <a:cubicBezTo>
                  <a:pt x="117" y="96"/>
                  <a:pt x="117" y="96"/>
                  <a:pt x="117" y="96"/>
                </a:cubicBezTo>
                <a:cubicBezTo>
                  <a:pt x="118" y="97"/>
                  <a:pt x="120" y="98"/>
                  <a:pt x="122" y="98"/>
                </a:cubicBezTo>
                <a:cubicBezTo>
                  <a:pt x="124" y="98"/>
                  <a:pt x="126" y="98"/>
                  <a:pt x="127" y="96"/>
                </a:cubicBezTo>
                <a:cubicBezTo>
                  <a:pt x="129" y="95"/>
                  <a:pt x="130" y="93"/>
                  <a:pt x="130" y="90"/>
                </a:cubicBezTo>
                <a:cubicBezTo>
                  <a:pt x="130" y="90"/>
                  <a:pt x="130" y="88"/>
                  <a:pt x="130" y="88"/>
                </a:cubicBezTo>
                <a:moveTo>
                  <a:pt x="98" y="98"/>
                </a:moveTo>
                <a:cubicBezTo>
                  <a:pt x="104" y="103"/>
                  <a:pt x="104" y="103"/>
                  <a:pt x="104" y="103"/>
                </a:cubicBezTo>
                <a:cubicBezTo>
                  <a:pt x="105" y="105"/>
                  <a:pt x="107" y="105"/>
                  <a:pt x="109" y="106"/>
                </a:cubicBezTo>
                <a:cubicBezTo>
                  <a:pt x="111" y="106"/>
                  <a:pt x="113" y="105"/>
                  <a:pt x="115" y="104"/>
                </a:cubicBezTo>
                <a:cubicBezTo>
                  <a:pt x="116" y="102"/>
                  <a:pt x="117" y="100"/>
                  <a:pt x="117" y="98"/>
                </a:cubicBezTo>
                <a:cubicBezTo>
                  <a:pt x="117" y="97"/>
                  <a:pt x="117" y="96"/>
                  <a:pt x="117" y="96"/>
                </a:cubicBezTo>
                <a:moveTo>
                  <a:pt x="85" y="103"/>
                </a:moveTo>
                <a:cubicBezTo>
                  <a:pt x="89" y="105"/>
                  <a:pt x="89" y="105"/>
                  <a:pt x="89" y="105"/>
                </a:cubicBezTo>
                <a:cubicBezTo>
                  <a:pt x="90" y="106"/>
                  <a:pt x="93" y="106"/>
                  <a:pt x="96" y="106"/>
                </a:cubicBezTo>
                <a:cubicBezTo>
                  <a:pt x="98" y="106"/>
                  <a:pt x="100" y="105"/>
                  <a:pt x="102" y="104"/>
                </a:cubicBezTo>
                <a:cubicBezTo>
                  <a:pt x="102" y="104"/>
                  <a:pt x="103" y="103"/>
                  <a:pt x="103" y="102"/>
                </a:cubicBezTo>
                <a:moveTo>
                  <a:pt x="61" y="96"/>
                </a:moveTo>
                <a:cubicBezTo>
                  <a:pt x="74" y="81"/>
                  <a:pt x="74" y="81"/>
                  <a:pt x="74" y="81"/>
                </a:cubicBezTo>
                <a:cubicBezTo>
                  <a:pt x="76" y="79"/>
                  <a:pt x="76" y="75"/>
                  <a:pt x="73" y="73"/>
                </a:cubicBezTo>
                <a:cubicBezTo>
                  <a:pt x="72" y="72"/>
                  <a:pt x="71" y="72"/>
                  <a:pt x="69" y="72"/>
                </a:cubicBezTo>
                <a:cubicBezTo>
                  <a:pt x="68" y="72"/>
                  <a:pt x="66" y="73"/>
                  <a:pt x="65" y="74"/>
                </a:cubicBezTo>
                <a:cubicBezTo>
                  <a:pt x="52" y="88"/>
                  <a:pt x="52" y="88"/>
                  <a:pt x="52" y="88"/>
                </a:cubicBezTo>
                <a:cubicBezTo>
                  <a:pt x="50" y="91"/>
                  <a:pt x="50" y="94"/>
                  <a:pt x="53" y="96"/>
                </a:cubicBezTo>
                <a:cubicBezTo>
                  <a:pt x="54" y="97"/>
                  <a:pt x="56" y="98"/>
                  <a:pt x="57" y="98"/>
                </a:cubicBezTo>
                <a:cubicBezTo>
                  <a:pt x="59" y="98"/>
                  <a:pt x="60" y="97"/>
                  <a:pt x="61" y="96"/>
                </a:cubicBezTo>
                <a:close/>
                <a:moveTo>
                  <a:pt x="72" y="101"/>
                </a:moveTo>
                <a:cubicBezTo>
                  <a:pt x="84" y="88"/>
                  <a:pt x="84" y="88"/>
                  <a:pt x="84" y="88"/>
                </a:cubicBezTo>
                <a:cubicBezTo>
                  <a:pt x="86" y="85"/>
                  <a:pt x="86" y="82"/>
                  <a:pt x="83" y="80"/>
                </a:cubicBezTo>
                <a:cubicBezTo>
                  <a:pt x="82" y="78"/>
                  <a:pt x="80" y="78"/>
                  <a:pt x="79" y="78"/>
                </a:cubicBezTo>
                <a:cubicBezTo>
                  <a:pt x="77" y="78"/>
                  <a:pt x="76" y="79"/>
                  <a:pt x="75" y="80"/>
                </a:cubicBezTo>
                <a:cubicBezTo>
                  <a:pt x="63" y="93"/>
                  <a:pt x="63" y="93"/>
                  <a:pt x="63" y="93"/>
                </a:cubicBezTo>
                <a:cubicBezTo>
                  <a:pt x="61" y="96"/>
                  <a:pt x="61" y="99"/>
                  <a:pt x="64" y="101"/>
                </a:cubicBezTo>
                <a:cubicBezTo>
                  <a:pt x="65" y="103"/>
                  <a:pt x="67" y="103"/>
                  <a:pt x="68" y="103"/>
                </a:cubicBezTo>
                <a:cubicBezTo>
                  <a:pt x="70" y="103"/>
                  <a:pt x="71" y="102"/>
                  <a:pt x="72" y="101"/>
                </a:cubicBezTo>
                <a:close/>
                <a:moveTo>
                  <a:pt x="88" y="100"/>
                </a:moveTo>
                <a:cubicBezTo>
                  <a:pt x="90" y="98"/>
                  <a:pt x="90" y="98"/>
                  <a:pt x="90" y="98"/>
                </a:cubicBezTo>
                <a:cubicBezTo>
                  <a:pt x="92" y="95"/>
                  <a:pt x="92" y="92"/>
                  <a:pt x="89" y="90"/>
                </a:cubicBezTo>
                <a:cubicBezTo>
                  <a:pt x="88" y="89"/>
                  <a:pt x="86" y="88"/>
                  <a:pt x="85" y="88"/>
                </a:cubicBezTo>
                <a:cubicBezTo>
                  <a:pt x="83" y="88"/>
                  <a:pt x="82" y="89"/>
                  <a:pt x="81" y="90"/>
                </a:cubicBezTo>
                <a:cubicBezTo>
                  <a:pt x="74" y="98"/>
                  <a:pt x="74" y="98"/>
                  <a:pt x="74" y="98"/>
                </a:cubicBezTo>
                <a:cubicBezTo>
                  <a:pt x="72" y="100"/>
                  <a:pt x="73" y="104"/>
                  <a:pt x="75" y="106"/>
                </a:cubicBezTo>
                <a:cubicBezTo>
                  <a:pt x="76" y="107"/>
                  <a:pt x="78" y="108"/>
                  <a:pt x="80" y="107"/>
                </a:cubicBezTo>
                <a:cubicBezTo>
                  <a:pt x="81" y="107"/>
                  <a:pt x="82" y="107"/>
                  <a:pt x="83" y="106"/>
                </a:cubicBezTo>
                <a:lnTo>
                  <a:pt x="88" y="100"/>
                </a:lnTo>
                <a:close/>
                <a:moveTo>
                  <a:pt x="164" y="1"/>
                </a:moveTo>
                <a:cubicBezTo>
                  <a:pt x="152" y="7"/>
                  <a:pt x="134" y="16"/>
                  <a:pt x="131" y="18"/>
                </a:cubicBezTo>
                <a:cubicBezTo>
                  <a:pt x="134" y="22"/>
                  <a:pt x="145" y="41"/>
                  <a:pt x="159" y="64"/>
                </a:cubicBezTo>
                <a:cubicBezTo>
                  <a:pt x="160" y="67"/>
                  <a:pt x="160" y="67"/>
                  <a:pt x="160" y="67"/>
                </a:cubicBezTo>
                <a:cubicBezTo>
                  <a:pt x="191" y="51"/>
                  <a:pt x="191" y="51"/>
                  <a:pt x="191" y="51"/>
                </a:cubicBezTo>
                <a:moveTo>
                  <a:pt x="135" y="25"/>
                </a:moveTo>
                <a:cubicBezTo>
                  <a:pt x="120" y="19"/>
                  <a:pt x="112" y="28"/>
                  <a:pt x="103" y="28"/>
                </a:cubicBezTo>
                <a:cubicBezTo>
                  <a:pt x="99" y="28"/>
                  <a:pt x="96" y="28"/>
                  <a:pt x="95" y="28"/>
                </a:cubicBezTo>
                <a:cubicBezTo>
                  <a:pt x="94" y="28"/>
                  <a:pt x="94" y="28"/>
                  <a:pt x="94" y="28"/>
                </a:cubicBezTo>
                <a:cubicBezTo>
                  <a:pt x="93" y="28"/>
                  <a:pt x="92" y="28"/>
                  <a:pt x="92" y="29"/>
                </a:cubicBezTo>
                <a:cubicBezTo>
                  <a:pt x="66" y="42"/>
                  <a:pt x="66" y="42"/>
                  <a:pt x="66" y="42"/>
                </a:cubicBezTo>
                <a:cubicBezTo>
                  <a:pt x="54" y="48"/>
                  <a:pt x="66" y="57"/>
                  <a:pt x="70" y="56"/>
                </a:cubicBezTo>
                <a:cubicBezTo>
                  <a:pt x="74" y="55"/>
                  <a:pt x="84" y="51"/>
                  <a:pt x="91" y="48"/>
                </a:cubicBezTo>
                <a:cubicBezTo>
                  <a:pt x="95" y="47"/>
                  <a:pt x="100" y="47"/>
                  <a:pt x="103" y="50"/>
                </a:cubicBezTo>
                <a:cubicBezTo>
                  <a:pt x="115" y="58"/>
                  <a:pt x="138" y="76"/>
                  <a:pt x="140" y="78"/>
                </a:cubicBezTo>
                <a:moveTo>
                  <a:pt x="157" y="62"/>
                </a:moveTo>
                <a:cubicBezTo>
                  <a:pt x="155" y="63"/>
                  <a:pt x="150" y="66"/>
                  <a:pt x="149" y="67"/>
                </a:cubicBezTo>
                <a:cubicBezTo>
                  <a:pt x="148" y="68"/>
                  <a:pt x="147" y="69"/>
                  <a:pt x="146" y="71"/>
                </a:cubicBezTo>
                <a:cubicBezTo>
                  <a:pt x="144" y="73"/>
                  <a:pt x="142" y="77"/>
                  <a:pt x="140" y="78"/>
                </a:cubicBezTo>
                <a:moveTo>
                  <a:pt x="48" y="76"/>
                </a:moveTo>
                <a:cubicBezTo>
                  <a:pt x="48" y="76"/>
                  <a:pt x="48" y="76"/>
                  <a:pt x="48" y="76"/>
                </a:cubicBezTo>
                <a:moveTo>
                  <a:pt x="0" y="49"/>
                </a:moveTo>
                <a:cubicBezTo>
                  <a:pt x="28" y="71"/>
                  <a:pt x="28" y="71"/>
                  <a:pt x="28" y="71"/>
                </a:cubicBezTo>
                <a:cubicBezTo>
                  <a:pt x="67" y="22"/>
                  <a:pt x="67" y="22"/>
                  <a:pt x="67" y="22"/>
                </a:cubicBezTo>
                <a:cubicBezTo>
                  <a:pt x="40" y="0"/>
                  <a:pt x="40" y="0"/>
                  <a:pt x="40" y="0"/>
                </a:cubicBezTo>
                <a:moveTo>
                  <a:pt x="31" y="68"/>
                </a:moveTo>
                <a:cubicBezTo>
                  <a:pt x="38" y="74"/>
                  <a:pt x="46" y="78"/>
                  <a:pt x="46" y="78"/>
                </a:cubicBezTo>
                <a:moveTo>
                  <a:pt x="82" y="33"/>
                </a:moveTo>
                <a:cubicBezTo>
                  <a:pt x="79" y="32"/>
                  <a:pt x="70" y="28"/>
                  <a:pt x="63" y="2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Freeform 18">
            <a:extLst>
              <a:ext uri="{FF2B5EF4-FFF2-40B4-BE49-F238E27FC236}">
                <a16:creationId xmlns:a16="http://schemas.microsoft.com/office/drawing/2014/main" id="{456E2E03-4460-4FCB-A091-96619E089C44}"/>
              </a:ext>
            </a:extLst>
          </p:cNvPr>
          <p:cNvSpPr>
            <a:spLocks noEditPoints="1"/>
          </p:cNvSpPr>
          <p:nvPr/>
        </p:nvSpPr>
        <p:spPr bwMode="auto">
          <a:xfrm>
            <a:off x="5833110" y="5106973"/>
            <a:ext cx="356218" cy="403792"/>
          </a:xfrm>
          <a:custGeom>
            <a:avLst/>
            <a:gdLst>
              <a:gd name="T0" fmla="*/ 41 w 128"/>
              <a:gd name="T1" fmla="*/ 113 h 145"/>
              <a:gd name="T2" fmla="*/ 30 w 128"/>
              <a:gd name="T3" fmla="*/ 87 h 145"/>
              <a:gd name="T4" fmla="*/ 24 w 128"/>
              <a:gd name="T5" fmla="*/ 65 h 145"/>
              <a:gd name="T6" fmla="*/ 64 w 128"/>
              <a:gd name="T7" fmla="*/ 25 h 145"/>
              <a:gd name="T8" fmla="*/ 104 w 128"/>
              <a:gd name="T9" fmla="*/ 65 h 145"/>
              <a:gd name="T10" fmla="*/ 97 w 128"/>
              <a:gd name="T11" fmla="*/ 87 h 145"/>
              <a:gd name="T12" fmla="*/ 87 w 128"/>
              <a:gd name="T13" fmla="*/ 109 h 145"/>
              <a:gd name="T14" fmla="*/ 64 w 128"/>
              <a:gd name="T15" fmla="*/ 40 h 145"/>
              <a:gd name="T16" fmla="*/ 40 w 128"/>
              <a:gd name="T17" fmla="*/ 65 h 145"/>
              <a:gd name="T18" fmla="*/ 64 w 128"/>
              <a:gd name="T19" fmla="*/ 89 h 145"/>
              <a:gd name="T20" fmla="*/ 88 w 128"/>
              <a:gd name="T21" fmla="*/ 65 h 145"/>
              <a:gd name="T22" fmla="*/ 64 w 128"/>
              <a:gd name="T23" fmla="*/ 40 h 145"/>
              <a:gd name="T24" fmla="*/ 55 w 128"/>
              <a:gd name="T25" fmla="*/ 69 h 145"/>
              <a:gd name="T26" fmla="*/ 61 w 128"/>
              <a:gd name="T27" fmla="*/ 77 h 145"/>
              <a:gd name="T28" fmla="*/ 73 w 128"/>
              <a:gd name="T29" fmla="*/ 57 h 145"/>
              <a:gd name="T30" fmla="*/ 64 w 128"/>
              <a:gd name="T31" fmla="*/ 13 h 145"/>
              <a:gd name="T32" fmla="*/ 64 w 128"/>
              <a:gd name="T33" fmla="*/ 0 h 145"/>
              <a:gd name="T34" fmla="*/ 38 w 128"/>
              <a:gd name="T35" fmla="*/ 20 h 145"/>
              <a:gd name="T36" fmla="*/ 32 w 128"/>
              <a:gd name="T37" fmla="*/ 9 h 145"/>
              <a:gd name="T38" fmla="*/ 8 w 128"/>
              <a:gd name="T39" fmla="*/ 32 h 145"/>
              <a:gd name="T40" fmla="*/ 19 w 128"/>
              <a:gd name="T41" fmla="*/ 39 h 145"/>
              <a:gd name="T42" fmla="*/ 0 w 128"/>
              <a:gd name="T43" fmla="*/ 65 h 145"/>
              <a:gd name="T44" fmla="*/ 12 w 128"/>
              <a:gd name="T45" fmla="*/ 65 h 145"/>
              <a:gd name="T46" fmla="*/ 96 w 128"/>
              <a:gd name="T47" fmla="*/ 9 h 145"/>
              <a:gd name="T48" fmla="*/ 90 w 128"/>
              <a:gd name="T49" fmla="*/ 20 h 145"/>
              <a:gd name="T50" fmla="*/ 119 w 128"/>
              <a:gd name="T51" fmla="*/ 32 h 145"/>
              <a:gd name="T52" fmla="*/ 109 w 128"/>
              <a:gd name="T53" fmla="*/ 39 h 145"/>
              <a:gd name="T54" fmla="*/ 116 w 128"/>
              <a:gd name="T55" fmla="*/ 65 h 145"/>
              <a:gd name="T56" fmla="*/ 128 w 128"/>
              <a:gd name="T57" fmla="*/ 65 h 145"/>
              <a:gd name="T58" fmla="*/ 78 w 128"/>
              <a:gd name="T59" fmla="*/ 117 h 145"/>
              <a:gd name="T60" fmla="*/ 47 w 128"/>
              <a:gd name="T61" fmla="*/ 126 h 145"/>
              <a:gd name="T62" fmla="*/ 43 w 128"/>
              <a:gd name="T63" fmla="*/ 131 h 145"/>
              <a:gd name="T64" fmla="*/ 48 w 128"/>
              <a:gd name="T65" fmla="*/ 136 h 145"/>
              <a:gd name="T66" fmla="*/ 51 w 128"/>
              <a:gd name="T67" fmla="*/ 135 h 145"/>
              <a:gd name="T68" fmla="*/ 78 w 128"/>
              <a:gd name="T69" fmla="*/ 128 h 145"/>
              <a:gd name="T70" fmla="*/ 78 w 128"/>
              <a:gd name="T71" fmla="*/ 128 h 145"/>
              <a:gd name="T72" fmla="*/ 79 w 128"/>
              <a:gd name="T73" fmla="*/ 128 h 145"/>
              <a:gd name="T74" fmla="*/ 85 w 128"/>
              <a:gd name="T75" fmla="*/ 133 h 145"/>
              <a:gd name="T76" fmla="*/ 81 w 128"/>
              <a:gd name="T77" fmla="*/ 138 h 145"/>
              <a:gd name="T78" fmla="*/ 54 w 128"/>
              <a:gd name="T79" fmla="*/ 14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8" h="145">
                <a:moveTo>
                  <a:pt x="41" y="113"/>
                </a:moveTo>
                <a:cubicBezTo>
                  <a:pt x="42" y="107"/>
                  <a:pt x="39" y="100"/>
                  <a:pt x="30" y="87"/>
                </a:cubicBezTo>
                <a:cubicBezTo>
                  <a:pt x="26" y="81"/>
                  <a:pt x="24" y="73"/>
                  <a:pt x="24" y="65"/>
                </a:cubicBezTo>
                <a:cubicBezTo>
                  <a:pt x="24" y="43"/>
                  <a:pt x="42" y="25"/>
                  <a:pt x="64" y="25"/>
                </a:cubicBezTo>
                <a:cubicBezTo>
                  <a:pt x="86" y="25"/>
                  <a:pt x="104" y="43"/>
                  <a:pt x="104" y="65"/>
                </a:cubicBezTo>
                <a:cubicBezTo>
                  <a:pt x="104" y="73"/>
                  <a:pt x="102" y="81"/>
                  <a:pt x="97" y="87"/>
                </a:cubicBezTo>
                <a:cubicBezTo>
                  <a:pt x="91" y="97"/>
                  <a:pt x="88" y="104"/>
                  <a:pt x="87" y="109"/>
                </a:cubicBezTo>
                <a:moveTo>
                  <a:pt x="64" y="40"/>
                </a:moveTo>
                <a:cubicBezTo>
                  <a:pt x="51" y="40"/>
                  <a:pt x="40" y="51"/>
                  <a:pt x="40" y="65"/>
                </a:cubicBezTo>
                <a:cubicBezTo>
                  <a:pt x="40" y="78"/>
                  <a:pt x="51" y="89"/>
                  <a:pt x="64" y="89"/>
                </a:cubicBezTo>
                <a:cubicBezTo>
                  <a:pt x="77" y="89"/>
                  <a:pt x="88" y="78"/>
                  <a:pt x="88" y="65"/>
                </a:cubicBezTo>
                <a:cubicBezTo>
                  <a:pt x="88" y="51"/>
                  <a:pt x="77" y="40"/>
                  <a:pt x="64" y="40"/>
                </a:cubicBezTo>
                <a:close/>
                <a:moveTo>
                  <a:pt x="55" y="69"/>
                </a:moveTo>
                <a:cubicBezTo>
                  <a:pt x="61" y="77"/>
                  <a:pt x="61" y="77"/>
                  <a:pt x="61" y="77"/>
                </a:cubicBezTo>
                <a:cubicBezTo>
                  <a:pt x="73" y="57"/>
                  <a:pt x="73" y="57"/>
                  <a:pt x="73" y="57"/>
                </a:cubicBezTo>
                <a:moveTo>
                  <a:pt x="64" y="13"/>
                </a:moveTo>
                <a:cubicBezTo>
                  <a:pt x="64" y="0"/>
                  <a:pt x="64" y="0"/>
                  <a:pt x="64" y="0"/>
                </a:cubicBezTo>
                <a:moveTo>
                  <a:pt x="38" y="20"/>
                </a:moveTo>
                <a:cubicBezTo>
                  <a:pt x="32" y="9"/>
                  <a:pt x="32" y="9"/>
                  <a:pt x="32" y="9"/>
                </a:cubicBezTo>
                <a:moveTo>
                  <a:pt x="8" y="32"/>
                </a:moveTo>
                <a:cubicBezTo>
                  <a:pt x="19" y="39"/>
                  <a:pt x="19" y="39"/>
                  <a:pt x="19" y="39"/>
                </a:cubicBezTo>
                <a:moveTo>
                  <a:pt x="0" y="65"/>
                </a:moveTo>
                <a:cubicBezTo>
                  <a:pt x="12" y="65"/>
                  <a:pt x="12" y="65"/>
                  <a:pt x="12" y="65"/>
                </a:cubicBezTo>
                <a:moveTo>
                  <a:pt x="96" y="9"/>
                </a:moveTo>
                <a:cubicBezTo>
                  <a:pt x="90" y="20"/>
                  <a:pt x="90" y="20"/>
                  <a:pt x="90" y="20"/>
                </a:cubicBezTo>
                <a:moveTo>
                  <a:pt x="119" y="32"/>
                </a:moveTo>
                <a:cubicBezTo>
                  <a:pt x="109" y="39"/>
                  <a:pt x="109" y="39"/>
                  <a:pt x="109" y="39"/>
                </a:cubicBezTo>
                <a:moveTo>
                  <a:pt x="116" y="65"/>
                </a:moveTo>
                <a:cubicBezTo>
                  <a:pt x="128" y="65"/>
                  <a:pt x="128" y="65"/>
                  <a:pt x="128" y="65"/>
                </a:cubicBezTo>
                <a:moveTo>
                  <a:pt x="78" y="117"/>
                </a:moveTo>
                <a:cubicBezTo>
                  <a:pt x="78" y="117"/>
                  <a:pt x="47" y="126"/>
                  <a:pt x="47" y="126"/>
                </a:cubicBezTo>
                <a:cubicBezTo>
                  <a:pt x="45" y="126"/>
                  <a:pt x="43" y="128"/>
                  <a:pt x="43" y="131"/>
                </a:cubicBezTo>
                <a:cubicBezTo>
                  <a:pt x="43" y="134"/>
                  <a:pt x="45" y="136"/>
                  <a:pt x="48" y="136"/>
                </a:cubicBezTo>
                <a:cubicBezTo>
                  <a:pt x="49" y="136"/>
                  <a:pt x="51" y="135"/>
                  <a:pt x="51" y="135"/>
                </a:cubicBezTo>
                <a:cubicBezTo>
                  <a:pt x="78" y="128"/>
                  <a:pt x="78" y="128"/>
                  <a:pt x="78" y="128"/>
                </a:cubicBezTo>
                <a:cubicBezTo>
                  <a:pt x="78" y="128"/>
                  <a:pt x="78" y="128"/>
                  <a:pt x="78" y="128"/>
                </a:cubicBezTo>
                <a:cubicBezTo>
                  <a:pt x="79" y="128"/>
                  <a:pt x="79" y="128"/>
                  <a:pt x="79" y="128"/>
                </a:cubicBezTo>
                <a:cubicBezTo>
                  <a:pt x="82" y="128"/>
                  <a:pt x="85" y="130"/>
                  <a:pt x="85" y="133"/>
                </a:cubicBezTo>
                <a:cubicBezTo>
                  <a:pt x="85" y="135"/>
                  <a:pt x="83" y="137"/>
                  <a:pt x="81" y="138"/>
                </a:cubicBezTo>
                <a:cubicBezTo>
                  <a:pt x="54" y="145"/>
                  <a:pt x="54" y="145"/>
                  <a:pt x="54" y="145"/>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Freeform 19">
            <a:extLst>
              <a:ext uri="{FF2B5EF4-FFF2-40B4-BE49-F238E27FC236}">
                <a16:creationId xmlns:a16="http://schemas.microsoft.com/office/drawing/2014/main" id="{E8F482DD-11F8-45C4-B3BB-B85E0F225DB3}"/>
              </a:ext>
            </a:extLst>
          </p:cNvPr>
          <p:cNvSpPr>
            <a:spLocks noEditPoints="1"/>
          </p:cNvSpPr>
          <p:nvPr/>
        </p:nvSpPr>
        <p:spPr bwMode="auto">
          <a:xfrm>
            <a:off x="4139248" y="5121261"/>
            <a:ext cx="348096" cy="362020"/>
          </a:xfrm>
          <a:custGeom>
            <a:avLst/>
            <a:gdLst>
              <a:gd name="T0" fmla="*/ 47 w 125"/>
              <a:gd name="T1" fmla="*/ 13 h 130"/>
              <a:gd name="T2" fmla="*/ 110 w 125"/>
              <a:gd name="T3" fmla="*/ 52 h 130"/>
              <a:gd name="T4" fmla="*/ 125 w 125"/>
              <a:gd name="T5" fmla="*/ 83 h 130"/>
              <a:gd name="T6" fmla="*/ 112 w 125"/>
              <a:gd name="T7" fmla="*/ 83 h 130"/>
              <a:gd name="T8" fmla="*/ 112 w 125"/>
              <a:gd name="T9" fmla="*/ 105 h 130"/>
              <a:gd name="T10" fmla="*/ 106 w 125"/>
              <a:gd name="T11" fmla="*/ 112 h 130"/>
              <a:gd name="T12" fmla="*/ 91 w 125"/>
              <a:gd name="T13" fmla="*/ 112 h 130"/>
              <a:gd name="T14" fmla="*/ 91 w 125"/>
              <a:gd name="T15" fmla="*/ 130 h 130"/>
              <a:gd name="T16" fmla="*/ 34 w 125"/>
              <a:gd name="T17" fmla="*/ 130 h 130"/>
              <a:gd name="T18" fmla="*/ 34 w 125"/>
              <a:gd name="T19" fmla="*/ 111 h 130"/>
              <a:gd name="T20" fmla="*/ 27 w 125"/>
              <a:gd name="T21" fmla="*/ 98 h 130"/>
              <a:gd name="T22" fmla="*/ 70 w 125"/>
              <a:gd name="T23" fmla="*/ 59 h 130"/>
              <a:gd name="T24" fmla="*/ 70 w 125"/>
              <a:gd name="T25" fmla="*/ 50 h 130"/>
              <a:gd name="T26" fmla="*/ 60 w 125"/>
              <a:gd name="T27" fmla="*/ 46 h 130"/>
              <a:gd name="T28" fmla="*/ 59 w 125"/>
              <a:gd name="T29" fmla="*/ 43 h 130"/>
              <a:gd name="T30" fmla="*/ 63 w 125"/>
              <a:gd name="T31" fmla="*/ 33 h 130"/>
              <a:gd name="T32" fmla="*/ 57 w 125"/>
              <a:gd name="T33" fmla="*/ 27 h 130"/>
              <a:gd name="T34" fmla="*/ 47 w 125"/>
              <a:gd name="T35" fmla="*/ 31 h 130"/>
              <a:gd name="T36" fmla="*/ 43 w 125"/>
              <a:gd name="T37" fmla="*/ 29 h 130"/>
              <a:gd name="T38" fmla="*/ 40 w 125"/>
              <a:gd name="T39" fmla="*/ 19 h 130"/>
              <a:gd name="T40" fmla="*/ 31 w 125"/>
              <a:gd name="T41" fmla="*/ 19 h 130"/>
              <a:gd name="T42" fmla="*/ 27 w 125"/>
              <a:gd name="T43" fmla="*/ 29 h 130"/>
              <a:gd name="T44" fmla="*/ 23 w 125"/>
              <a:gd name="T45" fmla="*/ 31 h 130"/>
              <a:gd name="T46" fmla="*/ 13 w 125"/>
              <a:gd name="T47" fmla="*/ 27 h 130"/>
              <a:gd name="T48" fmla="*/ 7 w 125"/>
              <a:gd name="T49" fmla="*/ 33 h 130"/>
              <a:gd name="T50" fmla="*/ 12 w 125"/>
              <a:gd name="T51" fmla="*/ 43 h 130"/>
              <a:gd name="T52" fmla="*/ 10 w 125"/>
              <a:gd name="T53" fmla="*/ 46 h 130"/>
              <a:gd name="T54" fmla="*/ 0 w 125"/>
              <a:gd name="T55" fmla="*/ 50 h 130"/>
              <a:gd name="T56" fmla="*/ 0 w 125"/>
              <a:gd name="T57" fmla="*/ 59 h 130"/>
              <a:gd name="T58" fmla="*/ 10 w 125"/>
              <a:gd name="T59" fmla="*/ 63 h 130"/>
              <a:gd name="T60" fmla="*/ 12 w 125"/>
              <a:gd name="T61" fmla="*/ 66 h 130"/>
              <a:gd name="T62" fmla="*/ 7 w 125"/>
              <a:gd name="T63" fmla="*/ 76 h 130"/>
              <a:gd name="T64" fmla="*/ 13 w 125"/>
              <a:gd name="T65" fmla="*/ 82 h 130"/>
              <a:gd name="T66" fmla="*/ 23 w 125"/>
              <a:gd name="T67" fmla="*/ 78 h 130"/>
              <a:gd name="T68" fmla="*/ 27 w 125"/>
              <a:gd name="T69" fmla="*/ 80 h 130"/>
              <a:gd name="T70" fmla="*/ 31 w 125"/>
              <a:gd name="T71" fmla="*/ 90 h 130"/>
              <a:gd name="T72" fmla="*/ 40 w 125"/>
              <a:gd name="T73" fmla="*/ 90 h 130"/>
              <a:gd name="T74" fmla="*/ 43 w 125"/>
              <a:gd name="T75" fmla="*/ 80 h 130"/>
              <a:gd name="T76" fmla="*/ 47 w 125"/>
              <a:gd name="T77" fmla="*/ 78 h 130"/>
              <a:gd name="T78" fmla="*/ 57 w 125"/>
              <a:gd name="T79" fmla="*/ 82 h 130"/>
              <a:gd name="T80" fmla="*/ 63 w 125"/>
              <a:gd name="T81" fmla="*/ 76 h 130"/>
              <a:gd name="T82" fmla="*/ 59 w 125"/>
              <a:gd name="T83" fmla="*/ 66 h 130"/>
              <a:gd name="T84" fmla="*/ 60 w 125"/>
              <a:gd name="T85" fmla="*/ 63 h 130"/>
              <a:gd name="T86" fmla="*/ 70 w 125"/>
              <a:gd name="T87" fmla="*/ 59 h 130"/>
              <a:gd name="T88" fmla="*/ 35 w 125"/>
              <a:gd name="T89" fmla="*/ 40 h 130"/>
              <a:gd name="T90" fmla="*/ 20 w 125"/>
              <a:gd name="T91" fmla="*/ 54 h 130"/>
              <a:gd name="T92" fmla="*/ 35 w 125"/>
              <a:gd name="T93" fmla="*/ 69 h 130"/>
              <a:gd name="T94" fmla="*/ 50 w 125"/>
              <a:gd name="T95" fmla="*/ 54 h 130"/>
              <a:gd name="T96" fmla="*/ 35 w 125"/>
              <a:gd name="T97" fmla="*/ 40 h 130"/>
              <a:gd name="T98" fmla="*/ 91 w 125"/>
              <a:gd name="T99" fmla="*/ 112 h 130"/>
              <a:gd name="T100" fmla="*/ 83 w 125"/>
              <a:gd name="T101" fmla="*/ 112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30">
                <a:moveTo>
                  <a:pt x="47" y="13"/>
                </a:moveTo>
                <a:cubicBezTo>
                  <a:pt x="116" y="0"/>
                  <a:pt x="110" y="52"/>
                  <a:pt x="110" y="52"/>
                </a:cubicBezTo>
                <a:cubicBezTo>
                  <a:pt x="125" y="83"/>
                  <a:pt x="125" y="83"/>
                  <a:pt x="125" y="83"/>
                </a:cubicBezTo>
                <a:cubicBezTo>
                  <a:pt x="112" y="83"/>
                  <a:pt x="112" y="83"/>
                  <a:pt x="112" y="83"/>
                </a:cubicBezTo>
                <a:cubicBezTo>
                  <a:pt x="112" y="105"/>
                  <a:pt x="112" y="105"/>
                  <a:pt x="112" y="105"/>
                </a:cubicBezTo>
                <a:cubicBezTo>
                  <a:pt x="112" y="109"/>
                  <a:pt x="109" y="112"/>
                  <a:pt x="106" y="112"/>
                </a:cubicBezTo>
                <a:cubicBezTo>
                  <a:pt x="91" y="112"/>
                  <a:pt x="91" y="112"/>
                  <a:pt x="91" y="112"/>
                </a:cubicBezTo>
                <a:cubicBezTo>
                  <a:pt x="91" y="130"/>
                  <a:pt x="91" y="130"/>
                  <a:pt x="91" y="130"/>
                </a:cubicBezTo>
                <a:moveTo>
                  <a:pt x="34" y="130"/>
                </a:moveTo>
                <a:cubicBezTo>
                  <a:pt x="34" y="111"/>
                  <a:pt x="34" y="111"/>
                  <a:pt x="34" y="111"/>
                </a:cubicBezTo>
                <a:cubicBezTo>
                  <a:pt x="27" y="98"/>
                  <a:pt x="27" y="98"/>
                  <a:pt x="27" y="98"/>
                </a:cubicBezTo>
                <a:moveTo>
                  <a:pt x="70" y="59"/>
                </a:moveTo>
                <a:cubicBezTo>
                  <a:pt x="70" y="50"/>
                  <a:pt x="70" y="50"/>
                  <a:pt x="70" y="50"/>
                </a:cubicBezTo>
                <a:cubicBezTo>
                  <a:pt x="60" y="46"/>
                  <a:pt x="60" y="46"/>
                  <a:pt x="60" y="46"/>
                </a:cubicBezTo>
                <a:cubicBezTo>
                  <a:pt x="60" y="45"/>
                  <a:pt x="59" y="44"/>
                  <a:pt x="59" y="43"/>
                </a:cubicBezTo>
                <a:cubicBezTo>
                  <a:pt x="63" y="33"/>
                  <a:pt x="63" y="33"/>
                  <a:pt x="63" y="33"/>
                </a:cubicBezTo>
                <a:cubicBezTo>
                  <a:pt x="57" y="27"/>
                  <a:pt x="57" y="27"/>
                  <a:pt x="57" y="27"/>
                </a:cubicBezTo>
                <a:cubicBezTo>
                  <a:pt x="47" y="31"/>
                  <a:pt x="47" y="31"/>
                  <a:pt x="47" y="31"/>
                </a:cubicBezTo>
                <a:cubicBezTo>
                  <a:pt x="46" y="30"/>
                  <a:pt x="45" y="30"/>
                  <a:pt x="43" y="29"/>
                </a:cubicBezTo>
                <a:cubicBezTo>
                  <a:pt x="40" y="19"/>
                  <a:pt x="40" y="19"/>
                  <a:pt x="40" y="19"/>
                </a:cubicBezTo>
                <a:cubicBezTo>
                  <a:pt x="31" y="19"/>
                  <a:pt x="31" y="19"/>
                  <a:pt x="31" y="19"/>
                </a:cubicBezTo>
                <a:cubicBezTo>
                  <a:pt x="27" y="29"/>
                  <a:pt x="27" y="29"/>
                  <a:pt x="27" y="29"/>
                </a:cubicBezTo>
                <a:cubicBezTo>
                  <a:pt x="26" y="30"/>
                  <a:pt x="24" y="30"/>
                  <a:pt x="23" y="31"/>
                </a:cubicBezTo>
                <a:cubicBezTo>
                  <a:pt x="13" y="27"/>
                  <a:pt x="13" y="27"/>
                  <a:pt x="13" y="27"/>
                </a:cubicBezTo>
                <a:cubicBezTo>
                  <a:pt x="7" y="33"/>
                  <a:pt x="7" y="33"/>
                  <a:pt x="7" y="33"/>
                </a:cubicBezTo>
                <a:cubicBezTo>
                  <a:pt x="12" y="43"/>
                  <a:pt x="12" y="43"/>
                  <a:pt x="12" y="43"/>
                </a:cubicBezTo>
                <a:cubicBezTo>
                  <a:pt x="11" y="44"/>
                  <a:pt x="11" y="45"/>
                  <a:pt x="10" y="46"/>
                </a:cubicBezTo>
                <a:cubicBezTo>
                  <a:pt x="0" y="50"/>
                  <a:pt x="0" y="50"/>
                  <a:pt x="0" y="50"/>
                </a:cubicBezTo>
                <a:cubicBezTo>
                  <a:pt x="0" y="59"/>
                  <a:pt x="0" y="59"/>
                  <a:pt x="0" y="59"/>
                </a:cubicBezTo>
                <a:cubicBezTo>
                  <a:pt x="10" y="63"/>
                  <a:pt x="10" y="63"/>
                  <a:pt x="10" y="63"/>
                </a:cubicBezTo>
                <a:cubicBezTo>
                  <a:pt x="11" y="64"/>
                  <a:pt x="11" y="65"/>
                  <a:pt x="12" y="66"/>
                </a:cubicBezTo>
                <a:cubicBezTo>
                  <a:pt x="7" y="76"/>
                  <a:pt x="7" y="76"/>
                  <a:pt x="7" y="76"/>
                </a:cubicBezTo>
                <a:cubicBezTo>
                  <a:pt x="13" y="82"/>
                  <a:pt x="13" y="82"/>
                  <a:pt x="13" y="82"/>
                </a:cubicBezTo>
                <a:cubicBezTo>
                  <a:pt x="23" y="78"/>
                  <a:pt x="23" y="78"/>
                  <a:pt x="23" y="78"/>
                </a:cubicBezTo>
                <a:cubicBezTo>
                  <a:pt x="24" y="79"/>
                  <a:pt x="26" y="79"/>
                  <a:pt x="27" y="80"/>
                </a:cubicBezTo>
                <a:cubicBezTo>
                  <a:pt x="31" y="90"/>
                  <a:pt x="31" y="90"/>
                  <a:pt x="31" y="90"/>
                </a:cubicBezTo>
                <a:cubicBezTo>
                  <a:pt x="40" y="90"/>
                  <a:pt x="40" y="90"/>
                  <a:pt x="40" y="90"/>
                </a:cubicBezTo>
                <a:cubicBezTo>
                  <a:pt x="43" y="80"/>
                  <a:pt x="43" y="80"/>
                  <a:pt x="43" y="80"/>
                </a:cubicBezTo>
                <a:cubicBezTo>
                  <a:pt x="45" y="79"/>
                  <a:pt x="46" y="79"/>
                  <a:pt x="47" y="78"/>
                </a:cubicBezTo>
                <a:cubicBezTo>
                  <a:pt x="57" y="82"/>
                  <a:pt x="57" y="82"/>
                  <a:pt x="57" y="82"/>
                </a:cubicBezTo>
                <a:cubicBezTo>
                  <a:pt x="63" y="76"/>
                  <a:pt x="63" y="76"/>
                  <a:pt x="63" y="76"/>
                </a:cubicBezTo>
                <a:cubicBezTo>
                  <a:pt x="59" y="66"/>
                  <a:pt x="59" y="66"/>
                  <a:pt x="59" y="66"/>
                </a:cubicBezTo>
                <a:cubicBezTo>
                  <a:pt x="59" y="65"/>
                  <a:pt x="60" y="64"/>
                  <a:pt x="60" y="63"/>
                </a:cubicBezTo>
                <a:lnTo>
                  <a:pt x="70" y="59"/>
                </a:lnTo>
                <a:close/>
                <a:moveTo>
                  <a:pt x="35" y="40"/>
                </a:moveTo>
                <a:cubicBezTo>
                  <a:pt x="27" y="40"/>
                  <a:pt x="20" y="46"/>
                  <a:pt x="20" y="54"/>
                </a:cubicBezTo>
                <a:cubicBezTo>
                  <a:pt x="20" y="63"/>
                  <a:pt x="27" y="69"/>
                  <a:pt x="35" y="69"/>
                </a:cubicBezTo>
                <a:cubicBezTo>
                  <a:pt x="43" y="69"/>
                  <a:pt x="50" y="63"/>
                  <a:pt x="50" y="54"/>
                </a:cubicBezTo>
                <a:cubicBezTo>
                  <a:pt x="50" y="46"/>
                  <a:pt x="43" y="40"/>
                  <a:pt x="35" y="40"/>
                </a:cubicBezTo>
                <a:close/>
                <a:moveTo>
                  <a:pt x="91" y="112"/>
                </a:moveTo>
                <a:cubicBezTo>
                  <a:pt x="83" y="112"/>
                  <a:pt x="83" y="112"/>
                  <a:pt x="83" y="11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1" name="Freeform 20">
            <a:extLst>
              <a:ext uri="{FF2B5EF4-FFF2-40B4-BE49-F238E27FC236}">
                <a16:creationId xmlns:a16="http://schemas.microsoft.com/office/drawing/2014/main" id="{728150FC-FD4E-470D-A7A3-6BA02EE82189}"/>
              </a:ext>
            </a:extLst>
          </p:cNvPr>
          <p:cNvSpPr>
            <a:spLocks noEditPoints="1"/>
          </p:cNvSpPr>
          <p:nvPr/>
        </p:nvSpPr>
        <p:spPr bwMode="auto">
          <a:xfrm>
            <a:off x="7549198" y="5108561"/>
            <a:ext cx="283118" cy="337653"/>
          </a:xfrm>
          <a:custGeom>
            <a:avLst/>
            <a:gdLst>
              <a:gd name="T0" fmla="*/ 244 w 244"/>
              <a:gd name="T1" fmla="*/ 120 h 291"/>
              <a:gd name="T2" fmla="*/ 244 w 244"/>
              <a:gd name="T3" fmla="*/ 291 h 291"/>
              <a:gd name="T4" fmla="*/ 0 w 244"/>
              <a:gd name="T5" fmla="*/ 291 h 291"/>
              <a:gd name="T6" fmla="*/ 0 w 244"/>
              <a:gd name="T7" fmla="*/ 120 h 291"/>
              <a:gd name="T8" fmla="*/ 244 w 244"/>
              <a:gd name="T9" fmla="*/ 291 h 291"/>
              <a:gd name="T10" fmla="*/ 122 w 244"/>
              <a:gd name="T11" fmla="*/ 207 h 291"/>
              <a:gd name="T12" fmla="*/ 0 w 244"/>
              <a:gd name="T13" fmla="*/ 291 h 291"/>
              <a:gd name="T14" fmla="*/ 244 w 244"/>
              <a:gd name="T15" fmla="*/ 120 h 291"/>
              <a:gd name="T16" fmla="*/ 163 w 244"/>
              <a:gd name="T17" fmla="*/ 207 h 291"/>
              <a:gd name="T18" fmla="*/ 0 w 244"/>
              <a:gd name="T19" fmla="*/ 120 h 291"/>
              <a:gd name="T20" fmla="*/ 81 w 244"/>
              <a:gd name="T21" fmla="*/ 207 h 291"/>
              <a:gd name="T22" fmla="*/ 216 w 244"/>
              <a:gd name="T23" fmla="*/ 115 h 291"/>
              <a:gd name="T24" fmla="*/ 216 w 244"/>
              <a:gd name="T25" fmla="*/ 55 h 291"/>
              <a:gd name="T26" fmla="*/ 160 w 244"/>
              <a:gd name="T27" fmla="*/ 0 h 291"/>
              <a:gd name="T28" fmla="*/ 29 w 244"/>
              <a:gd name="T29" fmla="*/ 0 h 291"/>
              <a:gd name="T30" fmla="*/ 29 w 244"/>
              <a:gd name="T31" fmla="*/ 115 h 291"/>
              <a:gd name="T32" fmla="*/ 216 w 244"/>
              <a:gd name="T33" fmla="*/ 55 h 291"/>
              <a:gd name="T34" fmla="*/ 160 w 244"/>
              <a:gd name="T35" fmla="*/ 0 h 291"/>
              <a:gd name="T36" fmla="*/ 160 w 244"/>
              <a:gd name="T37" fmla="*/ 55 h 291"/>
              <a:gd name="T38" fmla="*/ 216 w 244"/>
              <a:gd name="T39" fmla="*/ 55 h 291"/>
              <a:gd name="T40" fmla="*/ 81 w 244"/>
              <a:gd name="T41" fmla="*/ 87 h 291"/>
              <a:gd name="T42" fmla="*/ 55 w 244"/>
              <a:gd name="T43" fmla="*/ 87 h 291"/>
              <a:gd name="T44" fmla="*/ 182 w 244"/>
              <a:gd name="T45" fmla="*/ 87 h 291"/>
              <a:gd name="T46" fmla="*/ 108 w 244"/>
              <a:gd name="T47" fmla="*/ 87 h 291"/>
              <a:gd name="T48" fmla="*/ 55 w 244"/>
              <a:gd name="T49" fmla="*/ 113 h 291"/>
              <a:gd name="T50" fmla="*/ 127 w 244"/>
              <a:gd name="T51" fmla="*/ 113 h 291"/>
              <a:gd name="T52" fmla="*/ 182 w 244"/>
              <a:gd name="T53" fmla="*/ 113 h 291"/>
              <a:gd name="T54" fmla="*/ 153 w 244"/>
              <a:gd name="T55" fmla="*/ 113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4" h="291">
                <a:moveTo>
                  <a:pt x="244" y="120"/>
                </a:moveTo>
                <a:lnTo>
                  <a:pt x="244" y="291"/>
                </a:lnTo>
                <a:lnTo>
                  <a:pt x="0" y="291"/>
                </a:lnTo>
                <a:lnTo>
                  <a:pt x="0" y="120"/>
                </a:lnTo>
                <a:moveTo>
                  <a:pt x="244" y="291"/>
                </a:moveTo>
                <a:lnTo>
                  <a:pt x="122" y="207"/>
                </a:lnTo>
                <a:lnTo>
                  <a:pt x="0" y="291"/>
                </a:lnTo>
                <a:moveTo>
                  <a:pt x="244" y="120"/>
                </a:moveTo>
                <a:lnTo>
                  <a:pt x="163" y="207"/>
                </a:lnTo>
                <a:moveTo>
                  <a:pt x="0" y="120"/>
                </a:moveTo>
                <a:lnTo>
                  <a:pt x="81" y="207"/>
                </a:lnTo>
                <a:moveTo>
                  <a:pt x="216" y="115"/>
                </a:moveTo>
                <a:lnTo>
                  <a:pt x="216" y="55"/>
                </a:lnTo>
                <a:moveTo>
                  <a:pt x="160" y="0"/>
                </a:moveTo>
                <a:lnTo>
                  <a:pt x="29" y="0"/>
                </a:lnTo>
                <a:lnTo>
                  <a:pt x="29" y="115"/>
                </a:lnTo>
                <a:moveTo>
                  <a:pt x="216" y="55"/>
                </a:moveTo>
                <a:lnTo>
                  <a:pt x="160" y="0"/>
                </a:lnTo>
                <a:lnTo>
                  <a:pt x="160" y="55"/>
                </a:lnTo>
                <a:lnTo>
                  <a:pt x="216" y="55"/>
                </a:lnTo>
                <a:moveTo>
                  <a:pt x="81" y="87"/>
                </a:moveTo>
                <a:lnTo>
                  <a:pt x="55" y="87"/>
                </a:lnTo>
                <a:moveTo>
                  <a:pt x="182" y="87"/>
                </a:moveTo>
                <a:lnTo>
                  <a:pt x="108" y="87"/>
                </a:lnTo>
                <a:moveTo>
                  <a:pt x="55" y="113"/>
                </a:moveTo>
                <a:lnTo>
                  <a:pt x="127" y="113"/>
                </a:lnTo>
                <a:moveTo>
                  <a:pt x="182" y="113"/>
                </a:moveTo>
                <a:lnTo>
                  <a:pt x="153" y="113"/>
                </a:ln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Freeform 22">
            <a:extLst>
              <a:ext uri="{FF2B5EF4-FFF2-40B4-BE49-F238E27FC236}">
                <a16:creationId xmlns:a16="http://schemas.microsoft.com/office/drawing/2014/main" id="{F92964D3-05FA-495A-93D8-C823D1D26282}"/>
              </a:ext>
            </a:extLst>
          </p:cNvPr>
          <p:cNvSpPr>
            <a:spLocks noEditPoints="1"/>
          </p:cNvSpPr>
          <p:nvPr/>
        </p:nvSpPr>
        <p:spPr bwMode="auto">
          <a:xfrm>
            <a:off x="9187284" y="5127129"/>
            <a:ext cx="392188" cy="314447"/>
          </a:xfrm>
          <a:custGeom>
            <a:avLst/>
            <a:gdLst>
              <a:gd name="T0" fmla="*/ 141 w 141"/>
              <a:gd name="T1" fmla="*/ 113 h 113"/>
              <a:gd name="T2" fmla="*/ 0 w 141"/>
              <a:gd name="T3" fmla="*/ 113 h 113"/>
              <a:gd name="T4" fmla="*/ 34 w 141"/>
              <a:gd name="T5" fmla="*/ 83 h 113"/>
              <a:gd name="T6" fmla="*/ 15 w 141"/>
              <a:gd name="T7" fmla="*/ 83 h 113"/>
              <a:gd name="T8" fmla="*/ 15 w 141"/>
              <a:gd name="T9" fmla="*/ 113 h 113"/>
              <a:gd name="T10" fmla="*/ 34 w 141"/>
              <a:gd name="T11" fmla="*/ 113 h 113"/>
              <a:gd name="T12" fmla="*/ 34 w 141"/>
              <a:gd name="T13" fmla="*/ 83 h 113"/>
              <a:gd name="T14" fmla="*/ 64 w 141"/>
              <a:gd name="T15" fmla="*/ 53 h 113"/>
              <a:gd name="T16" fmla="*/ 45 w 141"/>
              <a:gd name="T17" fmla="*/ 53 h 113"/>
              <a:gd name="T18" fmla="*/ 45 w 141"/>
              <a:gd name="T19" fmla="*/ 113 h 113"/>
              <a:gd name="T20" fmla="*/ 64 w 141"/>
              <a:gd name="T21" fmla="*/ 113 h 113"/>
              <a:gd name="T22" fmla="*/ 64 w 141"/>
              <a:gd name="T23" fmla="*/ 53 h 113"/>
              <a:gd name="T24" fmla="*/ 95 w 141"/>
              <a:gd name="T25" fmla="*/ 66 h 113"/>
              <a:gd name="T26" fmla="*/ 75 w 141"/>
              <a:gd name="T27" fmla="*/ 66 h 113"/>
              <a:gd name="T28" fmla="*/ 75 w 141"/>
              <a:gd name="T29" fmla="*/ 113 h 113"/>
              <a:gd name="T30" fmla="*/ 95 w 141"/>
              <a:gd name="T31" fmla="*/ 113 h 113"/>
              <a:gd name="T32" fmla="*/ 95 w 141"/>
              <a:gd name="T33" fmla="*/ 66 h 113"/>
              <a:gd name="T34" fmla="*/ 125 w 141"/>
              <a:gd name="T35" fmla="*/ 35 h 113"/>
              <a:gd name="T36" fmla="*/ 106 w 141"/>
              <a:gd name="T37" fmla="*/ 35 h 113"/>
              <a:gd name="T38" fmla="*/ 106 w 141"/>
              <a:gd name="T39" fmla="*/ 113 h 113"/>
              <a:gd name="T40" fmla="*/ 125 w 141"/>
              <a:gd name="T41" fmla="*/ 113 h 113"/>
              <a:gd name="T42" fmla="*/ 125 w 141"/>
              <a:gd name="T43" fmla="*/ 35 h 113"/>
              <a:gd name="T44" fmla="*/ 24 w 141"/>
              <a:gd name="T45" fmla="*/ 49 h 113"/>
              <a:gd name="T46" fmla="*/ 19 w 141"/>
              <a:gd name="T47" fmla="*/ 55 h 113"/>
              <a:gd name="T48" fmla="*/ 24 w 141"/>
              <a:gd name="T49" fmla="*/ 61 h 113"/>
              <a:gd name="T50" fmla="*/ 30 w 141"/>
              <a:gd name="T51" fmla="*/ 55 h 113"/>
              <a:gd name="T52" fmla="*/ 24 w 141"/>
              <a:gd name="T53" fmla="*/ 49 h 113"/>
              <a:gd name="T54" fmla="*/ 55 w 141"/>
              <a:gd name="T55" fmla="*/ 21 h 113"/>
              <a:gd name="T56" fmla="*/ 49 w 141"/>
              <a:gd name="T57" fmla="*/ 26 h 113"/>
              <a:gd name="T58" fmla="*/ 55 w 141"/>
              <a:gd name="T59" fmla="*/ 32 h 113"/>
              <a:gd name="T60" fmla="*/ 60 w 141"/>
              <a:gd name="T61" fmla="*/ 26 h 113"/>
              <a:gd name="T62" fmla="*/ 55 w 141"/>
              <a:gd name="T63" fmla="*/ 21 h 113"/>
              <a:gd name="T64" fmla="*/ 85 w 141"/>
              <a:gd name="T65" fmla="*/ 35 h 113"/>
              <a:gd name="T66" fmla="*/ 80 w 141"/>
              <a:gd name="T67" fmla="*/ 41 h 113"/>
              <a:gd name="T68" fmla="*/ 85 w 141"/>
              <a:gd name="T69" fmla="*/ 46 h 113"/>
              <a:gd name="T70" fmla="*/ 91 w 141"/>
              <a:gd name="T71" fmla="*/ 41 h 113"/>
              <a:gd name="T72" fmla="*/ 85 w 141"/>
              <a:gd name="T73" fmla="*/ 35 h 113"/>
              <a:gd name="T74" fmla="*/ 115 w 141"/>
              <a:gd name="T75" fmla="*/ 0 h 113"/>
              <a:gd name="T76" fmla="*/ 110 w 141"/>
              <a:gd name="T77" fmla="*/ 6 h 113"/>
              <a:gd name="T78" fmla="*/ 115 w 141"/>
              <a:gd name="T79" fmla="*/ 12 h 113"/>
              <a:gd name="T80" fmla="*/ 121 w 141"/>
              <a:gd name="T81" fmla="*/ 6 h 113"/>
              <a:gd name="T82" fmla="*/ 115 w 141"/>
              <a:gd name="T83" fmla="*/ 0 h 113"/>
              <a:gd name="T84" fmla="*/ 89 w 141"/>
              <a:gd name="T85" fmla="*/ 36 h 113"/>
              <a:gd name="T86" fmla="*/ 112 w 141"/>
              <a:gd name="T87" fmla="*/ 10 h 113"/>
              <a:gd name="T88" fmla="*/ 60 w 141"/>
              <a:gd name="T89" fmla="*/ 28 h 113"/>
              <a:gd name="T90" fmla="*/ 80 w 141"/>
              <a:gd name="T91" fmla="*/ 38 h 113"/>
              <a:gd name="T92" fmla="*/ 51 w 141"/>
              <a:gd name="T93" fmla="*/ 30 h 113"/>
              <a:gd name="T94" fmla="*/ 28 w 141"/>
              <a:gd name="T95" fmla="*/ 5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1" h="113">
                <a:moveTo>
                  <a:pt x="141" y="113"/>
                </a:moveTo>
                <a:cubicBezTo>
                  <a:pt x="0" y="113"/>
                  <a:pt x="0" y="113"/>
                  <a:pt x="0" y="113"/>
                </a:cubicBezTo>
                <a:moveTo>
                  <a:pt x="34" y="83"/>
                </a:moveTo>
                <a:cubicBezTo>
                  <a:pt x="15" y="83"/>
                  <a:pt x="15" y="83"/>
                  <a:pt x="15" y="83"/>
                </a:cubicBezTo>
                <a:cubicBezTo>
                  <a:pt x="15" y="113"/>
                  <a:pt x="15" y="113"/>
                  <a:pt x="15" y="113"/>
                </a:cubicBezTo>
                <a:cubicBezTo>
                  <a:pt x="34" y="113"/>
                  <a:pt x="34" y="113"/>
                  <a:pt x="34" y="113"/>
                </a:cubicBezTo>
                <a:lnTo>
                  <a:pt x="34" y="83"/>
                </a:lnTo>
                <a:close/>
                <a:moveTo>
                  <a:pt x="64" y="53"/>
                </a:moveTo>
                <a:cubicBezTo>
                  <a:pt x="45" y="53"/>
                  <a:pt x="45" y="53"/>
                  <a:pt x="45" y="53"/>
                </a:cubicBezTo>
                <a:cubicBezTo>
                  <a:pt x="45" y="113"/>
                  <a:pt x="45" y="113"/>
                  <a:pt x="45" y="113"/>
                </a:cubicBezTo>
                <a:cubicBezTo>
                  <a:pt x="64" y="113"/>
                  <a:pt x="64" y="113"/>
                  <a:pt x="64" y="113"/>
                </a:cubicBezTo>
                <a:lnTo>
                  <a:pt x="64" y="53"/>
                </a:lnTo>
                <a:close/>
                <a:moveTo>
                  <a:pt x="95" y="66"/>
                </a:moveTo>
                <a:cubicBezTo>
                  <a:pt x="75" y="66"/>
                  <a:pt x="75" y="66"/>
                  <a:pt x="75" y="66"/>
                </a:cubicBezTo>
                <a:cubicBezTo>
                  <a:pt x="75" y="113"/>
                  <a:pt x="75" y="113"/>
                  <a:pt x="75" y="113"/>
                </a:cubicBezTo>
                <a:cubicBezTo>
                  <a:pt x="95" y="113"/>
                  <a:pt x="95" y="113"/>
                  <a:pt x="95" y="113"/>
                </a:cubicBezTo>
                <a:lnTo>
                  <a:pt x="95" y="66"/>
                </a:lnTo>
                <a:close/>
                <a:moveTo>
                  <a:pt x="125" y="35"/>
                </a:moveTo>
                <a:cubicBezTo>
                  <a:pt x="106" y="35"/>
                  <a:pt x="106" y="35"/>
                  <a:pt x="106" y="35"/>
                </a:cubicBezTo>
                <a:cubicBezTo>
                  <a:pt x="106" y="113"/>
                  <a:pt x="106" y="113"/>
                  <a:pt x="106" y="113"/>
                </a:cubicBezTo>
                <a:cubicBezTo>
                  <a:pt x="125" y="113"/>
                  <a:pt x="125" y="113"/>
                  <a:pt x="125" y="113"/>
                </a:cubicBezTo>
                <a:lnTo>
                  <a:pt x="125" y="35"/>
                </a:lnTo>
                <a:close/>
                <a:moveTo>
                  <a:pt x="24" y="49"/>
                </a:moveTo>
                <a:cubicBezTo>
                  <a:pt x="21" y="49"/>
                  <a:pt x="19" y="52"/>
                  <a:pt x="19" y="55"/>
                </a:cubicBezTo>
                <a:cubicBezTo>
                  <a:pt x="19" y="58"/>
                  <a:pt x="21" y="61"/>
                  <a:pt x="24" y="61"/>
                </a:cubicBezTo>
                <a:cubicBezTo>
                  <a:pt x="27" y="61"/>
                  <a:pt x="30" y="58"/>
                  <a:pt x="30" y="55"/>
                </a:cubicBezTo>
                <a:cubicBezTo>
                  <a:pt x="30" y="52"/>
                  <a:pt x="27" y="49"/>
                  <a:pt x="24" y="49"/>
                </a:cubicBezTo>
                <a:close/>
                <a:moveTo>
                  <a:pt x="55" y="21"/>
                </a:moveTo>
                <a:cubicBezTo>
                  <a:pt x="52" y="21"/>
                  <a:pt x="49" y="23"/>
                  <a:pt x="49" y="26"/>
                </a:cubicBezTo>
                <a:cubicBezTo>
                  <a:pt x="49" y="29"/>
                  <a:pt x="52" y="32"/>
                  <a:pt x="55" y="32"/>
                </a:cubicBezTo>
                <a:cubicBezTo>
                  <a:pt x="58" y="32"/>
                  <a:pt x="60" y="29"/>
                  <a:pt x="60" y="26"/>
                </a:cubicBezTo>
                <a:cubicBezTo>
                  <a:pt x="60" y="23"/>
                  <a:pt x="58" y="21"/>
                  <a:pt x="55" y="21"/>
                </a:cubicBezTo>
                <a:close/>
                <a:moveTo>
                  <a:pt x="85" y="35"/>
                </a:moveTo>
                <a:cubicBezTo>
                  <a:pt x="82" y="35"/>
                  <a:pt x="80" y="38"/>
                  <a:pt x="80" y="41"/>
                </a:cubicBezTo>
                <a:cubicBezTo>
                  <a:pt x="80" y="44"/>
                  <a:pt x="82" y="46"/>
                  <a:pt x="85" y="46"/>
                </a:cubicBezTo>
                <a:cubicBezTo>
                  <a:pt x="88" y="46"/>
                  <a:pt x="91" y="44"/>
                  <a:pt x="91" y="41"/>
                </a:cubicBezTo>
                <a:cubicBezTo>
                  <a:pt x="91" y="38"/>
                  <a:pt x="88" y="35"/>
                  <a:pt x="85" y="35"/>
                </a:cubicBezTo>
                <a:close/>
                <a:moveTo>
                  <a:pt x="115" y="0"/>
                </a:moveTo>
                <a:cubicBezTo>
                  <a:pt x="112" y="0"/>
                  <a:pt x="110" y="3"/>
                  <a:pt x="110" y="6"/>
                </a:cubicBezTo>
                <a:cubicBezTo>
                  <a:pt x="110" y="9"/>
                  <a:pt x="112" y="12"/>
                  <a:pt x="115" y="12"/>
                </a:cubicBezTo>
                <a:cubicBezTo>
                  <a:pt x="118" y="12"/>
                  <a:pt x="121" y="9"/>
                  <a:pt x="121" y="6"/>
                </a:cubicBezTo>
                <a:cubicBezTo>
                  <a:pt x="121" y="3"/>
                  <a:pt x="118" y="0"/>
                  <a:pt x="115" y="0"/>
                </a:cubicBezTo>
                <a:close/>
                <a:moveTo>
                  <a:pt x="89" y="36"/>
                </a:moveTo>
                <a:cubicBezTo>
                  <a:pt x="112" y="10"/>
                  <a:pt x="112" y="10"/>
                  <a:pt x="112" y="10"/>
                </a:cubicBezTo>
                <a:moveTo>
                  <a:pt x="60" y="28"/>
                </a:moveTo>
                <a:cubicBezTo>
                  <a:pt x="80" y="38"/>
                  <a:pt x="80" y="38"/>
                  <a:pt x="80" y="38"/>
                </a:cubicBezTo>
                <a:moveTo>
                  <a:pt x="51" y="30"/>
                </a:moveTo>
                <a:cubicBezTo>
                  <a:pt x="28" y="51"/>
                  <a:pt x="28" y="51"/>
                  <a:pt x="28" y="51"/>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TextBox 12">
            <a:extLst>
              <a:ext uri="{FF2B5EF4-FFF2-40B4-BE49-F238E27FC236}">
                <a16:creationId xmlns:a16="http://schemas.microsoft.com/office/drawing/2014/main" id="{C71B9BC4-5916-4041-80B7-9D8374A8F0E1}"/>
              </a:ext>
            </a:extLst>
          </p:cNvPr>
          <p:cNvSpPr txBox="1"/>
          <p:nvPr/>
        </p:nvSpPr>
        <p:spPr>
          <a:xfrm>
            <a:off x="2044354" y="5528227"/>
            <a:ext cx="1127149" cy="507831"/>
          </a:xfrm>
          <a:prstGeom prst="rect">
            <a:avLst/>
          </a:prstGeom>
          <a:noFill/>
        </p:spPr>
        <p:txBody>
          <a:bodyPr wrap="square" rtlCol="0">
            <a:spAutoFit/>
          </a:bodyPr>
          <a:lstStyle/>
          <a:p>
            <a:pPr algn="ctr"/>
            <a:r>
              <a:rPr lang="en-US" sz="900" dirty="0"/>
              <a:t>Lorem ipsum dolor sit amet</a:t>
            </a:r>
            <a:r>
              <a:rPr lang="en-US" sz="900"/>
              <a:t>, consectetur</a:t>
            </a:r>
            <a:endParaRPr lang="ru-RU" sz="900" dirty="0"/>
          </a:p>
        </p:txBody>
      </p:sp>
      <p:sp>
        <p:nvSpPr>
          <p:cNvPr id="14" name="TextBox 13">
            <a:extLst>
              <a:ext uri="{FF2B5EF4-FFF2-40B4-BE49-F238E27FC236}">
                <a16:creationId xmlns:a16="http://schemas.microsoft.com/office/drawing/2014/main" id="{25F4DB3D-C625-416E-BFA4-78E7C18C284B}"/>
              </a:ext>
            </a:extLst>
          </p:cNvPr>
          <p:cNvSpPr txBox="1"/>
          <p:nvPr/>
        </p:nvSpPr>
        <p:spPr>
          <a:xfrm>
            <a:off x="3752504" y="5528227"/>
            <a:ext cx="1127149" cy="507831"/>
          </a:xfrm>
          <a:prstGeom prst="rect">
            <a:avLst/>
          </a:prstGeom>
          <a:noFill/>
        </p:spPr>
        <p:txBody>
          <a:bodyPr wrap="square" rtlCol="0">
            <a:spAutoFit/>
          </a:bodyPr>
          <a:lstStyle/>
          <a:p>
            <a:pPr algn="ctr"/>
            <a:r>
              <a:rPr lang="en-US" sz="900" dirty="0"/>
              <a:t>Lorem ipsum dolor sit amet</a:t>
            </a:r>
            <a:r>
              <a:rPr lang="en-US" sz="900"/>
              <a:t>, consectetur</a:t>
            </a:r>
            <a:endParaRPr lang="ru-RU" sz="900" dirty="0"/>
          </a:p>
        </p:txBody>
      </p:sp>
      <p:sp>
        <p:nvSpPr>
          <p:cNvPr id="15" name="TextBox 14">
            <a:extLst>
              <a:ext uri="{FF2B5EF4-FFF2-40B4-BE49-F238E27FC236}">
                <a16:creationId xmlns:a16="http://schemas.microsoft.com/office/drawing/2014/main" id="{D2584443-5428-48BF-A7E6-C8A8F6DC6159}"/>
              </a:ext>
            </a:extLst>
          </p:cNvPr>
          <p:cNvSpPr txBox="1"/>
          <p:nvPr/>
        </p:nvSpPr>
        <p:spPr>
          <a:xfrm>
            <a:off x="5454304" y="5528227"/>
            <a:ext cx="1127149" cy="507831"/>
          </a:xfrm>
          <a:prstGeom prst="rect">
            <a:avLst/>
          </a:prstGeom>
          <a:noFill/>
        </p:spPr>
        <p:txBody>
          <a:bodyPr wrap="square" rtlCol="0">
            <a:spAutoFit/>
          </a:bodyPr>
          <a:lstStyle/>
          <a:p>
            <a:pPr algn="ctr"/>
            <a:r>
              <a:rPr lang="en-US" sz="900" dirty="0"/>
              <a:t>Lorem ipsum dolor sit amet</a:t>
            </a:r>
            <a:r>
              <a:rPr lang="en-US" sz="900"/>
              <a:t>, consectetur</a:t>
            </a:r>
            <a:endParaRPr lang="ru-RU" sz="900" dirty="0"/>
          </a:p>
        </p:txBody>
      </p:sp>
      <p:sp>
        <p:nvSpPr>
          <p:cNvPr id="16" name="TextBox 15">
            <a:extLst>
              <a:ext uri="{FF2B5EF4-FFF2-40B4-BE49-F238E27FC236}">
                <a16:creationId xmlns:a16="http://schemas.microsoft.com/office/drawing/2014/main" id="{D1E180AE-DC80-427C-AECC-D0E29A65346B}"/>
              </a:ext>
            </a:extLst>
          </p:cNvPr>
          <p:cNvSpPr txBox="1"/>
          <p:nvPr/>
        </p:nvSpPr>
        <p:spPr>
          <a:xfrm>
            <a:off x="7124354" y="5528227"/>
            <a:ext cx="1127149" cy="507831"/>
          </a:xfrm>
          <a:prstGeom prst="rect">
            <a:avLst/>
          </a:prstGeom>
          <a:noFill/>
        </p:spPr>
        <p:txBody>
          <a:bodyPr wrap="square" rtlCol="0">
            <a:spAutoFit/>
          </a:bodyPr>
          <a:lstStyle/>
          <a:p>
            <a:pPr algn="ctr"/>
            <a:r>
              <a:rPr lang="en-US" sz="900" dirty="0"/>
              <a:t>Lorem ipsum dolor sit amet</a:t>
            </a:r>
            <a:r>
              <a:rPr lang="en-US" sz="900"/>
              <a:t>, consectetur</a:t>
            </a:r>
            <a:endParaRPr lang="ru-RU" sz="900" dirty="0"/>
          </a:p>
        </p:txBody>
      </p:sp>
      <p:sp>
        <p:nvSpPr>
          <p:cNvPr id="17" name="TextBox 16">
            <a:extLst>
              <a:ext uri="{FF2B5EF4-FFF2-40B4-BE49-F238E27FC236}">
                <a16:creationId xmlns:a16="http://schemas.microsoft.com/office/drawing/2014/main" id="{72E6C4EE-DBB0-4D4F-905E-4BF7109FA9E3}"/>
              </a:ext>
            </a:extLst>
          </p:cNvPr>
          <p:cNvSpPr txBox="1"/>
          <p:nvPr/>
        </p:nvSpPr>
        <p:spPr>
          <a:xfrm>
            <a:off x="8819804" y="5528227"/>
            <a:ext cx="1127149" cy="507831"/>
          </a:xfrm>
          <a:prstGeom prst="rect">
            <a:avLst/>
          </a:prstGeom>
          <a:noFill/>
        </p:spPr>
        <p:txBody>
          <a:bodyPr wrap="square" rtlCol="0">
            <a:spAutoFit/>
          </a:bodyPr>
          <a:lstStyle/>
          <a:p>
            <a:pPr algn="ctr"/>
            <a:r>
              <a:rPr lang="en-US" sz="900" dirty="0"/>
              <a:t>Lorem ipsum dolor sit amet</a:t>
            </a:r>
            <a:r>
              <a:rPr lang="en-US" sz="900"/>
              <a:t>, consectetur</a:t>
            </a:r>
            <a:endParaRPr lang="ru-RU" sz="900" dirty="0"/>
          </a:p>
        </p:txBody>
      </p:sp>
      <p:sp>
        <p:nvSpPr>
          <p:cNvPr id="18" name="TextBox 17">
            <a:extLst>
              <a:ext uri="{FF2B5EF4-FFF2-40B4-BE49-F238E27FC236}">
                <a16:creationId xmlns:a16="http://schemas.microsoft.com/office/drawing/2014/main" id="{AA3FE7E5-12AD-4D48-992F-F5E55D1D9CBB}"/>
              </a:ext>
            </a:extLst>
          </p:cNvPr>
          <p:cNvSpPr txBox="1"/>
          <p:nvPr/>
        </p:nvSpPr>
        <p:spPr>
          <a:xfrm>
            <a:off x="3208835" y="333188"/>
            <a:ext cx="5774338" cy="461665"/>
          </a:xfrm>
          <a:prstGeom prst="rect">
            <a:avLst/>
          </a:prstGeom>
          <a:noFill/>
        </p:spPr>
        <p:txBody>
          <a:bodyPr wrap="none" rtlCol="0">
            <a:spAutoFit/>
          </a:bodyPr>
          <a:lstStyle/>
          <a:p>
            <a:pPr algn="ctr"/>
            <a:r>
              <a:rPr lang="en-US" sz="2400">
                <a:latin typeface="Montserrat SemiBold" panose="00000700000000000000" pitchFamily="50" charset="-52"/>
              </a:rPr>
              <a:t>EDITABLE PYRAMID INFOGRAPHIC</a:t>
            </a:r>
            <a:endParaRPr lang="ru-UA" sz="2400">
              <a:latin typeface="Montserrat SemiBold" panose="00000700000000000000" pitchFamily="50" charset="-52"/>
            </a:endParaRPr>
          </a:p>
        </p:txBody>
      </p:sp>
      <p:sp>
        <p:nvSpPr>
          <p:cNvPr id="19" name="TextBox 18">
            <a:extLst>
              <a:ext uri="{FF2B5EF4-FFF2-40B4-BE49-F238E27FC236}">
                <a16:creationId xmlns:a16="http://schemas.microsoft.com/office/drawing/2014/main" id="{E795FC3D-E9EA-45BC-A6A2-347846396BBE}"/>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184020374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67000">
                                      <p:stCondLst>
                                        <p:cond delay="0"/>
                                      </p:stCondLst>
                                      <p:childTnLst>
                                        <p:set>
                                          <p:cBhvr>
                                            <p:cTn id="6" dur="1" fill="hold">
                                              <p:stCondLst>
                                                <p:cond delay="0"/>
                                              </p:stCondLst>
                                            </p:cTn>
                                            <p:tgtEl>
                                              <p:spTgt spid="7">
                                                <p:graphicEl>
                                                  <a:chart seriesIdx="-3" categoryIdx="-3" bldStep="gridLegend"/>
                                                </p:graphicEl>
                                              </p:spTgt>
                                            </p:tgtEl>
                                            <p:attrNameLst>
                                              <p:attrName>style.visibility</p:attrName>
                                            </p:attrNameLst>
                                          </p:cBhvr>
                                          <p:to>
                                            <p:strVal val="visible"/>
                                          </p:to>
                                        </p:set>
                                        <p:anim calcmode="lin" valueType="num" p14:bounceEnd="67000">
                                          <p:cBhvr additive="base">
                                            <p:cTn id="7" dur="1000" fill="hold"/>
                                            <p:tgtEl>
                                              <p:spTgt spid="7">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14:bounceEnd="67000">
                                          <p:cBhvr additive="base">
                                            <p:cTn id="8" dur="1000" fill="hold"/>
                                            <p:tgtEl>
                                              <p:spTgt spid="7">
                                                <p:graphicEl>
                                                  <a:chart seriesIdx="-3" categoryIdx="-3" bldStep="gridLegend"/>
                                                </p:graphic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14:presetBounceEnd="67000">
                                      <p:stCondLst>
                                        <p:cond delay="250"/>
                                      </p:stCondLst>
                                      <p:childTnLst>
                                        <p:set>
                                          <p:cBhvr>
                                            <p:cTn id="10" dur="1" fill="hold">
                                              <p:stCondLst>
                                                <p:cond delay="0"/>
                                              </p:stCondLst>
                                            </p:cTn>
                                            <p:tgtEl>
                                              <p:spTgt spid="7">
                                                <p:graphicEl>
                                                  <a:chart seriesIdx="-4" categoryIdx="0" bldStep="category"/>
                                                </p:graphicEl>
                                              </p:spTgt>
                                            </p:tgtEl>
                                            <p:attrNameLst>
                                              <p:attrName>style.visibility</p:attrName>
                                            </p:attrNameLst>
                                          </p:cBhvr>
                                          <p:to>
                                            <p:strVal val="visible"/>
                                          </p:to>
                                        </p:set>
                                        <p:anim calcmode="lin" valueType="num" p14:bounceEnd="67000">
                                          <p:cBhvr additive="base">
                                            <p:cTn id="11" dur="1000" fill="hold"/>
                                            <p:tgtEl>
                                              <p:spTgt spid="7">
                                                <p:graphicEl>
                                                  <a:chart seriesIdx="-4" categoryIdx="0"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12" dur="1000" fill="hold"/>
                                            <p:tgtEl>
                                              <p:spTgt spid="7">
                                                <p:graphicEl>
                                                  <a:chart seriesIdx="-4" categoryIdx="0" bldStep="category"/>
                                                </p:graphic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14:presetBounceEnd="67000">
                                      <p:stCondLst>
                                        <p:cond delay="500"/>
                                      </p:stCondLst>
                                      <p:childTnLst>
                                        <p:set>
                                          <p:cBhvr>
                                            <p:cTn id="14" dur="1" fill="hold">
                                              <p:stCondLst>
                                                <p:cond delay="0"/>
                                              </p:stCondLst>
                                            </p:cTn>
                                            <p:tgtEl>
                                              <p:spTgt spid="7">
                                                <p:graphicEl>
                                                  <a:chart seriesIdx="-4" categoryIdx="1" bldStep="category"/>
                                                </p:graphicEl>
                                              </p:spTgt>
                                            </p:tgtEl>
                                            <p:attrNameLst>
                                              <p:attrName>style.visibility</p:attrName>
                                            </p:attrNameLst>
                                          </p:cBhvr>
                                          <p:to>
                                            <p:strVal val="visible"/>
                                          </p:to>
                                        </p:set>
                                        <p:anim calcmode="lin" valueType="num" p14:bounceEnd="67000">
                                          <p:cBhvr additive="base">
                                            <p:cTn id="15" dur="1000" fill="hold"/>
                                            <p:tgtEl>
                                              <p:spTgt spid="7">
                                                <p:graphicEl>
                                                  <a:chart seriesIdx="-4" categoryIdx="1"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16" dur="1000" fill="hold"/>
                                            <p:tgtEl>
                                              <p:spTgt spid="7">
                                                <p:graphicEl>
                                                  <a:chart seriesIdx="-4" categoryIdx="1" bldStep="category"/>
                                                </p:graphicEl>
                                              </p:spTgt>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14:presetBounceEnd="67000">
                                      <p:stCondLst>
                                        <p:cond delay="750"/>
                                      </p:stCondLst>
                                      <p:childTnLst>
                                        <p:set>
                                          <p:cBhvr>
                                            <p:cTn id="18" dur="1" fill="hold">
                                              <p:stCondLst>
                                                <p:cond delay="0"/>
                                              </p:stCondLst>
                                            </p:cTn>
                                            <p:tgtEl>
                                              <p:spTgt spid="7">
                                                <p:graphicEl>
                                                  <a:chart seriesIdx="-4" categoryIdx="2" bldStep="category"/>
                                                </p:graphicEl>
                                              </p:spTgt>
                                            </p:tgtEl>
                                            <p:attrNameLst>
                                              <p:attrName>style.visibility</p:attrName>
                                            </p:attrNameLst>
                                          </p:cBhvr>
                                          <p:to>
                                            <p:strVal val="visible"/>
                                          </p:to>
                                        </p:set>
                                        <p:anim calcmode="lin" valueType="num" p14:bounceEnd="67000">
                                          <p:cBhvr additive="base">
                                            <p:cTn id="19" dur="1000" fill="hold"/>
                                            <p:tgtEl>
                                              <p:spTgt spid="7">
                                                <p:graphicEl>
                                                  <a:chart seriesIdx="-4" categoryIdx="2"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20" dur="1000" fill="hold"/>
                                            <p:tgtEl>
                                              <p:spTgt spid="7">
                                                <p:graphicEl>
                                                  <a:chart seriesIdx="-4" categoryIdx="2" bldStep="category"/>
                                                </p:graphicEl>
                                              </p:spTgt>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14:presetBounceEnd="67000">
                                      <p:stCondLst>
                                        <p:cond delay="1000"/>
                                      </p:stCondLst>
                                      <p:childTnLst>
                                        <p:set>
                                          <p:cBhvr>
                                            <p:cTn id="22" dur="1" fill="hold">
                                              <p:stCondLst>
                                                <p:cond delay="0"/>
                                              </p:stCondLst>
                                            </p:cTn>
                                            <p:tgtEl>
                                              <p:spTgt spid="7">
                                                <p:graphicEl>
                                                  <a:chart seriesIdx="-4" categoryIdx="3" bldStep="category"/>
                                                </p:graphicEl>
                                              </p:spTgt>
                                            </p:tgtEl>
                                            <p:attrNameLst>
                                              <p:attrName>style.visibility</p:attrName>
                                            </p:attrNameLst>
                                          </p:cBhvr>
                                          <p:to>
                                            <p:strVal val="visible"/>
                                          </p:to>
                                        </p:set>
                                        <p:anim calcmode="lin" valueType="num" p14:bounceEnd="67000">
                                          <p:cBhvr additive="base">
                                            <p:cTn id="23" dur="1000" fill="hold"/>
                                            <p:tgtEl>
                                              <p:spTgt spid="7">
                                                <p:graphicEl>
                                                  <a:chart seriesIdx="-4" categoryIdx="3"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24" dur="1000" fill="hold"/>
                                            <p:tgtEl>
                                              <p:spTgt spid="7">
                                                <p:graphicEl>
                                                  <a:chart seriesIdx="-4" categoryIdx="3" bldStep="category"/>
                                                </p:graphicEl>
                                              </p:spTgt>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14:presetBounceEnd="67000">
                                      <p:stCondLst>
                                        <p:cond delay="1250"/>
                                      </p:stCondLst>
                                      <p:childTnLst>
                                        <p:set>
                                          <p:cBhvr>
                                            <p:cTn id="26" dur="1" fill="hold">
                                              <p:stCondLst>
                                                <p:cond delay="0"/>
                                              </p:stCondLst>
                                            </p:cTn>
                                            <p:tgtEl>
                                              <p:spTgt spid="7">
                                                <p:graphicEl>
                                                  <a:chart seriesIdx="-4" categoryIdx="4" bldStep="category"/>
                                                </p:graphicEl>
                                              </p:spTgt>
                                            </p:tgtEl>
                                            <p:attrNameLst>
                                              <p:attrName>style.visibility</p:attrName>
                                            </p:attrNameLst>
                                          </p:cBhvr>
                                          <p:to>
                                            <p:strVal val="visible"/>
                                          </p:to>
                                        </p:set>
                                        <p:anim calcmode="lin" valueType="num" p14:bounceEnd="67000">
                                          <p:cBhvr additive="base">
                                            <p:cTn id="27" dur="1000" fill="hold"/>
                                            <p:tgtEl>
                                              <p:spTgt spid="7">
                                                <p:graphicEl>
                                                  <a:chart seriesIdx="-4" categoryIdx="4"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28" dur="1000" fill="hold"/>
                                            <p:tgtEl>
                                              <p:spTgt spid="7">
                                                <p:graphicEl>
                                                  <a:chart seriesIdx="-4" categoryIdx="4" bldStep="category"/>
                                                </p:graphicEl>
                                              </p:spTgt>
                                            </p:tgtEl>
                                            <p:attrNameLst>
                                              <p:attrName>ppt_y</p:attrName>
                                            </p:attrNameLst>
                                          </p:cBhvr>
                                          <p:tavLst>
                                            <p:tav tm="0">
                                              <p:val>
                                                <p:strVal val="0-#ppt_h/2"/>
                                              </p:val>
                                            </p:tav>
                                            <p:tav tm="100000">
                                              <p:val>
                                                <p:strVal val="#ppt_y"/>
                                              </p:val>
                                            </p:tav>
                                          </p:tavLst>
                                        </p:anim>
                                      </p:childTnLst>
                                    </p:cTn>
                                  </p:par>
                                  <p:par>
                                    <p:cTn id="29" presetID="10" presetClass="entr" presetSubtype="0" fill="hold" grpId="0" nodeType="withEffect">
                                      <p:stCondLst>
                                        <p:cond delay="50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10" presetClass="entr" presetSubtype="0" fill="hold" grpId="0" nodeType="withEffect">
                                      <p:stCondLst>
                                        <p:cond delay="750"/>
                                      </p:stCondLst>
                                      <p:childTnLst>
                                        <p:set>
                                          <p:cBhvr>
                                            <p:cTn id="33" dur="1" fill="hold">
                                              <p:stCondLst>
                                                <p:cond delay="0"/>
                                              </p:stCondLst>
                                            </p:cTn>
                                            <p:tgtEl>
                                              <p:spTgt spid="2"/>
                                            </p:tgtEl>
                                            <p:attrNameLst>
                                              <p:attrName>style.visibility</p:attrName>
                                            </p:attrNameLst>
                                          </p:cBhvr>
                                          <p:to>
                                            <p:strVal val="visible"/>
                                          </p:to>
                                        </p:set>
                                        <p:animEffect transition="in" filter="fade">
                                          <p:cBhvr>
                                            <p:cTn id="34" dur="500"/>
                                            <p:tgtEl>
                                              <p:spTgt spid="2"/>
                                            </p:tgtEl>
                                          </p:cBhvr>
                                        </p:animEffect>
                                      </p:childTnLst>
                                    </p:cTn>
                                  </p:par>
                                  <p:par>
                                    <p:cTn id="35" presetID="10" presetClass="entr" presetSubtype="0" fill="hold" grpId="0" nodeType="withEffect">
                                      <p:stCondLst>
                                        <p:cond delay="100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500"/>
                                            <p:tgtEl>
                                              <p:spTgt spid="3"/>
                                            </p:tgtEl>
                                          </p:cBhvr>
                                        </p:animEffect>
                                      </p:childTnLst>
                                    </p:cTn>
                                  </p:par>
                                  <p:par>
                                    <p:cTn id="38" presetID="10" presetClass="entr" presetSubtype="0" fill="hold" grpId="0" nodeType="withEffect">
                                      <p:stCondLst>
                                        <p:cond delay="125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500"/>
                                            <p:tgtEl>
                                              <p:spTgt spid="4"/>
                                            </p:tgtEl>
                                          </p:cBhvr>
                                        </p:animEffect>
                                      </p:childTnLst>
                                    </p:cTn>
                                  </p:par>
                                  <p:par>
                                    <p:cTn id="41" presetID="10" presetClass="entr" presetSubtype="0" fill="hold" grpId="0" nodeType="withEffect">
                                      <p:stCondLst>
                                        <p:cond delay="150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par>
                                    <p:cTn id="44" presetID="2" presetClass="entr" presetSubtype="4" fill="hold" grpId="0" nodeType="withEffect" p14:presetBounceEnd="67000">
                                      <p:stCondLst>
                                        <p:cond delay="250"/>
                                      </p:stCondLst>
                                      <p:childTnLst>
                                        <p:set>
                                          <p:cBhvr>
                                            <p:cTn id="45" dur="1" fill="hold">
                                              <p:stCondLst>
                                                <p:cond delay="0"/>
                                              </p:stCondLst>
                                            </p:cTn>
                                            <p:tgtEl>
                                              <p:spTgt spid="8"/>
                                            </p:tgtEl>
                                            <p:attrNameLst>
                                              <p:attrName>style.visibility</p:attrName>
                                            </p:attrNameLst>
                                          </p:cBhvr>
                                          <p:to>
                                            <p:strVal val="visible"/>
                                          </p:to>
                                        </p:set>
                                        <p:anim calcmode="lin" valueType="num" p14:bounceEnd="67000">
                                          <p:cBhvr additive="base">
                                            <p:cTn id="46" dur="1000" fill="hold"/>
                                            <p:tgtEl>
                                              <p:spTgt spid="8"/>
                                            </p:tgtEl>
                                            <p:attrNameLst>
                                              <p:attrName>ppt_x</p:attrName>
                                            </p:attrNameLst>
                                          </p:cBhvr>
                                          <p:tavLst>
                                            <p:tav tm="0">
                                              <p:val>
                                                <p:strVal val="#ppt_x"/>
                                              </p:val>
                                            </p:tav>
                                            <p:tav tm="100000">
                                              <p:val>
                                                <p:strVal val="#ppt_x"/>
                                              </p:val>
                                            </p:tav>
                                          </p:tavLst>
                                        </p:anim>
                                        <p:anim calcmode="lin" valueType="num" p14:bounceEnd="67000">
                                          <p:cBhvr additive="base">
                                            <p:cTn id="47" dur="1000" fill="hold"/>
                                            <p:tgtEl>
                                              <p:spTgt spid="8"/>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14:presetBounceEnd="67000">
                                      <p:stCondLst>
                                        <p:cond delay="250"/>
                                      </p:stCondLst>
                                      <p:childTnLst>
                                        <p:set>
                                          <p:cBhvr>
                                            <p:cTn id="49" dur="1" fill="hold">
                                              <p:stCondLst>
                                                <p:cond delay="0"/>
                                              </p:stCondLst>
                                            </p:cTn>
                                            <p:tgtEl>
                                              <p:spTgt spid="13"/>
                                            </p:tgtEl>
                                            <p:attrNameLst>
                                              <p:attrName>style.visibility</p:attrName>
                                            </p:attrNameLst>
                                          </p:cBhvr>
                                          <p:to>
                                            <p:strVal val="visible"/>
                                          </p:to>
                                        </p:set>
                                        <p:anim calcmode="lin" valueType="num" p14:bounceEnd="67000">
                                          <p:cBhvr additive="base">
                                            <p:cTn id="50" dur="1000" fill="hold"/>
                                            <p:tgtEl>
                                              <p:spTgt spid="13"/>
                                            </p:tgtEl>
                                            <p:attrNameLst>
                                              <p:attrName>ppt_x</p:attrName>
                                            </p:attrNameLst>
                                          </p:cBhvr>
                                          <p:tavLst>
                                            <p:tav tm="0">
                                              <p:val>
                                                <p:strVal val="#ppt_x"/>
                                              </p:val>
                                            </p:tav>
                                            <p:tav tm="100000">
                                              <p:val>
                                                <p:strVal val="#ppt_x"/>
                                              </p:val>
                                            </p:tav>
                                          </p:tavLst>
                                        </p:anim>
                                        <p:anim calcmode="lin" valueType="num" p14:bounceEnd="67000">
                                          <p:cBhvr additive="base">
                                            <p:cTn id="51" dur="1000" fill="hold"/>
                                            <p:tgtEl>
                                              <p:spTgt spid="13"/>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14:presetBounceEnd="67000">
                                      <p:stCondLst>
                                        <p:cond delay="500"/>
                                      </p:stCondLst>
                                      <p:childTnLst>
                                        <p:set>
                                          <p:cBhvr>
                                            <p:cTn id="53" dur="1" fill="hold">
                                              <p:stCondLst>
                                                <p:cond delay="0"/>
                                              </p:stCondLst>
                                            </p:cTn>
                                            <p:tgtEl>
                                              <p:spTgt spid="10"/>
                                            </p:tgtEl>
                                            <p:attrNameLst>
                                              <p:attrName>style.visibility</p:attrName>
                                            </p:attrNameLst>
                                          </p:cBhvr>
                                          <p:to>
                                            <p:strVal val="visible"/>
                                          </p:to>
                                        </p:set>
                                        <p:anim calcmode="lin" valueType="num" p14:bounceEnd="67000">
                                          <p:cBhvr additive="base">
                                            <p:cTn id="54" dur="1000" fill="hold"/>
                                            <p:tgtEl>
                                              <p:spTgt spid="10"/>
                                            </p:tgtEl>
                                            <p:attrNameLst>
                                              <p:attrName>ppt_x</p:attrName>
                                            </p:attrNameLst>
                                          </p:cBhvr>
                                          <p:tavLst>
                                            <p:tav tm="0">
                                              <p:val>
                                                <p:strVal val="#ppt_x"/>
                                              </p:val>
                                            </p:tav>
                                            <p:tav tm="100000">
                                              <p:val>
                                                <p:strVal val="#ppt_x"/>
                                              </p:val>
                                            </p:tav>
                                          </p:tavLst>
                                        </p:anim>
                                        <p:anim calcmode="lin" valueType="num" p14:bounceEnd="67000">
                                          <p:cBhvr additive="base">
                                            <p:cTn id="55" dur="1000" fill="hold"/>
                                            <p:tgtEl>
                                              <p:spTgt spid="10"/>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14:presetBounceEnd="67000">
                                      <p:stCondLst>
                                        <p:cond delay="500"/>
                                      </p:stCondLst>
                                      <p:childTnLst>
                                        <p:set>
                                          <p:cBhvr>
                                            <p:cTn id="57" dur="1" fill="hold">
                                              <p:stCondLst>
                                                <p:cond delay="0"/>
                                              </p:stCondLst>
                                            </p:cTn>
                                            <p:tgtEl>
                                              <p:spTgt spid="14"/>
                                            </p:tgtEl>
                                            <p:attrNameLst>
                                              <p:attrName>style.visibility</p:attrName>
                                            </p:attrNameLst>
                                          </p:cBhvr>
                                          <p:to>
                                            <p:strVal val="visible"/>
                                          </p:to>
                                        </p:set>
                                        <p:anim calcmode="lin" valueType="num" p14:bounceEnd="67000">
                                          <p:cBhvr additive="base">
                                            <p:cTn id="58" dur="1000" fill="hold"/>
                                            <p:tgtEl>
                                              <p:spTgt spid="14"/>
                                            </p:tgtEl>
                                            <p:attrNameLst>
                                              <p:attrName>ppt_x</p:attrName>
                                            </p:attrNameLst>
                                          </p:cBhvr>
                                          <p:tavLst>
                                            <p:tav tm="0">
                                              <p:val>
                                                <p:strVal val="#ppt_x"/>
                                              </p:val>
                                            </p:tav>
                                            <p:tav tm="100000">
                                              <p:val>
                                                <p:strVal val="#ppt_x"/>
                                              </p:val>
                                            </p:tav>
                                          </p:tavLst>
                                        </p:anim>
                                        <p:anim calcmode="lin" valueType="num" p14:bounceEnd="67000">
                                          <p:cBhvr additive="base">
                                            <p:cTn id="59" dur="1000" fill="hold"/>
                                            <p:tgtEl>
                                              <p:spTgt spid="14"/>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14:presetBounceEnd="67000">
                                      <p:stCondLst>
                                        <p:cond delay="750"/>
                                      </p:stCondLst>
                                      <p:childTnLst>
                                        <p:set>
                                          <p:cBhvr>
                                            <p:cTn id="61" dur="1" fill="hold">
                                              <p:stCondLst>
                                                <p:cond delay="0"/>
                                              </p:stCondLst>
                                            </p:cTn>
                                            <p:tgtEl>
                                              <p:spTgt spid="9"/>
                                            </p:tgtEl>
                                            <p:attrNameLst>
                                              <p:attrName>style.visibility</p:attrName>
                                            </p:attrNameLst>
                                          </p:cBhvr>
                                          <p:to>
                                            <p:strVal val="visible"/>
                                          </p:to>
                                        </p:set>
                                        <p:anim calcmode="lin" valueType="num" p14:bounceEnd="67000">
                                          <p:cBhvr additive="base">
                                            <p:cTn id="62" dur="1000" fill="hold"/>
                                            <p:tgtEl>
                                              <p:spTgt spid="9"/>
                                            </p:tgtEl>
                                            <p:attrNameLst>
                                              <p:attrName>ppt_x</p:attrName>
                                            </p:attrNameLst>
                                          </p:cBhvr>
                                          <p:tavLst>
                                            <p:tav tm="0">
                                              <p:val>
                                                <p:strVal val="#ppt_x"/>
                                              </p:val>
                                            </p:tav>
                                            <p:tav tm="100000">
                                              <p:val>
                                                <p:strVal val="#ppt_x"/>
                                              </p:val>
                                            </p:tav>
                                          </p:tavLst>
                                        </p:anim>
                                        <p:anim calcmode="lin" valueType="num" p14:bounceEnd="67000">
                                          <p:cBhvr additive="base">
                                            <p:cTn id="63" dur="1000" fill="hold"/>
                                            <p:tgtEl>
                                              <p:spTgt spid="9"/>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14:presetBounceEnd="67000">
                                      <p:stCondLst>
                                        <p:cond delay="750"/>
                                      </p:stCondLst>
                                      <p:childTnLst>
                                        <p:set>
                                          <p:cBhvr>
                                            <p:cTn id="65" dur="1" fill="hold">
                                              <p:stCondLst>
                                                <p:cond delay="0"/>
                                              </p:stCondLst>
                                            </p:cTn>
                                            <p:tgtEl>
                                              <p:spTgt spid="15"/>
                                            </p:tgtEl>
                                            <p:attrNameLst>
                                              <p:attrName>style.visibility</p:attrName>
                                            </p:attrNameLst>
                                          </p:cBhvr>
                                          <p:to>
                                            <p:strVal val="visible"/>
                                          </p:to>
                                        </p:set>
                                        <p:anim calcmode="lin" valueType="num" p14:bounceEnd="67000">
                                          <p:cBhvr additive="base">
                                            <p:cTn id="66" dur="1000" fill="hold"/>
                                            <p:tgtEl>
                                              <p:spTgt spid="15"/>
                                            </p:tgtEl>
                                            <p:attrNameLst>
                                              <p:attrName>ppt_x</p:attrName>
                                            </p:attrNameLst>
                                          </p:cBhvr>
                                          <p:tavLst>
                                            <p:tav tm="0">
                                              <p:val>
                                                <p:strVal val="#ppt_x"/>
                                              </p:val>
                                            </p:tav>
                                            <p:tav tm="100000">
                                              <p:val>
                                                <p:strVal val="#ppt_x"/>
                                              </p:val>
                                            </p:tav>
                                          </p:tavLst>
                                        </p:anim>
                                        <p:anim calcmode="lin" valueType="num" p14:bounceEnd="67000">
                                          <p:cBhvr additive="base">
                                            <p:cTn id="67" dur="1000" fill="hold"/>
                                            <p:tgtEl>
                                              <p:spTgt spid="15"/>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14:presetBounceEnd="67000">
                                      <p:stCondLst>
                                        <p:cond delay="1000"/>
                                      </p:stCondLst>
                                      <p:childTnLst>
                                        <p:set>
                                          <p:cBhvr>
                                            <p:cTn id="69" dur="1" fill="hold">
                                              <p:stCondLst>
                                                <p:cond delay="0"/>
                                              </p:stCondLst>
                                            </p:cTn>
                                            <p:tgtEl>
                                              <p:spTgt spid="11"/>
                                            </p:tgtEl>
                                            <p:attrNameLst>
                                              <p:attrName>style.visibility</p:attrName>
                                            </p:attrNameLst>
                                          </p:cBhvr>
                                          <p:to>
                                            <p:strVal val="visible"/>
                                          </p:to>
                                        </p:set>
                                        <p:anim calcmode="lin" valueType="num" p14:bounceEnd="67000">
                                          <p:cBhvr additive="base">
                                            <p:cTn id="70" dur="1000" fill="hold"/>
                                            <p:tgtEl>
                                              <p:spTgt spid="11"/>
                                            </p:tgtEl>
                                            <p:attrNameLst>
                                              <p:attrName>ppt_x</p:attrName>
                                            </p:attrNameLst>
                                          </p:cBhvr>
                                          <p:tavLst>
                                            <p:tav tm="0">
                                              <p:val>
                                                <p:strVal val="#ppt_x"/>
                                              </p:val>
                                            </p:tav>
                                            <p:tav tm="100000">
                                              <p:val>
                                                <p:strVal val="#ppt_x"/>
                                              </p:val>
                                            </p:tav>
                                          </p:tavLst>
                                        </p:anim>
                                        <p:anim calcmode="lin" valueType="num" p14:bounceEnd="67000">
                                          <p:cBhvr additive="base">
                                            <p:cTn id="71" dur="1000" fill="hold"/>
                                            <p:tgtEl>
                                              <p:spTgt spid="11"/>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14:presetBounceEnd="67000">
                                      <p:stCondLst>
                                        <p:cond delay="1000"/>
                                      </p:stCondLst>
                                      <p:childTnLst>
                                        <p:set>
                                          <p:cBhvr>
                                            <p:cTn id="73" dur="1" fill="hold">
                                              <p:stCondLst>
                                                <p:cond delay="0"/>
                                              </p:stCondLst>
                                            </p:cTn>
                                            <p:tgtEl>
                                              <p:spTgt spid="16"/>
                                            </p:tgtEl>
                                            <p:attrNameLst>
                                              <p:attrName>style.visibility</p:attrName>
                                            </p:attrNameLst>
                                          </p:cBhvr>
                                          <p:to>
                                            <p:strVal val="visible"/>
                                          </p:to>
                                        </p:set>
                                        <p:anim calcmode="lin" valueType="num" p14:bounceEnd="67000">
                                          <p:cBhvr additive="base">
                                            <p:cTn id="74" dur="1000" fill="hold"/>
                                            <p:tgtEl>
                                              <p:spTgt spid="16"/>
                                            </p:tgtEl>
                                            <p:attrNameLst>
                                              <p:attrName>ppt_x</p:attrName>
                                            </p:attrNameLst>
                                          </p:cBhvr>
                                          <p:tavLst>
                                            <p:tav tm="0">
                                              <p:val>
                                                <p:strVal val="#ppt_x"/>
                                              </p:val>
                                            </p:tav>
                                            <p:tav tm="100000">
                                              <p:val>
                                                <p:strVal val="#ppt_x"/>
                                              </p:val>
                                            </p:tav>
                                          </p:tavLst>
                                        </p:anim>
                                        <p:anim calcmode="lin" valueType="num" p14:bounceEnd="67000">
                                          <p:cBhvr additive="base">
                                            <p:cTn id="75" dur="1000" fill="hold"/>
                                            <p:tgtEl>
                                              <p:spTgt spid="16"/>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14:presetBounceEnd="67000">
                                      <p:stCondLst>
                                        <p:cond delay="1250"/>
                                      </p:stCondLst>
                                      <p:childTnLst>
                                        <p:set>
                                          <p:cBhvr>
                                            <p:cTn id="77" dur="1" fill="hold">
                                              <p:stCondLst>
                                                <p:cond delay="0"/>
                                              </p:stCondLst>
                                            </p:cTn>
                                            <p:tgtEl>
                                              <p:spTgt spid="12"/>
                                            </p:tgtEl>
                                            <p:attrNameLst>
                                              <p:attrName>style.visibility</p:attrName>
                                            </p:attrNameLst>
                                          </p:cBhvr>
                                          <p:to>
                                            <p:strVal val="visible"/>
                                          </p:to>
                                        </p:set>
                                        <p:anim calcmode="lin" valueType="num" p14:bounceEnd="67000">
                                          <p:cBhvr additive="base">
                                            <p:cTn id="78" dur="1000" fill="hold"/>
                                            <p:tgtEl>
                                              <p:spTgt spid="12"/>
                                            </p:tgtEl>
                                            <p:attrNameLst>
                                              <p:attrName>ppt_x</p:attrName>
                                            </p:attrNameLst>
                                          </p:cBhvr>
                                          <p:tavLst>
                                            <p:tav tm="0">
                                              <p:val>
                                                <p:strVal val="#ppt_x"/>
                                              </p:val>
                                            </p:tav>
                                            <p:tav tm="100000">
                                              <p:val>
                                                <p:strVal val="#ppt_x"/>
                                              </p:val>
                                            </p:tav>
                                          </p:tavLst>
                                        </p:anim>
                                        <p:anim calcmode="lin" valueType="num" p14:bounceEnd="67000">
                                          <p:cBhvr additive="base">
                                            <p:cTn id="79" dur="1000" fill="hold"/>
                                            <p:tgtEl>
                                              <p:spTgt spid="12"/>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14:presetBounceEnd="67000">
                                      <p:stCondLst>
                                        <p:cond delay="1250"/>
                                      </p:stCondLst>
                                      <p:childTnLst>
                                        <p:set>
                                          <p:cBhvr>
                                            <p:cTn id="81" dur="1" fill="hold">
                                              <p:stCondLst>
                                                <p:cond delay="0"/>
                                              </p:stCondLst>
                                            </p:cTn>
                                            <p:tgtEl>
                                              <p:spTgt spid="17"/>
                                            </p:tgtEl>
                                            <p:attrNameLst>
                                              <p:attrName>style.visibility</p:attrName>
                                            </p:attrNameLst>
                                          </p:cBhvr>
                                          <p:to>
                                            <p:strVal val="visible"/>
                                          </p:to>
                                        </p:set>
                                        <p:anim calcmode="lin" valueType="num" p14:bounceEnd="67000">
                                          <p:cBhvr additive="base">
                                            <p:cTn id="82" dur="1000" fill="hold"/>
                                            <p:tgtEl>
                                              <p:spTgt spid="17"/>
                                            </p:tgtEl>
                                            <p:attrNameLst>
                                              <p:attrName>ppt_x</p:attrName>
                                            </p:attrNameLst>
                                          </p:cBhvr>
                                          <p:tavLst>
                                            <p:tav tm="0">
                                              <p:val>
                                                <p:strVal val="#ppt_x"/>
                                              </p:val>
                                            </p:tav>
                                            <p:tav tm="100000">
                                              <p:val>
                                                <p:strVal val="#ppt_x"/>
                                              </p:val>
                                            </p:tav>
                                          </p:tavLst>
                                        </p:anim>
                                        <p:anim calcmode="lin" valueType="num" p14:bounceEnd="67000">
                                          <p:cBhvr additive="base">
                                            <p:cTn id="83" dur="10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3" grpId="0" animBg="1"/>
          <p:bldP spid="2" grpId="0" animBg="1"/>
          <p:bldP spid="6" grpId="0" animBg="1"/>
          <p:bldGraphic spid="7" grpId="0" uiExpand="1">
            <p:bldSub>
              <a:bldChart bld="category"/>
            </p:bldSub>
          </p:bldGraphic>
          <p:bldP spid="8" grpId="0" animBg="1"/>
          <p:bldP spid="9" grpId="0" animBg="1"/>
          <p:bldP spid="10" grpId="0" animBg="1"/>
          <p:bldP spid="11" grpId="0" animBg="1"/>
          <p:bldP spid="12" grpId="0" animBg="1"/>
          <p:bldP spid="13" grpId="0"/>
          <p:bldP spid="14" grpId="0"/>
          <p:bldP spid="15" grpId="0"/>
          <p:bldP spid="16" grpId="0"/>
          <p:bldP spid="1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7">
                                                <p:graphicEl>
                                                  <a:chart seriesIdx="-3" categoryIdx="-3" bldStep="gridLegend"/>
                                                </p:graphicEl>
                                              </p:spTgt>
                                            </p:tgtEl>
                                            <p:attrNameLst>
                                              <p:attrName>style.visibility</p:attrName>
                                            </p:attrNameLst>
                                          </p:cBhvr>
                                          <p:to>
                                            <p:strVal val="visible"/>
                                          </p:to>
                                        </p:set>
                                        <p:anim calcmode="lin" valueType="num">
                                          <p:cBhvr additive="base">
                                            <p:cTn id="7" dur="1000" fill="hold"/>
                                            <p:tgtEl>
                                              <p:spTgt spid="7">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cBhvr additive="base">
                                            <p:cTn id="8" dur="1000" fill="hold"/>
                                            <p:tgtEl>
                                              <p:spTgt spid="7">
                                                <p:graphicEl>
                                                  <a:chart seriesIdx="-3" categoryIdx="-3" bldStep="gridLegend"/>
                                                </p:graphic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250"/>
                                      </p:stCondLst>
                                      <p:childTnLst>
                                        <p:set>
                                          <p:cBhvr>
                                            <p:cTn id="10" dur="1" fill="hold">
                                              <p:stCondLst>
                                                <p:cond delay="0"/>
                                              </p:stCondLst>
                                            </p:cTn>
                                            <p:tgtEl>
                                              <p:spTgt spid="7">
                                                <p:graphicEl>
                                                  <a:chart seriesIdx="-4" categoryIdx="0" bldStep="category"/>
                                                </p:graphicEl>
                                              </p:spTgt>
                                            </p:tgtEl>
                                            <p:attrNameLst>
                                              <p:attrName>style.visibility</p:attrName>
                                            </p:attrNameLst>
                                          </p:cBhvr>
                                          <p:to>
                                            <p:strVal val="visible"/>
                                          </p:to>
                                        </p:set>
                                        <p:anim calcmode="lin" valueType="num">
                                          <p:cBhvr additive="base">
                                            <p:cTn id="11" dur="1000" fill="hold"/>
                                            <p:tgtEl>
                                              <p:spTgt spid="7">
                                                <p:graphicEl>
                                                  <a:chart seriesIdx="-4" categoryIdx="0" bldStep="category"/>
                                                </p:graphicEl>
                                              </p:spTgt>
                                            </p:tgtEl>
                                            <p:attrNameLst>
                                              <p:attrName>ppt_x</p:attrName>
                                            </p:attrNameLst>
                                          </p:cBhvr>
                                          <p:tavLst>
                                            <p:tav tm="0">
                                              <p:val>
                                                <p:strVal val="#ppt_x"/>
                                              </p:val>
                                            </p:tav>
                                            <p:tav tm="100000">
                                              <p:val>
                                                <p:strVal val="#ppt_x"/>
                                              </p:val>
                                            </p:tav>
                                          </p:tavLst>
                                        </p:anim>
                                        <p:anim calcmode="lin" valueType="num">
                                          <p:cBhvr additive="base">
                                            <p:cTn id="12" dur="1000" fill="hold"/>
                                            <p:tgtEl>
                                              <p:spTgt spid="7">
                                                <p:graphicEl>
                                                  <a:chart seriesIdx="-4" categoryIdx="0" bldStep="category"/>
                                                </p:graphic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500"/>
                                      </p:stCondLst>
                                      <p:childTnLst>
                                        <p:set>
                                          <p:cBhvr>
                                            <p:cTn id="14" dur="1" fill="hold">
                                              <p:stCondLst>
                                                <p:cond delay="0"/>
                                              </p:stCondLst>
                                            </p:cTn>
                                            <p:tgtEl>
                                              <p:spTgt spid="7">
                                                <p:graphicEl>
                                                  <a:chart seriesIdx="-4" categoryIdx="1" bldStep="category"/>
                                                </p:graphicEl>
                                              </p:spTgt>
                                            </p:tgtEl>
                                            <p:attrNameLst>
                                              <p:attrName>style.visibility</p:attrName>
                                            </p:attrNameLst>
                                          </p:cBhvr>
                                          <p:to>
                                            <p:strVal val="visible"/>
                                          </p:to>
                                        </p:set>
                                        <p:anim calcmode="lin" valueType="num">
                                          <p:cBhvr additive="base">
                                            <p:cTn id="15" dur="1000" fill="hold"/>
                                            <p:tgtEl>
                                              <p:spTgt spid="7">
                                                <p:graphicEl>
                                                  <a:chart seriesIdx="-4" categoryIdx="1" bldStep="category"/>
                                                </p:graphicEl>
                                              </p:spTgt>
                                            </p:tgtEl>
                                            <p:attrNameLst>
                                              <p:attrName>ppt_x</p:attrName>
                                            </p:attrNameLst>
                                          </p:cBhvr>
                                          <p:tavLst>
                                            <p:tav tm="0">
                                              <p:val>
                                                <p:strVal val="#ppt_x"/>
                                              </p:val>
                                            </p:tav>
                                            <p:tav tm="100000">
                                              <p:val>
                                                <p:strVal val="#ppt_x"/>
                                              </p:val>
                                            </p:tav>
                                          </p:tavLst>
                                        </p:anim>
                                        <p:anim calcmode="lin" valueType="num">
                                          <p:cBhvr additive="base">
                                            <p:cTn id="16" dur="1000" fill="hold"/>
                                            <p:tgtEl>
                                              <p:spTgt spid="7">
                                                <p:graphicEl>
                                                  <a:chart seriesIdx="-4" categoryIdx="1" bldStep="category"/>
                                                </p:graphicEl>
                                              </p:spTgt>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750"/>
                                      </p:stCondLst>
                                      <p:childTnLst>
                                        <p:set>
                                          <p:cBhvr>
                                            <p:cTn id="18" dur="1" fill="hold">
                                              <p:stCondLst>
                                                <p:cond delay="0"/>
                                              </p:stCondLst>
                                            </p:cTn>
                                            <p:tgtEl>
                                              <p:spTgt spid="7">
                                                <p:graphicEl>
                                                  <a:chart seriesIdx="-4" categoryIdx="2" bldStep="category"/>
                                                </p:graphicEl>
                                              </p:spTgt>
                                            </p:tgtEl>
                                            <p:attrNameLst>
                                              <p:attrName>style.visibility</p:attrName>
                                            </p:attrNameLst>
                                          </p:cBhvr>
                                          <p:to>
                                            <p:strVal val="visible"/>
                                          </p:to>
                                        </p:set>
                                        <p:anim calcmode="lin" valueType="num">
                                          <p:cBhvr additive="base">
                                            <p:cTn id="19" dur="1000" fill="hold"/>
                                            <p:tgtEl>
                                              <p:spTgt spid="7">
                                                <p:graphicEl>
                                                  <a:chart seriesIdx="-4" categoryIdx="2" bldStep="category"/>
                                                </p:graphicEl>
                                              </p:spTgt>
                                            </p:tgtEl>
                                            <p:attrNameLst>
                                              <p:attrName>ppt_x</p:attrName>
                                            </p:attrNameLst>
                                          </p:cBhvr>
                                          <p:tavLst>
                                            <p:tav tm="0">
                                              <p:val>
                                                <p:strVal val="#ppt_x"/>
                                              </p:val>
                                            </p:tav>
                                            <p:tav tm="100000">
                                              <p:val>
                                                <p:strVal val="#ppt_x"/>
                                              </p:val>
                                            </p:tav>
                                          </p:tavLst>
                                        </p:anim>
                                        <p:anim calcmode="lin" valueType="num">
                                          <p:cBhvr additive="base">
                                            <p:cTn id="20" dur="1000" fill="hold"/>
                                            <p:tgtEl>
                                              <p:spTgt spid="7">
                                                <p:graphicEl>
                                                  <a:chart seriesIdx="-4" categoryIdx="2" bldStep="category"/>
                                                </p:graphicEl>
                                              </p:spTgt>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1000"/>
                                      </p:stCondLst>
                                      <p:childTnLst>
                                        <p:set>
                                          <p:cBhvr>
                                            <p:cTn id="22" dur="1" fill="hold">
                                              <p:stCondLst>
                                                <p:cond delay="0"/>
                                              </p:stCondLst>
                                            </p:cTn>
                                            <p:tgtEl>
                                              <p:spTgt spid="7">
                                                <p:graphicEl>
                                                  <a:chart seriesIdx="-4" categoryIdx="3" bldStep="category"/>
                                                </p:graphicEl>
                                              </p:spTgt>
                                            </p:tgtEl>
                                            <p:attrNameLst>
                                              <p:attrName>style.visibility</p:attrName>
                                            </p:attrNameLst>
                                          </p:cBhvr>
                                          <p:to>
                                            <p:strVal val="visible"/>
                                          </p:to>
                                        </p:set>
                                        <p:anim calcmode="lin" valueType="num">
                                          <p:cBhvr additive="base">
                                            <p:cTn id="23" dur="1000" fill="hold"/>
                                            <p:tgtEl>
                                              <p:spTgt spid="7">
                                                <p:graphicEl>
                                                  <a:chart seriesIdx="-4" categoryIdx="3" bldStep="category"/>
                                                </p:graphicEl>
                                              </p:spTgt>
                                            </p:tgtEl>
                                            <p:attrNameLst>
                                              <p:attrName>ppt_x</p:attrName>
                                            </p:attrNameLst>
                                          </p:cBhvr>
                                          <p:tavLst>
                                            <p:tav tm="0">
                                              <p:val>
                                                <p:strVal val="#ppt_x"/>
                                              </p:val>
                                            </p:tav>
                                            <p:tav tm="100000">
                                              <p:val>
                                                <p:strVal val="#ppt_x"/>
                                              </p:val>
                                            </p:tav>
                                          </p:tavLst>
                                        </p:anim>
                                        <p:anim calcmode="lin" valueType="num">
                                          <p:cBhvr additive="base">
                                            <p:cTn id="24" dur="1000" fill="hold"/>
                                            <p:tgtEl>
                                              <p:spTgt spid="7">
                                                <p:graphicEl>
                                                  <a:chart seriesIdx="-4" categoryIdx="3" bldStep="category"/>
                                                </p:graphicEl>
                                              </p:spTgt>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1250"/>
                                      </p:stCondLst>
                                      <p:childTnLst>
                                        <p:set>
                                          <p:cBhvr>
                                            <p:cTn id="26" dur="1" fill="hold">
                                              <p:stCondLst>
                                                <p:cond delay="0"/>
                                              </p:stCondLst>
                                            </p:cTn>
                                            <p:tgtEl>
                                              <p:spTgt spid="7">
                                                <p:graphicEl>
                                                  <a:chart seriesIdx="-4" categoryIdx="4" bldStep="category"/>
                                                </p:graphicEl>
                                              </p:spTgt>
                                            </p:tgtEl>
                                            <p:attrNameLst>
                                              <p:attrName>style.visibility</p:attrName>
                                            </p:attrNameLst>
                                          </p:cBhvr>
                                          <p:to>
                                            <p:strVal val="visible"/>
                                          </p:to>
                                        </p:set>
                                        <p:anim calcmode="lin" valueType="num">
                                          <p:cBhvr additive="base">
                                            <p:cTn id="27" dur="1000" fill="hold"/>
                                            <p:tgtEl>
                                              <p:spTgt spid="7">
                                                <p:graphicEl>
                                                  <a:chart seriesIdx="-4" categoryIdx="4" bldStep="category"/>
                                                </p:graphicEl>
                                              </p:spTgt>
                                            </p:tgtEl>
                                            <p:attrNameLst>
                                              <p:attrName>ppt_x</p:attrName>
                                            </p:attrNameLst>
                                          </p:cBhvr>
                                          <p:tavLst>
                                            <p:tav tm="0">
                                              <p:val>
                                                <p:strVal val="#ppt_x"/>
                                              </p:val>
                                            </p:tav>
                                            <p:tav tm="100000">
                                              <p:val>
                                                <p:strVal val="#ppt_x"/>
                                              </p:val>
                                            </p:tav>
                                          </p:tavLst>
                                        </p:anim>
                                        <p:anim calcmode="lin" valueType="num">
                                          <p:cBhvr additive="base">
                                            <p:cTn id="28" dur="1000" fill="hold"/>
                                            <p:tgtEl>
                                              <p:spTgt spid="7">
                                                <p:graphicEl>
                                                  <a:chart seriesIdx="-4" categoryIdx="4" bldStep="category"/>
                                                </p:graphicEl>
                                              </p:spTgt>
                                            </p:tgtEl>
                                            <p:attrNameLst>
                                              <p:attrName>ppt_y</p:attrName>
                                            </p:attrNameLst>
                                          </p:cBhvr>
                                          <p:tavLst>
                                            <p:tav tm="0">
                                              <p:val>
                                                <p:strVal val="0-#ppt_h/2"/>
                                              </p:val>
                                            </p:tav>
                                            <p:tav tm="100000">
                                              <p:val>
                                                <p:strVal val="#ppt_y"/>
                                              </p:val>
                                            </p:tav>
                                          </p:tavLst>
                                        </p:anim>
                                      </p:childTnLst>
                                    </p:cTn>
                                  </p:par>
                                  <p:par>
                                    <p:cTn id="29" presetID="10" presetClass="entr" presetSubtype="0" fill="hold" grpId="0" nodeType="withEffect">
                                      <p:stCondLst>
                                        <p:cond delay="50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10" presetClass="entr" presetSubtype="0" fill="hold" grpId="0" nodeType="withEffect">
                                      <p:stCondLst>
                                        <p:cond delay="750"/>
                                      </p:stCondLst>
                                      <p:childTnLst>
                                        <p:set>
                                          <p:cBhvr>
                                            <p:cTn id="33" dur="1" fill="hold">
                                              <p:stCondLst>
                                                <p:cond delay="0"/>
                                              </p:stCondLst>
                                            </p:cTn>
                                            <p:tgtEl>
                                              <p:spTgt spid="2"/>
                                            </p:tgtEl>
                                            <p:attrNameLst>
                                              <p:attrName>style.visibility</p:attrName>
                                            </p:attrNameLst>
                                          </p:cBhvr>
                                          <p:to>
                                            <p:strVal val="visible"/>
                                          </p:to>
                                        </p:set>
                                        <p:animEffect transition="in" filter="fade">
                                          <p:cBhvr>
                                            <p:cTn id="34" dur="500"/>
                                            <p:tgtEl>
                                              <p:spTgt spid="2"/>
                                            </p:tgtEl>
                                          </p:cBhvr>
                                        </p:animEffect>
                                      </p:childTnLst>
                                    </p:cTn>
                                  </p:par>
                                  <p:par>
                                    <p:cTn id="35" presetID="10" presetClass="entr" presetSubtype="0" fill="hold" grpId="0" nodeType="withEffect">
                                      <p:stCondLst>
                                        <p:cond delay="100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500"/>
                                            <p:tgtEl>
                                              <p:spTgt spid="3"/>
                                            </p:tgtEl>
                                          </p:cBhvr>
                                        </p:animEffect>
                                      </p:childTnLst>
                                    </p:cTn>
                                  </p:par>
                                  <p:par>
                                    <p:cTn id="38" presetID="10" presetClass="entr" presetSubtype="0" fill="hold" grpId="0" nodeType="withEffect">
                                      <p:stCondLst>
                                        <p:cond delay="125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500"/>
                                            <p:tgtEl>
                                              <p:spTgt spid="4"/>
                                            </p:tgtEl>
                                          </p:cBhvr>
                                        </p:animEffect>
                                      </p:childTnLst>
                                    </p:cTn>
                                  </p:par>
                                  <p:par>
                                    <p:cTn id="41" presetID="10" presetClass="entr" presetSubtype="0" fill="hold" grpId="0" nodeType="withEffect">
                                      <p:stCondLst>
                                        <p:cond delay="150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par>
                                    <p:cTn id="44" presetID="2" presetClass="entr" presetSubtype="4" fill="hold" grpId="0" nodeType="withEffect">
                                      <p:stCondLst>
                                        <p:cond delay="250"/>
                                      </p:stCondLst>
                                      <p:childTnLst>
                                        <p:set>
                                          <p:cBhvr>
                                            <p:cTn id="45" dur="1" fill="hold">
                                              <p:stCondLst>
                                                <p:cond delay="0"/>
                                              </p:stCondLst>
                                            </p:cTn>
                                            <p:tgtEl>
                                              <p:spTgt spid="8"/>
                                            </p:tgtEl>
                                            <p:attrNameLst>
                                              <p:attrName>style.visibility</p:attrName>
                                            </p:attrNameLst>
                                          </p:cBhvr>
                                          <p:to>
                                            <p:strVal val="visible"/>
                                          </p:to>
                                        </p:set>
                                        <p:anim calcmode="lin" valueType="num">
                                          <p:cBhvr additive="base">
                                            <p:cTn id="46" dur="1000" fill="hold"/>
                                            <p:tgtEl>
                                              <p:spTgt spid="8"/>
                                            </p:tgtEl>
                                            <p:attrNameLst>
                                              <p:attrName>ppt_x</p:attrName>
                                            </p:attrNameLst>
                                          </p:cBhvr>
                                          <p:tavLst>
                                            <p:tav tm="0">
                                              <p:val>
                                                <p:strVal val="#ppt_x"/>
                                              </p:val>
                                            </p:tav>
                                            <p:tav tm="100000">
                                              <p:val>
                                                <p:strVal val="#ppt_x"/>
                                              </p:val>
                                            </p:tav>
                                          </p:tavLst>
                                        </p:anim>
                                        <p:anim calcmode="lin" valueType="num">
                                          <p:cBhvr additive="base">
                                            <p:cTn id="47" dur="1000" fill="hold"/>
                                            <p:tgtEl>
                                              <p:spTgt spid="8"/>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25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1000" fill="hold"/>
                                            <p:tgtEl>
                                              <p:spTgt spid="13"/>
                                            </p:tgtEl>
                                            <p:attrNameLst>
                                              <p:attrName>ppt_x</p:attrName>
                                            </p:attrNameLst>
                                          </p:cBhvr>
                                          <p:tavLst>
                                            <p:tav tm="0">
                                              <p:val>
                                                <p:strVal val="#ppt_x"/>
                                              </p:val>
                                            </p:tav>
                                            <p:tav tm="100000">
                                              <p:val>
                                                <p:strVal val="#ppt_x"/>
                                              </p:val>
                                            </p:tav>
                                          </p:tavLst>
                                        </p:anim>
                                        <p:anim calcmode="lin" valueType="num">
                                          <p:cBhvr additive="base">
                                            <p:cTn id="51" dur="1000" fill="hold"/>
                                            <p:tgtEl>
                                              <p:spTgt spid="13"/>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500"/>
                                      </p:stCondLst>
                                      <p:childTnLst>
                                        <p:set>
                                          <p:cBhvr>
                                            <p:cTn id="53" dur="1" fill="hold">
                                              <p:stCondLst>
                                                <p:cond delay="0"/>
                                              </p:stCondLst>
                                            </p:cTn>
                                            <p:tgtEl>
                                              <p:spTgt spid="10"/>
                                            </p:tgtEl>
                                            <p:attrNameLst>
                                              <p:attrName>style.visibility</p:attrName>
                                            </p:attrNameLst>
                                          </p:cBhvr>
                                          <p:to>
                                            <p:strVal val="visible"/>
                                          </p:to>
                                        </p:set>
                                        <p:anim calcmode="lin" valueType="num">
                                          <p:cBhvr additive="base">
                                            <p:cTn id="54" dur="1000" fill="hold"/>
                                            <p:tgtEl>
                                              <p:spTgt spid="10"/>
                                            </p:tgtEl>
                                            <p:attrNameLst>
                                              <p:attrName>ppt_x</p:attrName>
                                            </p:attrNameLst>
                                          </p:cBhvr>
                                          <p:tavLst>
                                            <p:tav tm="0">
                                              <p:val>
                                                <p:strVal val="#ppt_x"/>
                                              </p:val>
                                            </p:tav>
                                            <p:tav tm="100000">
                                              <p:val>
                                                <p:strVal val="#ppt_x"/>
                                              </p:val>
                                            </p:tav>
                                          </p:tavLst>
                                        </p:anim>
                                        <p:anim calcmode="lin" valueType="num">
                                          <p:cBhvr additive="base">
                                            <p:cTn id="55" dur="1000" fill="hold"/>
                                            <p:tgtEl>
                                              <p:spTgt spid="10"/>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500"/>
                                      </p:stCondLst>
                                      <p:childTnLst>
                                        <p:set>
                                          <p:cBhvr>
                                            <p:cTn id="57" dur="1" fill="hold">
                                              <p:stCondLst>
                                                <p:cond delay="0"/>
                                              </p:stCondLst>
                                            </p:cTn>
                                            <p:tgtEl>
                                              <p:spTgt spid="14"/>
                                            </p:tgtEl>
                                            <p:attrNameLst>
                                              <p:attrName>style.visibility</p:attrName>
                                            </p:attrNameLst>
                                          </p:cBhvr>
                                          <p:to>
                                            <p:strVal val="visible"/>
                                          </p:to>
                                        </p:set>
                                        <p:anim calcmode="lin" valueType="num">
                                          <p:cBhvr additive="base">
                                            <p:cTn id="58" dur="1000" fill="hold"/>
                                            <p:tgtEl>
                                              <p:spTgt spid="14"/>
                                            </p:tgtEl>
                                            <p:attrNameLst>
                                              <p:attrName>ppt_x</p:attrName>
                                            </p:attrNameLst>
                                          </p:cBhvr>
                                          <p:tavLst>
                                            <p:tav tm="0">
                                              <p:val>
                                                <p:strVal val="#ppt_x"/>
                                              </p:val>
                                            </p:tav>
                                            <p:tav tm="100000">
                                              <p:val>
                                                <p:strVal val="#ppt_x"/>
                                              </p:val>
                                            </p:tav>
                                          </p:tavLst>
                                        </p:anim>
                                        <p:anim calcmode="lin" valueType="num">
                                          <p:cBhvr additive="base">
                                            <p:cTn id="59" dur="1000" fill="hold"/>
                                            <p:tgtEl>
                                              <p:spTgt spid="14"/>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750"/>
                                      </p:stCondLst>
                                      <p:childTnLst>
                                        <p:set>
                                          <p:cBhvr>
                                            <p:cTn id="61" dur="1" fill="hold">
                                              <p:stCondLst>
                                                <p:cond delay="0"/>
                                              </p:stCondLst>
                                            </p:cTn>
                                            <p:tgtEl>
                                              <p:spTgt spid="9"/>
                                            </p:tgtEl>
                                            <p:attrNameLst>
                                              <p:attrName>style.visibility</p:attrName>
                                            </p:attrNameLst>
                                          </p:cBhvr>
                                          <p:to>
                                            <p:strVal val="visible"/>
                                          </p:to>
                                        </p:set>
                                        <p:anim calcmode="lin" valueType="num">
                                          <p:cBhvr additive="base">
                                            <p:cTn id="62" dur="1000" fill="hold"/>
                                            <p:tgtEl>
                                              <p:spTgt spid="9"/>
                                            </p:tgtEl>
                                            <p:attrNameLst>
                                              <p:attrName>ppt_x</p:attrName>
                                            </p:attrNameLst>
                                          </p:cBhvr>
                                          <p:tavLst>
                                            <p:tav tm="0">
                                              <p:val>
                                                <p:strVal val="#ppt_x"/>
                                              </p:val>
                                            </p:tav>
                                            <p:tav tm="100000">
                                              <p:val>
                                                <p:strVal val="#ppt_x"/>
                                              </p:val>
                                            </p:tav>
                                          </p:tavLst>
                                        </p:anim>
                                        <p:anim calcmode="lin" valueType="num">
                                          <p:cBhvr additive="base">
                                            <p:cTn id="63" dur="1000" fill="hold"/>
                                            <p:tgtEl>
                                              <p:spTgt spid="9"/>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750"/>
                                      </p:stCondLst>
                                      <p:childTnLst>
                                        <p:set>
                                          <p:cBhvr>
                                            <p:cTn id="65" dur="1" fill="hold">
                                              <p:stCondLst>
                                                <p:cond delay="0"/>
                                              </p:stCondLst>
                                            </p:cTn>
                                            <p:tgtEl>
                                              <p:spTgt spid="15"/>
                                            </p:tgtEl>
                                            <p:attrNameLst>
                                              <p:attrName>style.visibility</p:attrName>
                                            </p:attrNameLst>
                                          </p:cBhvr>
                                          <p:to>
                                            <p:strVal val="visible"/>
                                          </p:to>
                                        </p:set>
                                        <p:anim calcmode="lin" valueType="num">
                                          <p:cBhvr additive="base">
                                            <p:cTn id="66" dur="1000" fill="hold"/>
                                            <p:tgtEl>
                                              <p:spTgt spid="15"/>
                                            </p:tgtEl>
                                            <p:attrNameLst>
                                              <p:attrName>ppt_x</p:attrName>
                                            </p:attrNameLst>
                                          </p:cBhvr>
                                          <p:tavLst>
                                            <p:tav tm="0">
                                              <p:val>
                                                <p:strVal val="#ppt_x"/>
                                              </p:val>
                                            </p:tav>
                                            <p:tav tm="100000">
                                              <p:val>
                                                <p:strVal val="#ppt_x"/>
                                              </p:val>
                                            </p:tav>
                                          </p:tavLst>
                                        </p:anim>
                                        <p:anim calcmode="lin" valueType="num">
                                          <p:cBhvr additive="base">
                                            <p:cTn id="67" dur="1000" fill="hold"/>
                                            <p:tgtEl>
                                              <p:spTgt spid="15"/>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1000"/>
                                      </p:stCondLst>
                                      <p:childTnLst>
                                        <p:set>
                                          <p:cBhvr>
                                            <p:cTn id="69" dur="1" fill="hold">
                                              <p:stCondLst>
                                                <p:cond delay="0"/>
                                              </p:stCondLst>
                                            </p:cTn>
                                            <p:tgtEl>
                                              <p:spTgt spid="11"/>
                                            </p:tgtEl>
                                            <p:attrNameLst>
                                              <p:attrName>style.visibility</p:attrName>
                                            </p:attrNameLst>
                                          </p:cBhvr>
                                          <p:to>
                                            <p:strVal val="visible"/>
                                          </p:to>
                                        </p:set>
                                        <p:anim calcmode="lin" valueType="num">
                                          <p:cBhvr additive="base">
                                            <p:cTn id="70" dur="1000" fill="hold"/>
                                            <p:tgtEl>
                                              <p:spTgt spid="11"/>
                                            </p:tgtEl>
                                            <p:attrNameLst>
                                              <p:attrName>ppt_x</p:attrName>
                                            </p:attrNameLst>
                                          </p:cBhvr>
                                          <p:tavLst>
                                            <p:tav tm="0">
                                              <p:val>
                                                <p:strVal val="#ppt_x"/>
                                              </p:val>
                                            </p:tav>
                                            <p:tav tm="100000">
                                              <p:val>
                                                <p:strVal val="#ppt_x"/>
                                              </p:val>
                                            </p:tav>
                                          </p:tavLst>
                                        </p:anim>
                                        <p:anim calcmode="lin" valueType="num">
                                          <p:cBhvr additive="base">
                                            <p:cTn id="71" dur="1000" fill="hold"/>
                                            <p:tgtEl>
                                              <p:spTgt spid="11"/>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1000"/>
                                      </p:stCondLst>
                                      <p:childTnLst>
                                        <p:set>
                                          <p:cBhvr>
                                            <p:cTn id="73" dur="1" fill="hold">
                                              <p:stCondLst>
                                                <p:cond delay="0"/>
                                              </p:stCondLst>
                                            </p:cTn>
                                            <p:tgtEl>
                                              <p:spTgt spid="16"/>
                                            </p:tgtEl>
                                            <p:attrNameLst>
                                              <p:attrName>style.visibility</p:attrName>
                                            </p:attrNameLst>
                                          </p:cBhvr>
                                          <p:to>
                                            <p:strVal val="visible"/>
                                          </p:to>
                                        </p:set>
                                        <p:anim calcmode="lin" valueType="num">
                                          <p:cBhvr additive="base">
                                            <p:cTn id="74" dur="1000" fill="hold"/>
                                            <p:tgtEl>
                                              <p:spTgt spid="16"/>
                                            </p:tgtEl>
                                            <p:attrNameLst>
                                              <p:attrName>ppt_x</p:attrName>
                                            </p:attrNameLst>
                                          </p:cBhvr>
                                          <p:tavLst>
                                            <p:tav tm="0">
                                              <p:val>
                                                <p:strVal val="#ppt_x"/>
                                              </p:val>
                                            </p:tav>
                                            <p:tav tm="100000">
                                              <p:val>
                                                <p:strVal val="#ppt_x"/>
                                              </p:val>
                                            </p:tav>
                                          </p:tavLst>
                                        </p:anim>
                                        <p:anim calcmode="lin" valueType="num">
                                          <p:cBhvr additive="base">
                                            <p:cTn id="75" dur="1000" fill="hold"/>
                                            <p:tgtEl>
                                              <p:spTgt spid="16"/>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1250"/>
                                      </p:stCondLst>
                                      <p:childTnLst>
                                        <p:set>
                                          <p:cBhvr>
                                            <p:cTn id="77" dur="1" fill="hold">
                                              <p:stCondLst>
                                                <p:cond delay="0"/>
                                              </p:stCondLst>
                                            </p:cTn>
                                            <p:tgtEl>
                                              <p:spTgt spid="12"/>
                                            </p:tgtEl>
                                            <p:attrNameLst>
                                              <p:attrName>style.visibility</p:attrName>
                                            </p:attrNameLst>
                                          </p:cBhvr>
                                          <p:to>
                                            <p:strVal val="visible"/>
                                          </p:to>
                                        </p:set>
                                        <p:anim calcmode="lin" valueType="num">
                                          <p:cBhvr additive="base">
                                            <p:cTn id="78" dur="1000" fill="hold"/>
                                            <p:tgtEl>
                                              <p:spTgt spid="12"/>
                                            </p:tgtEl>
                                            <p:attrNameLst>
                                              <p:attrName>ppt_x</p:attrName>
                                            </p:attrNameLst>
                                          </p:cBhvr>
                                          <p:tavLst>
                                            <p:tav tm="0">
                                              <p:val>
                                                <p:strVal val="#ppt_x"/>
                                              </p:val>
                                            </p:tav>
                                            <p:tav tm="100000">
                                              <p:val>
                                                <p:strVal val="#ppt_x"/>
                                              </p:val>
                                            </p:tav>
                                          </p:tavLst>
                                        </p:anim>
                                        <p:anim calcmode="lin" valueType="num">
                                          <p:cBhvr additive="base">
                                            <p:cTn id="79" dur="1000" fill="hold"/>
                                            <p:tgtEl>
                                              <p:spTgt spid="12"/>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1250"/>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000" fill="hold"/>
                                            <p:tgtEl>
                                              <p:spTgt spid="17"/>
                                            </p:tgtEl>
                                            <p:attrNameLst>
                                              <p:attrName>ppt_x</p:attrName>
                                            </p:attrNameLst>
                                          </p:cBhvr>
                                          <p:tavLst>
                                            <p:tav tm="0">
                                              <p:val>
                                                <p:strVal val="#ppt_x"/>
                                              </p:val>
                                            </p:tav>
                                            <p:tav tm="100000">
                                              <p:val>
                                                <p:strVal val="#ppt_x"/>
                                              </p:val>
                                            </p:tav>
                                          </p:tavLst>
                                        </p:anim>
                                        <p:anim calcmode="lin" valueType="num">
                                          <p:cBhvr additive="base">
                                            <p:cTn id="83" dur="10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3" grpId="0" animBg="1"/>
          <p:bldP spid="2" grpId="0" animBg="1"/>
          <p:bldP spid="6" grpId="0" animBg="1"/>
          <p:bldGraphic spid="7" grpId="0" uiExpand="1">
            <p:bldSub>
              <a:bldChart bld="category"/>
            </p:bldSub>
          </p:bldGraphic>
          <p:bldP spid="8" grpId="0" animBg="1"/>
          <p:bldP spid="9" grpId="0" animBg="1"/>
          <p:bldP spid="10" grpId="0" animBg="1"/>
          <p:bldP spid="11" grpId="0" animBg="1"/>
          <p:bldP spid="12" grpId="0" animBg="1"/>
          <p:bldP spid="13" grpId="0"/>
          <p:bldP spid="14" grpId="0"/>
          <p:bldP spid="15" grpId="0"/>
          <p:bldP spid="16" grpId="0"/>
          <p:bldP spid="17" grpId="0"/>
        </p:bldLst>
      </p:timing>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62C16555-58D3-4D0F-B019-B29A532E7C51}"/>
              </a:ext>
            </a:extLst>
          </p:cNvPr>
          <p:cNvGraphicFramePr/>
          <p:nvPr>
            <p:extLst>
              <p:ext uri="{D42A27DB-BD31-4B8C-83A1-F6EECF244321}">
                <p14:modId xmlns:p14="http://schemas.microsoft.com/office/powerpoint/2010/main" val="1354563757"/>
              </p:ext>
            </p:extLst>
          </p:nvPr>
        </p:nvGraphicFramePr>
        <p:xfrm>
          <a:off x="2032000" y="1070892"/>
          <a:ext cx="81280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A43DBC5B-1689-4B16-8615-6650AB1479D3}"/>
              </a:ext>
            </a:extLst>
          </p:cNvPr>
          <p:cNvSpPr txBox="1"/>
          <p:nvPr/>
        </p:nvSpPr>
        <p:spPr>
          <a:xfrm>
            <a:off x="3603175" y="333188"/>
            <a:ext cx="4985660" cy="461665"/>
          </a:xfrm>
          <a:prstGeom prst="rect">
            <a:avLst/>
          </a:prstGeom>
          <a:noFill/>
        </p:spPr>
        <p:txBody>
          <a:bodyPr wrap="none" rtlCol="0">
            <a:spAutoFit/>
          </a:bodyPr>
          <a:lstStyle/>
          <a:p>
            <a:pPr algn="ctr"/>
            <a:r>
              <a:rPr lang="en-US" sz="2400">
                <a:latin typeface="Montserrat SemiBold" panose="00000700000000000000" pitchFamily="50" charset="-52"/>
              </a:rPr>
              <a:t>EDITABLE LINE INFOGRAPHIC</a:t>
            </a:r>
            <a:endParaRPr lang="ru-UA" sz="2400">
              <a:latin typeface="Montserrat SemiBold" panose="00000700000000000000" pitchFamily="50" charset="-52"/>
            </a:endParaRPr>
          </a:p>
        </p:txBody>
      </p:sp>
      <p:sp>
        <p:nvSpPr>
          <p:cNvPr id="6" name="TextBox 5">
            <a:extLst>
              <a:ext uri="{FF2B5EF4-FFF2-40B4-BE49-F238E27FC236}">
                <a16:creationId xmlns:a16="http://schemas.microsoft.com/office/drawing/2014/main" id="{2B479FD8-8232-4056-944D-D7ACDC5B860E}"/>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3050656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graphicEl>
                                              <a:chart seriesIdx="-3" categoryIdx="-3" bldStep="gridLegend"/>
                                            </p:graphicEl>
                                          </p:spTgt>
                                        </p:tgtEl>
                                        <p:attrNameLst>
                                          <p:attrName>style.visibility</p:attrName>
                                        </p:attrNameLst>
                                      </p:cBhvr>
                                      <p:to>
                                        <p:strVal val="visible"/>
                                      </p:to>
                                    </p:set>
                                    <p:animEffect transition="in" filter="wipe(left)">
                                      <p:cBhvr>
                                        <p:cTn id="7" dur="1000"/>
                                        <p:tgtEl>
                                          <p:spTgt spid="4">
                                            <p:graphicEl>
                                              <a:chart seriesIdx="-3" categoryIdx="-3" bldStep="gridLegend"/>
                                            </p:graphicEl>
                                          </p:spTgt>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4">
                                            <p:graphicEl>
                                              <a:chart seriesIdx="0" categoryIdx="-4" bldStep="series"/>
                                            </p:graphicEl>
                                          </p:spTgt>
                                        </p:tgtEl>
                                        <p:attrNameLst>
                                          <p:attrName>style.visibility</p:attrName>
                                        </p:attrNameLst>
                                      </p:cBhvr>
                                      <p:to>
                                        <p:strVal val="visible"/>
                                      </p:to>
                                    </p:set>
                                    <p:animEffect transition="in" filter="wipe(left)">
                                      <p:cBhvr>
                                        <p:cTn id="10" dur="1000"/>
                                        <p:tgtEl>
                                          <p:spTgt spid="4">
                                            <p:graphicEl>
                                              <a:chart seriesIdx="0" categoryIdx="-4" bldStep="series"/>
                                            </p:graphicEl>
                                          </p:spTgt>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4">
                                            <p:graphicEl>
                                              <a:chart seriesIdx="1" categoryIdx="-4" bldStep="series"/>
                                            </p:graphicEl>
                                          </p:spTgt>
                                        </p:tgtEl>
                                        <p:attrNameLst>
                                          <p:attrName>style.visibility</p:attrName>
                                        </p:attrNameLst>
                                      </p:cBhvr>
                                      <p:to>
                                        <p:strVal val="visible"/>
                                      </p:to>
                                    </p:set>
                                    <p:animEffect transition="in" filter="wipe(left)">
                                      <p:cBhvr>
                                        <p:cTn id="13" dur="1000"/>
                                        <p:tgtEl>
                                          <p:spTgt spid="4">
                                            <p:graphicEl>
                                              <a:chart seriesIdx="1" categoryIdx="-4" bldStep="series"/>
                                            </p:graphicEl>
                                          </p:spTgt>
                                        </p:tgtEl>
                                      </p:cBhvr>
                                    </p:animEffect>
                                  </p:childTnLst>
                                </p:cTn>
                              </p:par>
                              <p:par>
                                <p:cTn id="14" presetID="22" presetClass="entr" presetSubtype="8" fill="hold" grpId="0" nodeType="withEffect">
                                  <p:stCondLst>
                                    <p:cond delay="750"/>
                                  </p:stCondLst>
                                  <p:childTnLst>
                                    <p:set>
                                      <p:cBhvr>
                                        <p:cTn id="15" dur="1" fill="hold">
                                          <p:stCondLst>
                                            <p:cond delay="0"/>
                                          </p:stCondLst>
                                        </p:cTn>
                                        <p:tgtEl>
                                          <p:spTgt spid="4">
                                            <p:graphicEl>
                                              <a:chart seriesIdx="2" categoryIdx="-4" bldStep="series"/>
                                            </p:graphicEl>
                                          </p:spTgt>
                                        </p:tgtEl>
                                        <p:attrNameLst>
                                          <p:attrName>style.visibility</p:attrName>
                                        </p:attrNameLst>
                                      </p:cBhvr>
                                      <p:to>
                                        <p:strVal val="visible"/>
                                      </p:to>
                                    </p:set>
                                    <p:animEffect transition="in" filter="wipe(left)">
                                      <p:cBhvr>
                                        <p:cTn id="16" dur="1000"/>
                                        <p:tgtEl>
                                          <p:spTgt spid="4">
                                            <p:graphicEl>
                                              <a:chart seriesIdx="2"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Chart bld="series"/>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Shadow">
            <a:extLst>
              <a:ext uri="{FF2B5EF4-FFF2-40B4-BE49-F238E27FC236}">
                <a16:creationId xmlns:a16="http://schemas.microsoft.com/office/drawing/2014/main" id="{20AA59CF-D05C-4F00-9936-A1FA08446560}"/>
              </a:ext>
            </a:extLst>
          </p:cNvPr>
          <p:cNvGrpSpPr/>
          <p:nvPr/>
        </p:nvGrpSpPr>
        <p:grpSpPr>
          <a:xfrm>
            <a:off x="2076328" y="389633"/>
            <a:ext cx="311393" cy="6728717"/>
            <a:chOff x="1390652" y="2150666"/>
            <a:chExt cx="269875" cy="1705769"/>
          </a:xfrm>
        </p:grpSpPr>
        <p:sp>
          <p:nvSpPr>
            <p:cNvPr id="4" name="Freeform 14">
              <a:extLst>
                <a:ext uri="{FF2B5EF4-FFF2-40B4-BE49-F238E27FC236}">
                  <a16:creationId xmlns:a16="http://schemas.microsoft.com/office/drawing/2014/main" id="{8E8F7220-7282-4D36-A410-DA3E9B557B21}"/>
                </a:ext>
              </a:extLst>
            </p:cNvPr>
            <p:cNvSpPr>
              <a:spLocks/>
            </p:cNvSpPr>
            <p:nvPr/>
          </p:nvSpPr>
          <p:spPr bwMode="auto">
            <a:xfrm>
              <a:off x="1401763" y="2193132"/>
              <a:ext cx="242887" cy="1644650"/>
            </a:xfrm>
            <a:custGeom>
              <a:avLst/>
              <a:gdLst>
                <a:gd name="T0" fmla="*/ 153 w 153"/>
                <a:gd name="T1" fmla="*/ 0 h 1032"/>
                <a:gd name="T2" fmla="*/ 150 w 153"/>
                <a:gd name="T3" fmla="*/ 1032 h 1032"/>
                <a:gd name="T4" fmla="*/ 0 w 153"/>
                <a:gd name="T5" fmla="*/ 1032 h 1032"/>
                <a:gd name="T6" fmla="*/ 0 w 153"/>
                <a:gd name="T7" fmla="*/ 0 h 1032"/>
                <a:gd name="T8" fmla="*/ 153 w 153"/>
                <a:gd name="T9" fmla="*/ 0 h 1032"/>
              </a:gdLst>
              <a:ahLst/>
              <a:cxnLst>
                <a:cxn ang="0">
                  <a:pos x="T0" y="T1"/>
                </a:cxn>
                <a:cxn ang="0">
                  <a:pos x="T2" y="T3"/>
                </a:cxn>
                <a:cxn ang="0">
                  <a:pos x="T4" y="T5"/>
                </a:cxn>
                <a:cxn ang="0">
                  <a:pos x="T6" y="T7"/>
                </a:cxn>
                <a:cxn ang="0">
                  <a:pos x="T8" y="T9"/>
                </a:cxn>
              </a:cxnLst>
              <a:rect l="0" t="0" r="r" b="b"/>
              <a:pathLst>
                <a:path w="153" h="1032">
                  <a:moveTo>
                    <a:pt x="153" y="0"/>
                  </a:moveTo>
                  <a:lnTo>
                    <a:pt x="150" y="1032"/>
                  </a:lnTo>
                  <a:lnTo>
                    <a:pt x="0" y="1032"/>
                  </a:lnTo>
                  <a:lnTo>
                    <a:pt x="0" y="0"/>
                  </a:lnTo>
                  <a:lnTo>
                    <a:pt x="153" y="0"/>
                  </a:lnTo>
                  <a:close/>
                </a:path>
              </a:pathLst>
            </a:custGeom>
            <a:gradFill flip="none" rotWithShape="1">
              <a:gsLst>
                <a:gs pos="0">
                  <a:schemeClr val="bg1">
                    <a:alpha val="0"/>
                  </a:schemeClr>
                </a:gs>
                <a:gs pos="50000">
                  <a:schemeClr val="bg1"/>
                </a:gs>
                <a:gs pos="100000">
                  <a:schemeClr val="bg1">
                    <a:alpha val="0"/>
                  </a:schemeClr>
                </a:gs>
              </a:gsLst>
              <a:lin ang="5400000" scaled="0"/>
              <a:tileRect/>
            </a:gradFill>
            <a:ln>
              <a:noFill/>
            </a:ln>
            <a:effectLst>
              <a:outerShdw blurRad="101600" dist="101600" sx="95000" sy="95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5" name="Rectangle 4">
              <a:extLst>
                <a:ext uri="{FF2B5EF4-FFF2-40B4-BE49-F238E27FC236}">
                  <a16:creationId xmlns:a16="http://schemas.microsoft.com/office/drawing/2014/main" id="{A6A63193-E45C-482F-A633-A01B6F854167}"/>
                </a:ext>
              </a:extLst>
            </p:cNvPr>
            <p:cNvSpPr/>
            <p:nvPr/>
          </p:nvSpPr>
          <p:spPr>
            <a:xfrm>
              <a:off x="1390652" y="2150666"/>
              <a:ext cx="269875" cy="17057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graphicFrame>
        <p:nvGraphicFramePr>
          <p:cNvPr id="17" name="Chart 16">
            <a:extLst>
              <a:ext uri="{FF2B5EF4-FFF2-40B4-BE49-F238E27FC236}">
                <a16:creationId xmlns:a16="http://schemas.microsoft.com/office/drawing/2014/main" id="{ED615754-7D00-462E-8112-F402089AA44F}"/>
              </a:ext>
            </a:extLst>
          </p:cNvPr>
          <p:cNvGraphicFramePr/>
          <p:nvPr>
            <p:extLst>
              <p:ext uri="{D42A27DB-BD31-4B8C-83A1-F6EECF244321}">
                <p14:modId xmlns:p14="http://schemas.microsoft.com/office/powerpoint/2010/main" val="4141412823"/>
              </p:ext>
            </p:extLst>
          </p:nvPr>
        </p:nvGraphicFramePr>
        <p:xfrm>
          <a:off x="1946275" y="1109299"/>
          <a:ext cx="8128000" cy="5418667"/>
        </p:xfrm>
        <a:graphic>
          <a:graphicData uri="http://schemas.openxmlformats.org/drawingml/2006/chart">
            <c:chart xmlns:c="http://schemas.openxmlformats.org/drawingml/2006/chart" xmlns:r="http://schemas.openxmlformats.org/officeDocument/2006/relationships" r:id="rId2"/>
          </a:graphicData>
        </a:graphic>
      </p:graphicFrame>
      <p:grpSp>
        <p:nvGrpSpPr>
          <p:cNvPr id="9" name="Shadow">
            <a:extLst>
              <a:ext uri="{FF2B5EF4-FFF2-40B4-BE49-F238E27FC236}">
                <a16:creationId xmlns:a16="http://schemas.microsoft.com/office/drawing/2014/main" id="{3949E596-B0AC-4E0E-9A6B-9383A2F53AD4}"/>
              </a:ext>
            </a:extLst>
          </p:cNvPr>
          <p:cNvGrpSpPr/>
          <p:nvPr/>
        </p:nvGrpSpPr>
        <p:grpSpPr>
          <a:xfrm rot="10800000">
            <a:off x="9944221" y="423660"/>
            <a:ext cx="453966" cy="6694689"/>
            <a:chOff x="1390652" y="2150666"/>
            <a:chExt cx="269875" cy="1705769"/>
          </a:xfrm>
        </p:grpSpPr>
        <p:sp>
          <p:nvSpPr>
            <p:cNvPr id="10" name="Freeform 14">
              <a:extLst>
                <a:ext uri="{FF2B5EF4-FFF2-40B4-BE49-F238E27FC236}">
                  <a16:creationId xmlns:a16="http://schemas.microsoft.com/office/drawing/2014/main" id="{51B47A01-27EF-42CB-B67E-484681F860A2}"/>
                </a:ext>
              </a:extLst>
            </p:cNvPr>
            <p:cNvSpPr>
              <a:spLocks/>
            </p:cNvSpPr>
            <p:nvPr/>
          </p:nvSpPr>
          <p:spPr bwMode="auto">
            <a:xfrm>
              <a:off x="1401763" y="2193132"/>
              <a:ext cx="242887" cy="1644650"/>
            </a:xfrm>
            <a:custGeom>
              <a:avLst/>
              <a:gdLst>
                <a:gd name="T0" fmla="*/ 153 w 153"/>
                <a:gd name="T1" fmla="*/ 0 h 1032"/>
                <a:gd name="T2" fmla="*/ 150 w 153"/>
                <a:gd name="T3" fmla="*/ 1032 h 1032"/>
                <a:gd name="T4" fmla="*/ 0 w 153"/>
                <a:gd name="T5" fmla="*/ 1032 h 1032"/>
                <a:gd name="T6" fmla="*/ 0 w 153"/>
                <a:gd name="T7" fmla="*/ 0 h 1032"/>
                <a:gd name="T8" fmla="*/ 153 w 153"/>
                <a:gd name="T9" fmla="*/ 0 h 1032"/>
              </a:gdLst>
              <a:ahLst/>
              <a:cxnLst>
                <a:cxn ang="0">
                  <a:pos x="T0" y="T1"/>
                </a:cxn>
                <a:cxn ang="0">
                  <a:pos x="T2" y="T3"/>
                </a:cxn>
                <a:cxn ang="0">
                  <a:pos x="T4" y="T5"/>
                </a:cxn>
                <a:cxn ang="0">
                  <a:pos x="T6" y="T7"/>
                </a:cxn>
                <a:cxn ang="0">
                  <a:pos x="T8" y="T9"/>
                </a:cxn>
              </a:cxnLst>
              <a:rect l="0" t="0" r="r" b="b"/>
              <a:pathLst>
                <a:path w="153" h="1032">
                  <a:moveTo>
                    <a:pt x="153" y="0"/>
                  </a:moveTo>
                  <a:lnTo>
                    <a:pt x="150" y="1032"/>
                  </a:lnTo>
                  <a:lnTo>
                    <a:pt x="0" y="1032"/>
                  </a:lnTo>
                  <a:lnTo>
                    <a:pt x="0" y="0"/>
                  </a:lnTo>
                  <a:lnTo>
                    <a:pt x="153" y="0"/>
                  </a:lnTo>
                  <a:close/>
                </a:path>
              </a:pathLst>
            </a:custGeom>
            <a:gradFill flip="none" rotWithShape="1">
              <a:gsLst>
                <a:gs pos="0">
                  <a:schemeClr val="bg1">
                    <a:alpha val="0"/>
                  </a:schemeClr>
                </a:gs>
                <a:gs pos="50000">
                  <a:schemeClr val="bg1"/>
                </a:gs>
                <a:gs pos="100000">
                  <a:schemeClr val="bg1">
                    <a:alpha val="0"/>
                  </a:schemeClr>
                </a:gs>
              </a:gsLst>
              <a:lin ang="5400000" scaled="0"/>
              <a:tileRect/>
            </a:gradFill>
            <a:ln>
              <a:noFill/>
            </a:ln>
            <a:effectLst>
              <a:outerShdw blurRad="152400" dist="101600" dir="12600000" sx="95000" sy="95000" algn="tl"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11" name="Rectangle 10">
              <a:extLst>
                <a:ext uri="{FF2B5EF4-FFF2-40B4-BE49-F238E27FC236}">
                  <a16:creationId xmlns:a16="http://schemas.microsoft.com/office/drawing/2014/main" id="{652A304C-CDB4-4D5C-B681-0B7F6ED4824B}"/>
                </a:ext>
              </a:extLst>
            </p:cNvPr>
            <p:cNvSpPr/>
            <p:nvPr/>
          </p:nvSpPr>
          <p:spPr>
            <a:xfrm>
              <a:off x="1390652" y="2150666"/>
              <a:ext cx="269875" cy="17057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sp>
        <p:nvSpPr>
          <p:cNvPr id="12" name="TextBox 11">
            <a:extLst>
              <a:ext uri="{FF2B5EF4-FFF2-40B4-BE49-F238E27FC236}">
                <a16:creationId xmlns:a16="http://schemas.microsoft.com/office/drawing/2014/main" id="{6DC6347C-4228-4196-8783-C35B44183E6C}"/>
              </a:ext>
            </a:extLst>
          </p:cNvPr>
          <p:cNvSpPr txBox="1"/>
          <p:nvPr/>
        </p:nvSpPr>
        <p:spPr>
          <a:xfrm>
            <a:off x="3526226" y="333188"/>
            <a:ext cx="5139548" cy="461665"/>
          </a:xfrm>
          <a:prstGeom prst="rect">
            <a:avLst/>
          </a:prstGeom>
          <a:noFill/>
        </p:spPr>
        <p:txBody>
          <a:bodyPr wrap="none" rtlCol="0">
            <a:spAutoFit/>
          </a:bodyPr>
          <a:lstStyle/>
          <a:p>
            <a:pPr algn="ctr"/>
            <a:r>
              <a:rPr lang="en-US" sz="2400">
                <a:latin typeface="Montserrat SemiBold" panose="00000700000000000000" pitchFamily="50" charset="-52"/>
              </a:rPr>
              <a:t>EDITABLE AREA INFOGRAPHIC</a:t>
            </a:r>
            <a:endParaRPr lang="ru-UA" sz="2400">
              <a:latin typeface="Montserrat SemiBold" panose="00000700000000000000" pitchFamily="50" charset="-52"/>
            </a:endParaRPr>
          </a:p>
        </p:txBody>
      </p:sp>
      <p:sp>
        <p:nvSpPr>
          <p:cNvPr id="18" name="TextBox 17">
            <a:extLst>
              <a:ext uri="{FF2B5EF4-FFF2-40B4-BE49-F238E27FC236}">
                <a16:creationId xmlns:a16="http://schemas.microsoft.com/office/drawing/2014/main" id="{FE0C55E0-17A0-49F1-8229-B4B729CC6BDA}"/>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956010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7">
                                            <p:graphicEl>
                                              <a:chart seriesIdx="-3" categoryIdx="-3" bldStep="gridLegend"/>
                                            </p:graphicEl>
                                          </p:spTgt>
                                        </p:tgtEl>
                                        <p:attrNameLst>
                                          <p:attrName>style.visibility</p:attrName>
                                        </p:attrNameLst>
                                      </p:cBhvr>
                                      <p:to>
                                        <p:strVal val="visible"/>
                                      </p:to>
                                    </p:set>
                                    <p:animEffect transition="in" filter="fade">
                                      <p:cBhvr>
                                        <p:cTn id="7" dur="500"/>
                                        <p:tgtEl>
                                          <p:spTgt spid="17">
                                            <p:graphicEl>
                                              <a:chart seriesIdx="-3" categoryIdx="-3" bldStep="gridLegend"/>
                                            </p:graphicEl>
                                          </p:spTgt>
                                        </p:tgtEl>
                                      </p:cBhvr>
                                    </p:animEffect>
                                    <p:anim calcmode="lin" valueType="num">
                                      <p:cBhvr>
                                        <p:cTn id="8" dur="500" fill="hold"/>
                                        <p:tgtEl>
                                          <p:spTgt spid="17">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cBhvr>
                                        <p:cTn id="9" dur="500" fill="hold"/>
                                        <p:tgtEl>
                                          <p:spTgt spid="17">
                                            <p:graphicEl>
                                              <a:chart seriesIdx="-3" categoryIdx="-3" bldStep="gridLegend"/>
                                            </p:graphic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17">
                                            <p:graphicEl>
                                              <a:chart seriesIdx="0" categoryIdx="-4" bldStep="series"/>
                                            </p:graphicEl>
                                          </p:spTgt>
                                        </p:tgtEl>
                                        <p:attrNameLst>
                                          <p:attrName>style.visibility</p:attrName>
                                        </p:attrNameLst>
                                      </p:cBhvr>
                                      <p:to>
                                        <p:strVal val="visible"/>
                                      </p:to>
                                    </p:set>
                                    <p:animEffect transition="in" filter="fade">
                                      <p:cBhvr>
                                        <p:cTn id="12" dur="500"/>
                                        <p:tgtEl>
                                          <p:spTgt spid="17">
                                            <p:graphicEl>
                                              <a:chart seriesIdx="0" categoryIdx="-4" bldStep="series"/>
                                            </p:graphicEl>
                                          </p:spTgt>
                                        </p:tgtEl>
                                      </p:cBhvr>
                                    </p:animEffect>
                                    <p:anim calcmode="lin" valueType="num">
                                      <p:cBhvr>
                                        <p:cTn id="13" dur="500" fill="hold"/>
                                        <p:tgtEl>
                                          <p:spTgt spid="17">
                                            <p:graphicEl>
                                              <a:chart seriesIdx="0" categoryIdx="-4" bldStep="series"/>
                                            </p:graphicEl>
                                          </p:spTgt>
                                        </p:tgtEl>
                                        <p:attrNameLst>
                                          <p:attrName>ppt_x</p:attrName>
                                        </p:attrNameLst>
                                      </p:cBhvr>
                                      <p:tavLst>
                                        <p:tav tm="0">
                                          <p:val>
                                            <p:strVal val="#ppt_x"/>
                                          </p:val>
                                        </p:tav>
                                        <p:tav tm="100000">
                                          <p:val>
                                            <p:strVal val="#ppt_x"/>
                                          </p:val>
                                        </p:tav>
                                      </p:tavLst>
                                    </p:anim>
                                    <p:anim calcmode="lin" valueType="num">
                                      <p:cBhvr>
                                        <p:cTn id="14" dur="500" fill="hold"/>
                                        <p:tgtEl>
                                          <p:spTgt spid="17">
                                            <p:graphicEl>
                                              <a:chart seriesIdx="0" categoryIdx="-4" bldStep="series"/>
                                            </p:graphic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500"/>
                                  </p:stCondLst>
                                  <p:childTnLst>
                                    <p:set>
                                      <p:cBhvr>
                                        <p:cTn id="16" dur="1" fill="hold">
                                          <p:stCondLst>
                                            <p:cond delay="0"/>
                                          </p:stCondLst>
                                        </p:cTn>
                                        <p:tgtEl>
                                          <p:spTgt spid="17">
                                            <p:graphicEl>
                                              <a:chart seriesIdx="1" categoryIdx="-4" bldStep="series"/>
                                            </p:graphicEl>
                                          </p:spTgt>
                                        </p:tgtEl>
                                        <p:attrNameLst>
                                          <p:attrName>style.visibility</p:attrName>
                                        </p:attrNameLst>
                                      </p:cBhvr>
                                      <p:to>
                                        <p:strVal val="visible"/>
                                      </p:to>
                                    </p:set>
                                    <p:animEffect transition="in" filter="fade">
                                      <p:cBhvr>
                                        <p:cTn id="17" dur="500"/>
                                        <p:tgtEl>
                                          <p:spTgt spid="17">
                                            <p:graphicEl>
                                              <a:chart seriesIdx="1" categoryIdx="-4" bldStep="series"/>
                                            </p:graphicEl>
                                          </p:spTgt>
                                        </p:tgtEl>
                                      </p:cBhvr>
                                    </p:animEffect>
                                    <p:anim calcmode="lin" valueType="num">
                                      <p:cBhvr>
                                        <p:cTn id="18" dur="500" fill="hold"/>
                                        <p:tgtEl>
                                          <p:spTgt spid="17">
                                            <p:graphicEl>
                                              <a:chart seriesIdx="1" categoryIdx="-4" bldStep="series"/>
                                            </p:graphicEl>
                                          </p:spTgt>
                                        </p:tgtEl>
                                        <p:attrNameLst>
                                          <p:attrName>ppt_x</p:attrName>
                                        </p:attrNameLst>
                                      </p:cBhvr>
                                      <p:tavLst>
                                        <p:tav tm="0">
                                          <p:val>
                                            <p:strVal val="#ppt_x"/>
                                          </p:val>
                                        </p:tav>
                                        <p:tav tm="100000">
                                          <p:val>
                                            <p:strVal val="#ppt_x"/>
                                          </p:val>
                                        </p:tav>
                                      </p:tavLst>
                                    </p:anim>
                                    <p:anim calcmode="lin" valueType="num">
                                      <p:cBhvr>
                                        <p:cTn id="19" dur="500" fill="hold"/>
                                        <p:tgtEl>
                                          <p:spTgt spid="17">
                                            <p:graphicEl>
                                              <a:chart seriesIdx="1" categoryIdx="-4" bldStep="series"/>
                                            </p:graphic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750"/>
                                  </p:stCondLst>
                                  <p:childTnLst>
                                    <p:set>
                                      <p:cBhvr>
                                        <p:cTn id="21" dur="1" fill="hold">
                                          <p:stCondLst>
                                            <p:cond delay="0"/>
                                          </p:stCondLst>
                                        </p:cTn>
                                        <p:tgtEl>
                                          <p:spTgt spid="17">
                                            <p:graphicEl>
                                              <a:chart seriesIdx="2" categoryIdx="-4" bldStep="series"/>
                                            </p:graphicEl>
                                          </p:spTgt>
                                        </p:tgtEl>
                                        <p:attrNameLst>
                                          <p:attrName>style.visibility</p:attrName>
                                        </p:attrNameLst>
                                      </p:cBhvr>
                                      <p:to>
                                        <p:strVal val="visible"/>
                                      </p:to>
                                    </p:set>
                                    <p:animEffect transition="in" filter="fade">
                                      <p:cBhvr>
                                        <p:cTn id="22" dur="500"/>
                                        <p:tgtEl>
                                          <p:spTgt spid="17">
                                            <p:graphicEl>
                                              <a:chart seriesIdx="2" categoryIdx="-4" bldStep="series"/>
                                            </p:graphicEl>
                                          </p:spTgt>
                                        </p:tgtEl>
                                      </p:cBhvr>
                                    </p:animEffect>
                                    <p:anim calcmode="lin" valueType="num">
                                      <p:cBhvr>
                                        <p:cTn id="23" dur="500" fill="hold"/>
                                        <p:tgtEl>
                                          <p:spTgt spid="17">
                                            <p:graphicEl>
                                              <a:chart seriesIdx="2" categoryIdx="-4" bldStep="series"/>
                                            </p:graphicEl>
                                          </p:spTgt>
                                        </p:tgtEl>
                                        <p:attrNameLst>
                                          <p:attrName>ppt_x</p:attrName>
                                        </p:attrNameLst>
                                      </p:cBhvr>
                                      <p:tavLst>
                                        <p:tav tm="0">
                                          <p:val>
                                            <p:strVal val="#ppt_x"/>
                                          </p:val>
                                        </p:tav>
                                        <p:tav tm="100000">
                                          <p:val>
                                            <p:strVal val="#ppt_x"/>
                                          </p:val>
                                        </p:tav>
                                      </p:tavLst>
                                    </p:anim>
                                    <p:anim calcmode="lin" valueType="num">
                                      <p:cBhvr>
                                        <p:cTn id="24" dur="500" fill="hold"/>
                                        <p:tgtEl>
                                          <p:spTgt spid="17">
                                            <p:graphicEl>
                                              <a:chart seriesIdx="2" categoryIdx="-4" bldStep="series"/>
                                            </p:graphicEl>
                                          </p:spTgt>
                                        </p:tgtEl>
                                        <p:attrNameLst>
                                          <p:attrName>ppt_y</p:attrName>
                                        </p:attrNameLst>
                                      </p:cBhvr>
                                      <p:tavLst>
                                        <p:tav tm="0">
                                          <p:val>
                                            <p:strVal val="#ppt_y+.1"/>
                                          </p:val>
                                        </p:tav>
                                        <p:tav tm="100000">
                                          <p:val>
                                            <p:strVal val="#ppt_y"/>
                                          </p:val>
                                        </p:tav>
                                      </p:tavLst>
                                    </p:anim>
                                  </p:childTnLst>
                                </p:cTn>
                              </p:par>
                              <p:par>
                                <p:cTn id="25" presetID="10" presetClass="entr" presetSubtype="0" fill="hold" nodeType="withEffect">
                                  <p:stCondLst>
                                    <p:cond delay="50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750"/>
                                        <p:tgtEl>
                                          <p:spTgt spid="3"/>
                                        </p:tgtEl>
                                      </p:cBhvr>
                                    </p:animEffect>
                                  </p:childTnLst>
                                </p:cTn>
                              </p:par>
                              <p:par>
                                <p:cTn id="28" presetID="10" presetClass="entr" presetSubtype="0" fill="hold" nodeType="withEffect">
                                  <p:stCondLst>
                                    <p:cond delay="5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7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7" grpId="0" uiExpand="1">
        <p:bldSub>
          <a:bldChart bld="series"/>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CAF6018A-BD28-4DC6-981A-D16416099E84}"/>
              </a:ext>
            </a:extLst>
          </p:cNvPr>
          <p:cNvGraphicFramePr/>
          <p:nvPr>
            <p:extLst>
              <p:ext uri="{D42A27DB-BD31-4B8C-83A1-F6EECF244321}">
                <p14:modId xmlns:p14="http://schemas.microsoft.com/office/powerpoint/2010/main" val="3584361493"/>
              </p:ext>
            </p:extLst>
          </p:nvPr>
        </p:nvGraphicFramePr>
        <p:xfrm>
          <a:off x="2032000" y="1641075"/>
          <a:ext cx="8128000" cy="4497258"/>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1EAE08D8-1C90-4FE0-B0C6-447BCFE91638}"/>
              </a:ext>
            </a:extLst>
          </p:cNvPr>
          <p:cNvSpPr txBox="1"/>
          <p:nvPr/>
        </p:nvSpPr>
        <p:spPr>
          <a:xfrm>
            <a:off x="3305025" y="362797"/>
            <a:ext cx="5581977" cy="461665"/>
          </a:xfrm>
          <a:prstGeom prst="rect">
            <a:avLst/>
          </a:prstGeom>
          <a:noFill/>
        </p:spPr>
        <p:txBody>
          <a:bodyPr wrap="none" rtlCol="0">
            <a:spAutoFit/>
          </a:bodyPr>
          <a:lstStyle/>
          <a:p>
            <a:pPr algn="ctr"/>
            <a:r>
              <a:rPr lang="en-US" sz="2400">
                <a:latin typeface="Montserrat SemiBold" panose="00000700000000000000" pitchFamily="50" charset="-52"/>
              </a:rPr>
              <a:t>EDITABLE BUBBLE INFOGRAPHIC</a:t>
            </a:r>
            <a:endParaRPr lang="ru-UA" sz="2400">
              <a:latin typeface="Montserrat SemiBold" panose="00000700000000000000" pitchFamily="50" charset="-52"/>
            </a:endParaRPr>
          </a:p>
        </p:txBody>
      </p:sp>
      <p:sp>
        <p:nvSpPr>
          <p:cNvPr id="8" name="TextBox 7">
            <a:extLst>
              <a:ext uri="{FF2B5EF4-FFF2-40B4-BE49-F238E27FC236}">
                <a16:creationId xmlns:a16="http://schemas.microsoft.com/office/drawing/2014/main" id="{11E78CA1-76CB-4018-BBFF-194EA128509E}"/>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3380169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graphicEl>
                                              <a:chart seriesIdx="-3" categoryIdx="-3" bldStep="gridLegend"/>
                                            </p:graphicEl>
                                          </p:spTgt>
                                        </p:tgtEl>
                                        <p:attrNameLst>
                                          <p:attrName>style.visibility</p:attrName>
                                        </p:attrNameLst>
                                      </p:cBhvr>
                                      <p:to>
                                        <p:strVal val="visible"/>
                                      </p:to>
                                    </p:set>
                                    <p:anim calcmode="lin" valueType="num">
                                      <p:cBhvr>
                                        <p:cTn id="7" dur="500" fill="hold"/>
                                        <p:tgtEl>
                                          <p:spTgt spid="6">
                                            <p:graphicEl>
                                              <a:chart seriesIdx="-3" categoryIdx="-3" bldStep="gridLegend"/>
                                            </p:graphicEl>
                                          </p:spTgt>
                                        </p:tgtEl>
                                        <p:attrNameLst>
                                          <p:attrName>ppt_w</p:attrName>
                                        </p:attrNameLst>
                                      </p:cBhvr>
                                      <p:tavLst>
                                        <p:tav tm="0">
                                          <p:val>
                                            <p:fltVal val="0"/>
                                          </p:val>
                                        </p:tav>
                                        <p:tav tm="100000">
                                          <p:val>
                                            <p:strVal val="#ppt_w"/>
                                          </p:val>
                                        </p:tav>
                                      </p:tavLst>
                                    </p:anim>
                                    <p:anim calcmode="lin" valueType="num">
                                      <p:cBhvr>
                                        <p:cTn id="8" dur="500" fill="hold"/>
                                        <p:tgtEl>
                                          <p:spTgt spid="6">
                                            <p:graphicEl>
                                              <a:chart seriesIdx="-3" categoryIdx="-3" bldStep="gridLegend"/>
                                            </p:graphicEl>
                                          </p:spTgt>
                                        </p:tgtEl>
                                        <p:attrNameLst>
                                          <p:attrName>ppt_h</p:attrName>
                                        </p:attrNameLst>
                                      </p:cBhvr>
                                      <p:tavLst>
                                        <p:tav tm="0">
                                          <p:val>
                                            <p:fltVal val="0"/>
                                          </p:val>
                                        </p:tav>
                                        <p:tav tm="100000">
                                          <p:val>
                                            <p:strVal val="#ppt_h"/>
                                          </p:val>
                                        </p:tav>
                                      </p:tavLst>
                                    </p:anim>
                                    <p:animEffect transition="in" filter="fade">
                                      <p:cBhvr>
                                        <p:cTn id="9" dur="500"/>
                                        <p:tgtEl>
                                          <p:spTgt spid="6">
                                            <p:graphicEl>
                                              <a:chart seriesIdx="-3" categoryIdx="-3" bldStep="gridLegend"/>
                                            </p:graphicEl>
                                          </p:spTgt>
                                        </p:tgtEl>
                                      </p:cBhvr>
                                    </p:animEffect>
                                  </p:childTnLst>
                                </p:cTn>
                              </p:par>
                              <p:par>
                                <p:cTn id="10" presetID="53" presetClass="entr" presetSubtype="16" fill="hold" grpId="0" nodeType="withEffect">
                                  <p:stCondLst>
                                    <p:cond delay="250"/>
                                  </p:stCondLst>
                                  <p:childTnLst>
                                    <p:set>
                                      <p:cBhvr>
                                        <p:cTn id="11" dur="1" fill="hold">
                                          <p:stCondLst>
                                            <p:cond delay="0"/>
                                          </p:stCondLst>
                                        </p:cTn>
                                        <p:tgtEl>
                                          <p:spTgt spid="6">
                                            <p:graphicEl>
                                              <a:chart seriesIdx="-4" categoryIdx="0" bldStep="category"/>
                                            </p:graphicEl>
                                          </p:spTgt>
                                        </p:tgtEl>
                                        <p:attrNameLst>
                                          <p:attrName>style.visibility</p:attrName>
                                        </p:attrNameLst>
                                      </p:cBhvr>
                                      <p:to>
                                        <p:strVal val="visible"/>
                                      </p:to>
                                    </p:set>
                                    <p:anim calcmode="lin" valueType="num">
                                      <p:cBhvr>
                                        <p:cTn id="12" dur="500" fill="hold"/>
                                        <p:tgtEl>
                                          <p:spTgt spid="6">
                                            <p:graphicEl>
                                              <a:chart seriesIdx="-4" categoryIdx="0" bldStep="category"/>
                                            </p:graphicEl>
                                          </p:spTgt>
                                        </p:tgtEl>
                                        <p:attrNameLst>
                                          <p:attrName>ppt_w</p:attrName>
                                        </p:attrNameLst>
                                      </p:cBhvr>
                                      <p:tavLst>
                                        <p:tav tm="0">
                                          <p:val>
                                            <p:fltVal val="0"/>
                                          </p:val>
                                        </p:tav>
                                        <p:tav tm="100000">
                                          <p:val>
                                            <p:strVal val="#ppt_w"/>
                                          </p:val>
                                        </p:tav>
                                      </p:tavLst>
                                    </p:anim>
                                    <p:anim calcmode="lin" valueType="num">
                                      <p:cBhvr>
                                        <p:cTn id="13" dur="500" fill="hold"/>
                                        <p:tgtEl>
                                          <p:spTgt spid="6">
                                            <p:graphicEl>
                                              <a:chart seriesIdx="-4" categoryIdx="0" bldStep="category"/>
                                            </p:graphicEl>
                                          </p:spTgt>
                                        </p:tgtEl>
                                        <p:attrNameLst>
                                          <p:attrName>ppt_h</p:attrName>
                                        </p:attrNameLst>
                                      </p:cBhvr>
                                      <p:tavLst>
                                        <p:tav tm="0">
                                          <p:val>
                                            <p:fltVal val="0"/>
                                          </p:val>
                                        </p:tav>
                                        <p:tav tm="100000">
                                          <p:val>
                                            <p:strVal val="#ppt_h"/>
                                          </p:val>
                                        </p:tav>
                                      </p:tavLst>
                                    </p:anim>
                                    <p:animEffect transition="in" filter="fade">
                                      <p:cBhvr>
                                        <p:cTn id="14" dur="500"/>
                                        <p:tgtEl>
                                          <p:spTgt spid="6">
                                            <p:graphicEl>
                                              <a:chart seriesIdx="-4" categoryIdx="0" bldStep="category"/>
                                            </p:graphicEl>
                                          </p:spTgt>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6">
                                            <p:graphicEl>
                                              <a:chart seriesIdx="-4" categoryIdx="1" bldStep="category"/>
                                            </p:graphicEl>
                                          </p:spTgt>
                                        </p:tgtEl>
                                        <p:attrNameLst>
                                          <p:attrName>style.visibility</p:attrName>
                                        </p:attrNameLst>
                                      </p:cBhvr>
                                      <p:to>
                                        <p:strVal val="visible"/>
                                      </p:to>
                                    </p:set>
                                    <p:anim calcmode="lin" valueType="num">
                                      <p:cBhvr>
                                        <p:cTn id="17" dur="500" fill="hold"/>
                                        <p:tgtEl>
                                          <p:spTgt spid="6">
                                            <p:graphicEl>
                                              <a:chart seriesIdx="-4" categoryIdx="1" bldStep="category"/>
                                            </p:graphicEl>
                                          </p:spTgt>
                                        </p:tgtEl>
                                        <p:attrNameLst>
                                          <p:attrName>ppt_w</p:attrName>
                                        </p:attrNameLst>
                                      </p:cBhvr>
                                      <p:tavLst>
                                        <p:tav tm="0">
                                          <p:val>
                                            <p:fltVal val="0"/>
                                          </p:val>
                                        </p:tav>
                                        <p:tav tm="100000">
                                          <p:val>
                                            <p:strVal val="#ppt_w"/>
                                          </p:val>
                                        </p:tav>
                                      </p:tavLst>
                                    </p:anim>
                                    <p:anim calcmode="lin" valueType="num">
                                      <p:cBhvr>
                                        <p:cTn id="18" dur="500" fill="hold"/>
                                        <p:tgtEl>
                                          <p:spTgt spid="6">
                                            <p:graphicEl>
                                              <a:chart seriesIdx="-4" categoryIdx="1" bldStep="category"/>
                                            </p:graphicEl>
                                          </p:spTgt>
                                        </p:tgtEl>
                                        <p:attrNameLst>
                                          <p:attrName>ppt_h</p:attrName>
                                        </p:attrNameLst>
                                      </p:cBhvr>
                                      <p:tavLst>
                                        <p:tav tm="0">
                                          <p:val>
                                            <p:fltVal val="0"/>
                                          </p:val>
                                        </p:tav>
                                        <p:tav tm="100000">
                                          <p:val>
                                            <p:strVal val="#ppt_h"/>
                                          </p:val>
                                        </p:tav>
                                      </p:tavLst>
                                    </p:anim>
                                    <p:animEffect transition="in" filter="fade">
                                      <p:cBhvr>
                                        <p:cTn id="19" dur="500"/>
                                        <p:tgtEl>
                                          <p:spTgt spid="6">
                                            <p:graphicEl>
                                              <a:chart seriesIdx="-4" categoryIdx="1" bldStep="category"/>
                                            </p:graphicEl>
                                          </p:spTgt>
                                        </p:tgtEl>
                                      </p:cBhvr>
                                    </p:animEffect>
                                  </p:childTnLst>
                                </p:cTn>
                              </p:par>
                              <p:par>
                                <p:cTn id="20" presetID="53" presetClass="entr" presetSubtype="16" fill="hold" grpId="0" nodeType="withEffect">
                                  <p:stCondLst>
                                    <p:cond delay="750"/>
                                  </p:stCondLst>
                                  <p:childTnLst>
                                    <p:set>
                                      <p:cBhvr>
                                        <p:cTn id="21" dur="1" fill="hold">
                                          <p:stCondLst>
                                            <p:cond delay="0"/>
                                          </p:stCondLst>
                                        </p:cTn>
                                        <p:tgtEl>
                                          <p:spTgt spid="6">
                                            <p:graphicEl>
                                              <a:chart seriesIdx="-4" categoryIdx="2" bldStep="category"/>
                                            </p:graphicEl>
                                          </p:spTgt>
                                        </p:tgtEl>
                                        <p:attrNameLst>
                                          <p:attrName>style.visibility</p:attrName>
                                        </p:attrNameLst>
                                      </p:cBhvr>
                                      <p:to>
                                        <p:strVal val="visible"/>
                                      </p:to>
                                    </p:set>
                                    <p:anim calcmode="lin" valueType="num">
                                      <p:cBhvr>
                                        <p:cTn id="22" dur="500" fill="hold"/>
                                        <p:tgtEl>
                                          <p:spTgt spid="6">
                                            <p:graphicEl>
                                              <a:chart seriesIdx="-4" categoryIdx="2" bldStep="category"/>
                                            </p:graphicEl>
                                          </p:spTgt>
                                        </p:tgtEl>
                                        <p:attrNameLst>
                                          <p:attrName>ppt_w</p:attrName>
                                        </p:attrNameLst>
                                      </p:cBhvr>
                                      <p:tavLst>
                                        <p:tav tm="0">
                                          <p:val>
                                            <p:fltVal val="0"/>
                                          </p:val>
                                        </p:tav>
                                        <p:tav tm="100000">
                                          <p:val>
                                            <p:strVal val="#ppt_w"/>
                                          </p:val>
                                        </p:tav>
                                      </p:tavLst>
                                    </p:anim>
                                    <p:anim calcmode="lin" valueType="num">
                                      <p:cBhvr>
                                        <p:cTn id="23" dur="500" fill="hold"/>
                                        <p:tgtEl>
                                          <p:spTgt spid="6">
                                            <p:graphicEl>
                                              <a:chart seriesIdx="-4" categoryIdx="2" bldStep="category"/>
                                            </p:graphicEl>
                                          </p:spTgt>
                                        </p:tgtEl>
                                        <p:attrNameLst>
                                          <p:attrName>ppt_h</p:attrName>
                                        </p:attrNameLst>
                                      </p:cBhvr>
                                      <p:tavLst>
                                        <p:tav tm="0">
                                          <p:val>
                                            <p:fltVal val="0"/>
                                          </p:val>
                                        </p:tav>
                                        <p:tav tm="100000">
                                          <p:val>
                                            <p:strVal val="#ppt_h"/>
                                          </p:val>
                                        </p:tav>
                                      </p:tavLst>
                                    </p:anim>
                                    <p:animEffect transition="in" filter="fade">
                                      <p:cBhvr>
                                        <p:cTn id="24" dur="500"/>
                                        <p:tgtEl>
                                          <p:spTgt spid="6">
                                            <p:graphicEl>
                                              <a:chart seriesIdx="-4" categoryIdx="2" bldStep="category"/>
                                            </p:graphicEl>
                                          </p:spTgt>
                                        </p:tgtEl>
                                      </p:cBhvr>
                                    </p:animEffect>
                                  </p:childTnLst>
                                </p:cTn>
                              </p:par>
                              <p:par>
                                <p:cTn id="25" presetID="53" presetClass="entr" presetSubtype="16" fill="hold" grpId="0" nodeType="withEffect">
                                  <p:stCondLst>
                                    <p:cond delay="1000"/>
                                  </p:stCondLst>
                                  <p:childTnLst>
                                    <p:set>
                                      <p:cBhvr>
                                        <p:cTn id="26" dur="1" fill="hold">
                                          <p:stCondLst>
                                            <p:cond delay="0"/>
                                          </p:stCondLst>
                                        </p:cTn>
                                        <p:tgtEl>
                                          <p:spTgt spid="6">
                                            <p:graphicEl>
                                              <a:chart seriesIdx="-4" categoryIdx="3" bldStep="category"/>
                                            </p:graphicEl>
                                          </p:spTgt>
                                        </p:tgtEl>
                                        <p:attrNameLst>
                                          <p:attrName>style.visibility</p:attrName>
                                        </p:attrNameLst>
                                      </p:cBhvr>
                                      <p:to>
                                        <p:strVal val="visible"/>
                                      </p:to>
                                    </p:set>
                                    <p:anim calcmode="lin" valueType="num">
                                      <p:cBhvr>
                                        <p:cTn id="27" dur="500" fill="hold"/>
                                        <p:tgtEl>
                                          <p:spTgt spid="6">
                                            <p:graphicEl>
                                              <a:chart seriesIdx="-4" categoryIdx="3" bldStep="category"/>
                                            </p:graphicEl>
                                          </p:spTgt>
                                        </p:tgtEl>
                                        <p:attrNameLst>
                                          <p:attrName>ppt_w</p:attrName>
                                        </p:attrNameLst>
                                      </p:cBhvr>
                                      <p:tavLst>
                                        <p:tav tm="0">
                                          <p:val>
                                            <p:fltVal val="0"/>
                                          </p:val>
                                        </p:tav>
                                        <p:tav tm="100000">
                                          <p:val>
                                            <p:strVal val="#ppt_w"/>
                                          </p:val>
                                        </p:tav>
                                      </p:tavLst>
                                    </p:anim>
                                    <p:anim calcmode="lin" valueType="num">
                                      <p:cBhvr>
                                        <p:cTn id="28" dur="500" fill="hold"/>
                                        <p:tgtEl>
                                          <p:spTgt spid="6">
                                            <p:graphicEl>
                                              <a:chart seriesIdx="-4" categoryIdx="3" bldStep="category"/>
                                            </p:graphicEl>
                                          </p:spTgt>
                                        </p:tgtEl>
                                        <p:attrNameLst>
                                          <p:attrName>ppt_h</p:attrName>
                                        </p:attrNameLst>
                                      </p:cBhvr>
                                      <p:tavLst>
                                        <p:tav tm="0">
                                          <p:val>
                                            <p:fltVal val="0"/>
                                          </p:val>
                                        </p:tav>
                                        <p:tav tm="100000">
                                          <p:val>
                                            <p:strVal val="#ppt_h"/>
                                          </p:val>
                                        </p:tav>
                                      </p:tavLst>
                                    </p:anim>
                                    <p:animEffect transition="in" filter="fade">
                                      <p:cBhvr>
                                        <p:cTn id="29" dur="500"/>
                                        <p:tgtEl>
                                          <p:spTgt spid="6">
                                            <p:graphicEl>
                                              <a:chart seriesIdx="-4" categoryIdx="3" bldStep="category"/>
                                            </p:graphicEl>
                                          </p:spTgt>
                                        </p:tgtEl>
                                      </p:cBhvr>
                                    </p:animEffect>
                                  </p:childTnLst>
                                </p:cTn>
                              </p:par>
                              <p:par>
                                <p:cTn id="30" presetID="53" presetClass="entr" presetSubtype="16" fill="hold" grpId="0" nodeType="withEffect">
                                  <p:stCondLst>
                                    <p:cond delay="1250"/>
                                  </p:stCondLst>
                                  <p:childTnLst>
                                    <p:set>
                                      <p:cBhvr>
                                        <p:cTn id="31" dur="1" fill="hold">
                                          <p:stCondLst>
                                            <p:cond delay="0"/>
                                          </p:stCondLst>
                                        </p:cTn>
                                        <p:tgtEl>
                                          <p:spTgt spid="6">
                                            <p:graphicEl>
                                              <a:chart seriesIdx="-4" categoryIdx="4" bldStep="category"/>
                                            </p:graphicEl>
                                          </p:spTgt>
                                        </p:tgtEl>
                                        <p:attrNameLst>
                                          <p:attrName>style.visibility</p:attrName>
                                        </p:attrNameLst>
                                      </p:cBhvr>
                                      <p:to>
                                        <p:strVal val="visible"/>
                                      </p:to>
                                    </p:set>
                                    <p:anim calcmode="lin" valueType="num">
                                      <p:cBhvr>
                                        <p:cTn id="32" dur="500" fill="hold"/>
                                        <p:tgtEl>
                                          <p:spTgt spid="6">
                                            <p:graphicEl>
                                              <a:chart seriesIdx="-4" categoryIdx="4" bldStep="category"/>
                                            </p:graphicEl>
                                          </p:spTgt>
                                        </p:tgtEl>
                                        <p:attrNameLst>
                                          <p:attrName>ppt_w</p:attrName>
                                        </p:attrNameLst>
                                      </p:cBhvr>
                                      <p:tavLst>
                                        <p:tav tm="0">
                                          <p:val>
                                            <p:fltVal val="0"/>
                                          </p:val>
                                        </p:tav>
                                        <p:tav tm="100000">
                                          <p:val>
                                            <p:strVal val="#ppt_w"/>
                                          </p:val>
                                        </p:tav>
                                      </p:tavLst>
                                    </p:anim>
                                    <p:anim calcmode="lin" valueType="num">
                                      <p:cBhvr>
                                        <p:cTn id="33" dur="500" fill="hold"/>
                                        <p:tgtEl>
                                          <p:spTgt spid="6">
                                            <p:graphicEl>
                                              <a:chart seriesIdx="-4" categoryIdx="4" bldStep="category"/>
                                            </p:graphicEl>
                                          </p:spTgt>
                                        </p:tgtEl>
                                        <p:attrNameLst>
                                          <p:attrName>ppt_h</p:attrName>
                                        </p:attrNameLst>
                                      </p:cBhvr>
                                      <p:tavLst>
                                        <p:tav tm="0">
                                          <p:val>
                                            <p:fltVal val="0"/>
                                          </p:val>
                                        </p:tav>
                                        <p:tav tm="100000">
                                          <p:val>
                                            <p:strVal val="#ppt_h"/>
                                          </p:val>
                                        </p:tav>
                                      </p:tavLst>
                                    </p:anim>
                                    <p:animEffect transition="in" filter="fade">
                                      <p:cBhvr>
                                        <p:cTn id="34" dur="500"/>
                                        <p:tgtEl>
                                          <p:spTgt spid="6">
                                            <p:graphicEl>
                                              <a:chart seriesIdx="-4" categoryIdx="4" bldStep="category"/>
                                            </p:graphicEl>
                                          </p:spTgt>
                                        </p:tgtEl>
                                      </p:cBhvr>
                                    </p:animEffect>
                                  </p:childTnLst>
                                </p:cTn>
                              </p:par>
                              <p:par>
                                <p:cTn id="35" presetID="53" presetClass="entr" presetSubtype="16" fill="hold" grpId="0" nodeType="withEffect">
                                  <p:stCondLst>
                                    <p:cond delay="1500"/>
                                  </p:stCondLst>
                                  <p:childTnLst>
                                    <p:set>
                                      <p:cBhvr>
                                        <p:cTn id="36" dur="1" fill="hold">
                                          <p:stCondLst>
                                            <p:cond delay="0"/>
                                          </p:stCondLst>
                                        </p:cTn>
                                        <p:tgtEl>
                                          <p:spTgt spid="6">
                                            <p:graphicEl>
                                              <a:chart seriesIdx="-4" categoryIdx="5" bldStep="category"/>
                                            </p:graphicEl>
                                          </p:spTgt>
                                        </p:tgtEl>
                                        <p:attrNameLst>
                                          <p:attrName>style.visibility</p:attrName>
                                        </p:attrNameLst>
                                      </p:cBhvr>
                                      <p:to>
                                        <p:strVal val="visible"/>
                                      </p:to>
                                    </p:set>
                                    <p:anim calcmode="lin" valueType="num">
                                      <p:cBhvr>
                                        <p:cTn id="37" dur="500" fill="hold"/>
                                        <p:tgtEl>
                                          <p:spTgt spid="6">
                                            <p:graphicEl>
                                              <a:chart seriesIdx="-4" categoryIdx="5" bldStep="category"/>
                                            </p:graphicEl>
                                          </p:spTgt>
                                        </p:tgtEl>
                                        <p:attrNameLst>
                                          <p:attrName>ppt_w</p:attrName>
                                        </p:attrNameLst>
                                      </p:cBhvr>
                                      <p:tavLst>
                                        <p:tav tm="0">
                                          <p:val>
                                            <p:fltVal val="0"/>
                                          </p:val>
                                        </p:tav>
                                        <p:tav tm="100000">
                                          <p:val>
                                            <p:strVal val="#ppt_w"/>
                                          </p:val>
                                        </p:tav>
                                      </p:tavLst>
                                    </p:anim>
                                    <p:anim calcmode="lin" valueType="num">
                                      <p:cBhvr>
                                        <p:cTn id="38" dur="500" fill="hold"/>
                                        <p:tgtEl>
                                          <p:spTgt spid="6">
                                            <p:graphicEl>
                                              <a:chart seriesIdx="-4" categoryIdx="5" bldStep="category"/>
                                            </p:graphicEl>
                                          </p:spTgt>
                                        </p:tgtEl>
                                        <p:attrNameLst>
                                          <p:attrName>ppt_h</p:attrName>
                                        </p:attrNameLst>
                                      </p:cBhvr>
                                      <p:tavLst>
                                        <p:tav tm="0">
                                          <p:val>
                                            <p:fltVal val="0"/>
                                          </p:val>
                                        </p:tav>
                                        <p:tav tm="100000">
                                          <p:val>
                                            <p:strVal val="#ppt_h"/>
                                          </p:val>
                                        </p:tav>
                                      </p:tavLst>
                                    </p:anim>
                                    <p:animEffect transition="in" filter="fade">
                                      <p:cBhvr>
                                        <p:cTn id="39" dur="500"/>
                                        <p:tgtEl>
                                          <p:spTgt spid="6">
                                            <p:graphicEl>
                                              <a:chart seriesIdx="-4" categoryIdx="5" bldStep="category"/>
                                            </p:graphicEl>
                                          </p:spTgt>
                                        </p:tgtEl>
                                      </p:cBhvr>
                                    </p:animEffect>
                                  </p:childTnLst>
                                </p:cTn>
                              </p:par>
                              <p:par>
                                <p:cTn id="40" presetID="53" presetClass="entr" presetSubtype="16" fill="hold" grpId="0" nodeType="withEffect">
                                  <p:stCondLst>
                                    <p:cond delay="1750"/>
                                  </p:stCondLst>
                                  <p:childTnLst>
                                    <p:set>
                                      <p:cBhvr>
                                        <p:cTn id="41" dur="1" fill="hold">
                                          <p:stCondLst>
                                            <p:cond delay="0"/>
                                          </p:stCondLst>
                                        </p:cTn>
                                        <p:tgtEl>
                                          <p:spTgt spid="6">
                                            <p:graphicEl>
                                              <a:chart seriesIdx="-4" categoryIdx="6" bldStep="category"/>
                                            </p:graphicEl>
                                          </p:spTgt>
                                        </p:tgtEl>
                                        <p:attrNameLst>
                                          <p:attrName>style.visibility</p:attrName>
                                        </p:attrNameLst>
                                      </p:cBhvr>
                                      <p:to>
                                        <p:strVal val="visible"/>
                                      </p:to>
                                    </p:set>
                                    <p:anim calcmode="lin" valueType="num">
                                      <p:cBhvr>
                                        <p:cTn id="42" dur="500" fill="hold"/>
                                        <p:tgtEl>
                                          <p:spTgt spid="6">
                                            <p:graphicEl>
                                              <a:chart seriesIdx="-4" categoryIdx="6" bldStep="category"/>
                                            </p:graphicEl>
                                          </p:spTgt>
                                        </p:tgtEl>
                                        <p:attrNameLst>
                                          <p:attrName>ppt_w</p:attrName>
                                        </p:attrNameLst>
                                      </p:cBhvr>
                                      <p:tavLst>
                                        <p:tav tm="0">
                                          <p:val>
                                            <p:fltVal val="0"/>
                                          </p:val>
                                        </p:tav>
                                        <p:tav tm="100000">
                                          <p:val>
                                            <p:strVal val="#ppt_w"/>
                                          </p:val>
                                        </p:tav>
                                      </p:tavLst>
                                    </p:anim>
                                    <p:anim calcmode="lin" valueType="num">
                                      <p:cBhvr>
                                        <p:cTn id="43" dur="500" fill="hold"/>
                                        <p:tgtEl>
                                          <p:spTgt spid="6">
                                            <p:graphicEl>
                                              <a:chart seriesIdx="-4" categoryIdx="6" bldStep="category"/>
                                            </p:graphicEl>
                                          </p:spTgt>
                                        </p:tgtEl>
                                        <p:attrNameLst>
                                          <p:attrName>ppt_h</p:attrName>
                                        </p:attrNameLst>
                                      </p:cBhvr>
                                      <p:tavLst>
                                        <p:tav tm="0">
                                          <p:val>
                                            <p:fltVal val="0"/>
                                          </p:val>
                                        </p:tav>
                                        <p:tav tm="100000">
                                          <p:val>
                                            <p:strVal val="#ppt_h"/>
                                          </p:val>
                                        </p:tav>
                                      </p:tavLst>
                                    </p:anim>
                                    <p:animEffect transition="in" filter="fade">
                                      <p:cBhvr>
                                        <p:cTn id="44" dur="500"/>
                                        <p:tgtEl>
                                          <p:spTgt spid="6">
                                            <p:graphicEl>
                                              <a:chart seriesIdx="-4" categoryIdx="6" bldStep="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Chart bld="category"/>
        </p:bldSub>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96912ABE-37F6-4CED-B0BE-096A55AF3184}"/>
              </a:ext>
            </a:extLst>
          </p:cNvPr>
          <p:cNvGraphicFramePr/>
          <p:nvPr>
            <p:extLst>
              <p:ext uri="{D42A27DB-BD31-4B8C-83A1-F6EECF244321}">
                <p14:modId xmlns:p14="http://schemas.microsoft.com/office/powerpoint/2010/main" val="2509367718"/>
              </p:ext>
            </p:extLst>
          </p:nvPr>
        </p:nvGraphicFramePr>
        <p:xfrm>
          <a:off x="1866106" y="678657"/>
          <a:ext cx="9059861" cy="6039908"/>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B8154776-0D0F-4727-93FF-7A4A05F95EFD}"/>
              </a:ext>
            </a:extLst>
          </p:cNvPr>
          <p:cNvSpPr txBox="1"/>
          <p:nvPr/>
        </p:nvSpPr>
        <p:spPr>
          <a:xfrm>
            <a:off x="3208842" y="362797"/>
            <a:ext cx="5774338" cy="461665"/>
          </a:xfrm>
          <a:prstGeom prst="rect">
            <a:avLst/>
          </a:prstGeom>
          <a:noFill/>
        </p:spPr>
        <p:txBody>
          <a:bodyPr wrap="none" rtlCol="0">
            <a:spAutoFit/>
          </a:bodyPr>
          <a:lstStyle/>
          <a:p>
            <a:pPr algn="ctr"/>
            <a:r>
              <a:rPr lang="en-US" sz="2400">
                <a:latin typeface="Montserrat SemiBold" panose="00000700000000000000" pitchFamily="50" charset="-52"/>
              </a:rPr>
              <a:t>EDITABLE PYRAMID INFOGRAPHIC</a:t>
            </a:r>
            <a:endParaRPr lang="ru-UA" sz="2400">
              <a:latin typeface="Montserrat SemiBold" panose="00000700000000000000" pitchFamily="50" charset="-52"/>
            </a:endParaRPr>
          </a:p>
        </p:txBody>
      </p:sp>
      <p:sp>
        <p:nvSpPr>
          <p:cNvPr id="5" name="TextBox 4">
            <a:extLst>
              <a:ext uri="{FF2B5EF4-FFF2-40B4-BE49-F238E27FC236}">
                <a16:creationId xmlns:a16="http://schemas.microsoft.com/office/drawing/2014/main" id="{E581BCAD-01FA-49D9-B5CA-F1BEAAAC0364}"/>
              </a:ext>
            </a:extLst>
          </p:cNvPr>
          <p:cNvSpPr txBox="1"/>
          <p:nvPr/>
        </p:nvSpPr>
        <p:spPr>
          <a:xfrm>
            <a:off x="5258271"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
        <p:nvSpPr>
          <p:cNvPr id="6" name="Text Placeholder 33">
            <a:extLst>
              <a:ext uri="{FF2B5EF4-FFF2-40B4-BE49-F238E27FC236}">
                <a16:creationId xmlns:a16="http://schemas.microsoft.com/office/drawing/2014/main" id="{8002309A-2078-407C-A001-B2D6256E7856}"/>
              </a:ext>
            </a:extLst>
          </p:cNvPr>
          <p:cNvSpPr txBox="1">
            <a:spLocks/>
          </p:cNvSpPr>
          <p:nvPr/>
        </p:nvSpPr>
        <p:spPr>
          <a:xfrm>
            <a:off x="1584802" y="4975824"/>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1000">
                <a:latin typeface="Montserrat Light" panose="00000400000000000000" pitchFamily="50" charset="-52"/>
              </a:rPr>
              <a:t>Lorem ipsum dolor sit amet, consectetur adipiscing elit, sed do eiusmod tempor</a:t>
            </a:r>
          </a:p>
        </p:txBody>
      </p:sp>
      <p:sp>
        <p:nvSpPr>
          <p:cNvPr id="7" name="Text Placeholder 33">
            <a:extLst>
              <a:ext uri="{FF2B5EF4-FFF2-40B4-BE49-F238E27FC236}">
                <a16:creationId xmlns:a16="http://schemas.microsoft.com/office/drawing/2014/main" id="{0F79E410-FB4A-4130-B421-C1C61625A4DC}"/>
              </a:ext>
            </a:extLst>
          </p:cNvPr>
          <p:cNvSpPr txBox="1">
            <a:spLocks/>
          </p:cNvSpPr>
          <p:nvPr/>
        </p:nvSpPr>
        <p:spPr>
          <a:xfrm>
            <a:off x="2656365" y="3339905"/>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1000">
                <a:latin typeface="Montserrat Light" panose="00000400000000000000" pitchFamily="50" charset="-52"/>
              </a:rPr>
              <a:t>Lorem ipsum dolor sit amet, consectetur adipiscing elit, sed do eiusmod tempor</a:t>
            </a:r>
          </a:p>
        </p:txBody>
      </p:sp>
      <p:sp>
        <p:nvSpPr>
          <p:cNvPr id="8" name="Text Placeholder 33">
            <a:extLst>
              <a:ext uri="{FF2B5EF4-FFF2-40B4-BE49-F238E27FC236}">
                <a16:creationId xmlns:a16="http://schemas.microsoft.com/office/drawing/2014/main" id="{98FFDBCC-BBCE-4BD2-AC06-21911AC9526C}"/>
              </a:ext>
            </a:extLst>
          </p:cNvPr>
          <p:cNvSpPr txBox="1">
            <a:spLocks/>
          </p:cNvSpPr>
          <p:nvPr/>
        </p:nvSpPr>
        <p:spPr>
          <a:xfrm>
            <a:off x="3592196" y="1762675"/>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1000">
                <a:latin typeface="Montserrat Light" panose="00000400000000000000" pitchFamily="50" charset="-52"/>
              </a:rPr>
              <a:t>Lorem ipsum dolor sit amet, consectetur adipiscing elit, sed do eiusmod tempor</a:t>
            </a:r>
          </a:p>
        </p:txBody>
      </p:sp>
      <p:sp>
        <p:nvSpPr>
          <p:cNvPr id="9" name="Text Placeholder 33">
            <a:extLst>
              <a:ext uri="{FF2B5EF4-FFF2-40B4-BE49-F238E27FC236}">
                <a16:creationId xmlns:a16="http://schemas.microsoft.com/office/drawing/2014/main" id="{4A1395F4-CD04-45DB-B502-9126B00C34C4}"/>
              </a:ext>
            </a:extLst>
          </p:cNvPr>
          <p:cNvSpPr txBox="1">
            <a:spLocks/>
          </p:cNvSpPr>
          <p:nvPr/>
        </p:nvSpPr>
        <p:spPr>
          <a:xfrm>
            <a:off x="8257065" y="2420411"/>
            <a:ext cx="1551304" cy="65854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a:latin typeface="Montserrat Light" panose="00000400000000000000" pitchFamily="50" charset="-52"/>
              </a:rPr>
              <a:t>Lorem ipsum dolor sit amet, consectetur adipiscing elit, sed do eiusmod tempor</a:t>
            </a:r>
          </a:p>
        </p:txBody>
      </p:sp>
      <p:sp>
        <p:nvSpPr>
          <p:cNvPr id="10" name="Text Placeholder 33">
            <a:extLst>
              <a:ext uri="{FF2B5EF4-FFF2-40B4-BE49-F238E27FC236}">
                <a16:creationId xmlns:a16="http://schemas.microsoft.com/office/drawing/2014/main" id="{FDAB1ACA-56D4-4934-A77B-C6796F287EE2}"/>
              </a:ext>
            </a:extLst>
          </p:cNvPr>
          <p:cNvSpPr txBox="1">
            <a:spLocks/>
          </p:cNvSpPr>
          <p:nvPr/>
        </p:nvSpPr>
        <p:spPr>
          <a:xfrm>
            <a:off x="8942865" y="3569125"/>
            <a:ext cx="1551304" cy="65854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a:latin typeface="Montserrat Light" panose="00000400000000000000" pitchFamily="50" charset="-52"/>
              </a:rPr>
              <a:t>Lorem ipsum dolor sit amet, consectetur adipiscing elit, sed do eiusmod tempor</a:t>
            </a:r>
          </a:p>
        </p:txBody>
      </p:sp>
    </p:spTree>
    <p:extLst>
      <p:ext uri="{BB962C8B-B14F-4D97-AF65-F5344CB8AC3E}">
        <p14:creationId xmlns:p14="http://schemas.microsoft.com/office/powerpoint/2010/main" val="944775692"/>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67000">
                                      <p:stCondLst>
                                        <p:cond delay="0"/>
                                      </p:stCondLst>
                                      <p:childTnLst>
                                        <p:set>
                                          <p:cBhvr>
                                            <p:cTn id="6" dur="1" fill="hold">
                                              <p:stCondLst>
                                                <p:cond delay="0"/>
                                              </p:stCondLst>
                                            </p:cTn>
                                            <p:tgtEl>
                                              <p:spTgt spid="3">
                                                <p:graphicEl>
                                                  <a:chart seriesIdx="-3" categoryIdx="-3" bldStep="gridLegend"/>
                                                </p:graphicEl>
                                              </p:spTgt>
                                            </p:tgtEl>
                                            <p:attrNameLst>
                                              <p:attrName>style.visibility</p:attrName>
                                            </p:attrNameLst>
                                          </p:cBhvr>
                                          <p:to>
                                            <p:strVal val="visible"/>
                                          </p:to>
                                        </p:set>
                                        <p:anim calcmode="lin" valueType="num" p14:bounceEnd="67000">
                                          <p:cBhvr additive="base">
                                            <p:cTn id="7" dur="1000" fill="hold"/>
                                            <p:tgtEl>
                                              <p:spTgt spid="3">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14:bounceEnd="67000">
                                          <p:cBhvr additive="base">
                                            <p:cTn id="8" dur="1000" fill="hold"/>
                                            <p:tgtEl>
                                              <p:spTgt spid="3">
                                                <p:graphicEl>
                                                  <a:chart seriesIdx="-3" categoryIdx="-3" bldStep="gridLegend"/>
                                                </p:graphic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14:presetBounceEnd="67000">
                                      <p:stCondLst>
                                        <p:cond delay="250"/>
                                      </p:stCondLst>
                                      <p:childTnLst>
                                        <p:set>
                                          <p:cBhvr>
                                            <p:cTn id="10" dur="1" fill="hold">
                                              <p:stCondLst>
                                                <p:cond delay="0"/>
                                              </p:stCondLst>
                                            </p:cTn>
                                            <p:tgtEl>
                                              <p:spTgt spid="3">
                                                <p:graphicEl>
                                                  <a:chart seriesIdx="0" categoryIdx="0" bldStep="ptInSeries"/>
                                                </p:graphicEl>
                                              </p:spTgt>
                                            </p:tgtEl>
                                            <p:attrNameLst>
                                              <p:attrName>style.visibility</p:attrName>
                                            </p:attrNameLst>
                                          </p:cBhvr>
                                          <p:to>
                                            <p:strVal val="visible"/>
                                          </p:to>
                                        </p:set>
                                        <p:anim calcmode="lin" valueType="num" p14:bounceEnd="67000">
                                          <p:cBhvr additive="base">
                                            <p:cTn id="11" dur="1000" fill="hold"/>
                                            <p:tgtEl>
                                              <p:spTgt spid="3">
                                                <p:graphicEl>
                                                  <a:chart seriesIdx="0" categoryIdx="0" bldStep="ptInSeries"/>
                                                </p:graphicEl>
                                              </p:spTgt>
                                            </p:tgtEl>
                                            <p:attrNameLst>
                                              <p:attrName>ppt_x</p:attrName>
                                            </p:attrNameLst>
                                          </p:cBhvr>
                                          <p:tavLst>
                                            <p:tav tm="0">
                                              <p:val>
                                                <p:strVal val="#ppt_x"/>
                                              </p:val>
                                            </p:tav>
                                            <p:tav tm="100000">
                                              <p:val>
                                                <p:strVal val="#ppt_x"/>
                                              </p:val>
                                            </p:tav>
                                          </p:tavLst>
                                        </p:anim>
                                        <p:anim calcmode="lin" valueType="num" p14:bounceEnd="67000">
                                          <p:cBhvr additive="base">
                                            <p:cTn id="12" dur="1000" fill="hold"/>
                                            <p:tgtEl>
                                              <p:spTgt spid="3">
                                                <p:graphicEl>
                                                  <a:chart seriesIdx="0" categoryIdx="0" bldStep="ptInSeries"/>
                                                </p:graphic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14:presetBounceEnd="67000">
                                      <p:stCondLst>
                                        <p:cond delay="500"/>
                                      </p:stCondLst>
                                      <p:childTnLst>
                                        <p:set>
                                          <p:cBhvr>
                                            <p:cTn id="14" dur="1" fill="hold">
                                              <p:stCondLst>
                                                <p:cond delay="0"/>
                                              </p:stCondLst>
                                            </p:cTn>
                                            <p:tgtEl>
                                              <p:spTgt spid="3">
                                                <p:graphicEl>
                                                  <a:chart seriesIdx="1" categoryIdx="0" bldStep="ptInSeries"/>
                                                </p:graphicEl>
                                              </p:spTgt>
                                            </p:tgtEl>
                                            <p:attrNameLst>
                                              <p:attrName>style.visibility</p:attrName>
                                            </p:attrNameLst>
                                          </p:cBhvr>
                                          <p:to>
                                            <p:strVal val="visible"/>
                                          </p:to>
                                        </p:set>
                                        <p:anim calcmode="lin" valueType="num" p14:bounceEnd="67000">
                                          <p:cBhvr additive="base">
                                            <p:cTn id="15" dur="1000" fill="hold"/>
                                            <p:tgtEl>
                                              <p:spTgt spid="3">
                                                <p:graphicEl>
                                                  <a:chart seriesIdx="1" categoryIdx="0" bldStep="ptInSeries"/>
                                                </p:graphicEl>
                                              </p:spTgt>
                                            </p:tgtEl>
                                            <p:attrNameLst>
                                              <p:attrName>ppt_x</p:attrName>
                                            </p:attrNameLst>
                                          </p:cBhvr>
                                          <p:tavLst>
                                            <p:tav tm="0">
                                              <p:val>
                                                <p:strVal val="#ppt_x"/>
                                              </p:val>
                                            </p:tav>
                                            <p:tav tm="100000">
                                              <p:val>
                                                <p:strVal val="#ppt_x"/>
                                              </p:val>
                                            </p:tav>
                                          </p:tavLst>
                                        </p:anim>
                                        <p:anim calcmode="lin" valueType="num" p14:bounceEnd="67000">
                                          <p:cBhvr additive="base">
                                            <p:cTn id="16" dur="1000" fill="hold"/>
                                            <p:tgtEl>
                                              <p:spTgt spid="3">
                                                <p:graphicEl>
                                                  <a:chart seriesIdx="1" categoryIdx="0" bldStep="ptInSeries"/>
                                                </p:graphicEl>
                                              </p:spTgt>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14:presetBounceEnd="67000">
                                      <p:stCondLst>
                                        <p:cond delay="750"/>
                                      </p:stCondLst>
                                      <p:childTnLst>
                                        <p:set>
                                          <p:cBhvr>
                                            <p:cTn id="18" dur="1" fill="hold">
                                              <p:stCondLst>
                                                <p:cond delay="0"/>
                                              </p:stCondLst>
                                            </p:cTn>
                                            <p:tgtEl>
                                              <p:spTgt spid="3">
                                                <p:graphicEl>
                                                  <a:chart seriesIdx="2" categoryIdx="0" bldStep="ptInSeries"/>
                                                </p:graphicEl>
                                              </p:spTgt>
                                            </p:tgtEl>
                                            <p:attrNameLst>
                                              <p:attrName>style.visibility</p:attrName>
                                            </p:attrNameLst>
                                          </p:cBhvr>
                                          <p:to>
                                            <p:strVal val="visible"/>
                                          </p:to>
                                        </p:set>
                                        <p:anim calcmode="lin" valueType="num" p14:bounceEnd="67000">
                                          <p:cBhvr additive="base">
                                            <p:cTn id="19" dur="1000" fill="hold"/>
                                            <p:tgtEl>
                                              <p:spTgt spid="3">
                                                <p:graphicEl>
                                                  <a:chart seriesIdx="2" categoryIdx="0" bldStep="ptInSeries"/>
                                                </p:graphicEl>
                                              </p:spTgt>
                                            </p:tgtEl>
                                            <p:attrNameLst>
                                              <p:attrName>ppt_x</p:attrName>
                                            </p:attrNameLst>
                                          </p:cBhvr>
                                          <p:tavLst>
                                            <p:tav tm="0">
                                              <p:val>
                                                <p:strVal val="#ppt_x"/>
                                              </p:val>
                                            </p:tav>
                                            <p:tav tm="100000">
                                              <p:val>
                                                <p:strVal val="#ppt_x"/>
                                              </p:val>
                                            </p:tav>
                                          </p:tavLst>
                                        </p:anim>
                                        <p:anim calcmode="lin" valueType="num" p14:bounceEnd="67000">
                                          <p:cBhvr additive="base">
                                            <p:cTn id="20" dur="1000" fill="hold"/>
                                            <p:tgtEl>
                                              <p:spTgt spid="3">
                                                <p:graphicEl>
                                                  <a:chart seriesIdx="2" categoryIdx="0" bldStep="ptInSeries"/>
                                                </p:graphicEl>
                                              </p:spTgt>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14:presetBounceEnd="67000">
                                      <p:stCondLst>
                                        <p:cond delay="1000"/>
                                      </p:stCondLst>
                                      <p:childTnLst>
                                        <p:set>
                                          <p:cBhvr>
                                            <p:cTn id="22" dur="1" fill="hold">
                                              <p:stCondLst>
                                                <p:cond delay="0"/>
                                              </p:stCondLst>
                                            </p:cTn>
                                            <p:tgtEl>
                                              <p:spTgt spid="3">
                                                <p:graphicEl>
                                                  <a:chart seriesIdx="3" categoryIdx="0" bldStep="ptInSeries"/>
                                                </p:graphicEl>
                                              </p:spTgt>
                                            </p:tgtEl>
                                            <p:attrNameLst>
                                              <p:attrName>style.visibility</p:attrName>
                                            </p:attrNameLst>
                                          </p:cBhvr>
                                          <p:to>
                                            <p:strVal val="visible"/>
                                          </p:to>
                                        </p:set>
                                        <p:anim calcmode="lin" valueType="num" p14:bounceEnd="67000">
                                          <p:cBhvr additive="base">
                                            <p:cTn id="23" dur="1000" fill="hold"/>
                                            <p:tgtEl>
                                              <p:spTgt spid="3">
                                                <p:graphicEl>
                                                  <a:chart seriesIdx="3" categoryIdx="0" bldStep="ptInSeries"/>
                                                </p:graphicEl>
                                              </p:spTgt>
                                            </p:tgtEl>
                                            <p:attrNameLst>
                                              <p:attrName>ppt_x</p:attrName>
                                            </p:attrNameLst>
                                          </p:cBhvr>
                                          <p:tavLst>
                                            <p:tav tm="0">
                                              <p:val>
                                                <p:strVal val="#ppt_x"/>
                                              </p:val>
                                            </p:tav>
                                            <p:tav tm="100000">
                                              <p:val>
                                                <p:strVal val="#ppt_x"/>
                                              </p:val>
                                            </p:tav>
                                          </p:tavLst>
                                        </p:anim>
                                        <p:anim calcmode="lin" valueType="num" p14:bounceEnd="67000">
                                          <p:cBhvr additive="base">
                                            <p:cTn id="24" dur="1000" fill="hold"/>
                                            <p:tgtEl>
                                              <p:spTgt spid="3">
                                                <p:graphicEl>
                                                  <a:chart seriesIdx="3" categoryIdx="0" bldStep="ptInSeries"/>
                                                </p:graphicEl>
                                              </p:spTgt>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14:presetBounceEnd="67000">
                                      <p:stCondLst>
                                        <p:cond delay="1250"/>
                                      </p:stCondLst>
                                      <p:childTnLst>
                                        <p:set>
                                          <p:cBhvr>
                                            <p:cTn id="26" dur="1" fill="hold">
                                              <p:stCondLst>
                                                <p:cond delay="0"/>
                                              </p:stCondLst>
                                            </p:cTn>
                                            <p:tgtEl>
                                              <p:spTgt spid="3">
                                                <p:graphicEl>
                                                  <a:chart seriesIdx="4" categoryIdx="0" bldStep="ptInSeries"/>
                                                </p:graphicEl>
                                              </p:spTgt>
                                            </p:tgtEl>
                                            <p:attrNameLst>
                                              <p:attrName>style.visibility</p:attrName>
                                            </p:attrNameLst>
                                          </p:cBhvr>
                                          <p:to>
                                            <p:strVal val="visible"/>
                                          </p:to>
                                        </p:set>
                                        <p:anim calcmode="lin" valueType="num" p14:bounceEnd="67000">
                                          <p:cBhvr additive="base">
                                            <p:cTn id="27" dur="1000" fill="hold"/>
                                            <p:tgtEl>
                                              <p:spTgt spid="3">
                                                <p:graphicEl>
                                                  <a:chart seriesIdx="4" categoryIdx="0" bldStep="ptInSeries"/>
                                                </p:graphicEl>
                                              </p:spTgt>
                                            </p:tgtEl>
                                            <p:attrNameLst>
                                              <p:attrName>ppt_x</p:attrName>
                                            </p:attrNameLst>
                                          </p:cBhvr>
                                          <p:tavLst>
                                            <p:tav tm="0">
                                              <p:val>
                                                <p:strVal val="#ppt_x"/>
                                              </p:val>
                                            </p:tav>
                                            <p:tav tm="100000">
                                              <p:val>
                                                <p:strVal val="#ppt_x"/>
                                              </p:val>
                                            </p:tav>
                                          </p:tavLst>
                                        </p:anim>
                                        <p:anim calcmode="lin" valueType="num" p14:bounceEnd="67000">
                                          <p:cBhvr additive="base">
                                            <p:cTn id="28" dur="1000" fill="hold"/>
                                            <p:tgtEl>
                                              <p:spTgt spid="3">
                                                <p:graphicEl>
                                                  <a:chart seriesIdx="4" categoryIdx="0" bldStep="ptInSeries"/>
                                                </p:graphicEl>
                                              </p:spTgt>
                                            </p:tgtEl>
                                            <p:attrNameLst>
                                              <p:attrName>ppt_y</p:attrName>
                                            </p:attrNameLst>
                                          </p:cBhvr>
                                          <p:tavLst>
                                            <p:tav tm="0">
                                              <p:val>
                                                <p:strVal val="0-#ppt_h/2"/>
                                              </p:val>
                                            </p:tav>
                                            <p:tav tm="100000">
                                              <p:val>
                                                <p:strVal val="#ppt_y"/>
                                              </p:val>
                                            </p:tav>
                                          </p:tavLst>
                                        </p:anim>
                                      </p:childTnLst>
                                    </p:cTn>
                                  </p:par>
                                  <p:par>
                                    <p:cTn id="29" presetID="2" presetClass="entr" presetSubtype="8" fill="hold" grpId="0" nodeType="withEffect" p14:presetBounceEnd="67000">
                                      <p:stCondLst>
                                        <p:cond delay="250"/>
                                      </p:stCondLst>
                                      <p:childTnLst>
                                        <p:set>
                                          <p:cBhvr>
                                            <p:cTn id="30" dur="1" fill="hold">
                                              <p:stCondLst>
                                                <p:cond delay="0"/>
                                              </p:stCondLst>
                                            </p:cTn>
                                            <p:tgtEl>
                                              <p:spTgt spid="6"/>
                                            </p:tgtEl>
                                            <p:attrNameLst>
                                              <p:attrName>style.visibility</p:attrName>
                                            </p:attrNameLst>
                                          </p:cBhvr>
                                          <p:to>
                                            <p:strVal val="visible"/>
                                          </p:to>
                                        </p:set>
                                        <p:anim calcmode="lin" valueType="num" p14:bounceEnd="67000">
                                          <p:cBhvr additive="base">
                                            <p:cTn id="31" dur="1000" fill="hold"/>
                                            <p:tgtEl>
                                              <p:spTgt spid="6"/>
                                            </p:tgtEl>
                                            <p:attrNameLst>
                                              <p:attrName>ppt_x</p:attrName>
                                            </p:attrNameLst>
                                          </p:cBhvr>
                                          <p:tavLst>
                                            <p:tav tm="0">
                                              <p:val>
                                                <p:strVal val="0-#ppt_w/2"/>
                                              </p:val>
                                            </p:tav>
                                            <p:tav tm="100000">
                                              <p:val>
                                                <p:strVal val="#ppt_x"/>
                                              </p:val>
                                            </p:tav>
                                          </p:tavLst>
                                        </p:anim>
                                        <p:anim calcmode="lin" valueType="num" p14:bounceEnd="67000">
                                          <p:cBhvr additive="base">
                                            <p:cTn id="32" dur="1000" fill="hold"/>
                                            <p:tgtEl>
                                              <p:spTgt spid="6"/>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14:presetBounceEnd="67000">
                                      <p:stCondLst>
                                        <p:cond delay="500"/>
                                      </p:stCondLst>
                                      <p:childTnLst>
                                        <p:set>
                                          <p:cBhvr>
                                            <p:cTn id="34" dur="1" fill="hold">
                                              <p:stCondLst>
                                                <p:cond delay="0"/>
                                              </p:stCondLst>
                                            </p:cTn>
                                            <p:tgtEl>
                                              <p:spTgt spid="10"/>
                                            </p:tgtEl>
                                            <p:attrNameLst>
                                              <p:attrName>style.visibility</p:attrName>
                                            </p:attrNameLst>
                                          </p:cBhvr>
                                          <p:to>
                                            <p:strVal val="visible"/>
                                          </p:to>
                                        </p:set>
                                        <p:anim calcmode="lin" valueType="num" p14:bounceEnd="67000">
                                          <p:cBhvr additive="base">
                                            <p:cTn id="35" dur="1000" fill="hold"/>
                                            <p:tgtEl>
                                              <p:spTgt spid="10"/>
                                            </p:tgtEl>
                                            <p:attrNameLst>
                                              <p:attrName>ppt_x</p:attrName>
                                            </p:attrNameLst>
                                          </p:cBhvr>
                                          <p:tavLst>
                                            <p:tav tm="0">
                                              <p:val>
                                                <p:strVal val="1+#ppt_w/2"/>
                                              </p:val>
                                            </p:tav>
                                            <p:tav tm="100000">
                                              <p:val>
                                                <p:strVal val="#ppt_x"/>
                                              </p:val>
                                            </p:tav>
                                          </p:tavLst>
                                        </p:anim>
                                        <p:anim calcmode="lin" valueType="num" p14:bounceEnd="67000">
                                          <p:cBhvr additive="base">
                                            <p:cTn id="36" dur="1000" fill="hold"/>
                                            <p:tgtEl>
                                              <p:spTgt spid="10"/>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14:presetBounceEnd="67000">
                                      <p:stCondLst>
                                        <p:cond delay="750"/>
                                      </p:stCondLst>
                                      <p:childTnLst>
                                        <p:set>
                                          <p:cBhvr>
                                            <p:cTn id="38" dur="1" fill="hold">
                                              <p:stCondLst>
                                                <p:cond delay="0"/>
                                              </p:stCondLst>
                                            </p:cTn>
                                            <p:tgtEl>
                                              <p:spTgt spid="7"/>
                                            </p:tgtEl>
                                            <p:attrNameLst>
                                              <p:attrName>style.visibility</p:attrName>
                                            </p:attrNameLst>
                                          </p:cBhvr>
                                          <p:to>
                                            <p:strVal val="visible"/>
                                          </p:to>
                                        </p:set>
                                        <p:anim calcmode="lin" valueType="num" p14:bounceEnd="67000">
                                          <p:cBhvr additive="base">
                                            <p:cTn id="39" dur="1000" fill="hold"/>
                                            <p:tgtEl>
                                              <p:spTgt spid="7"/>
                                            </p:tgtEl>
                                            <p:attrNameLst>
                                              <p:attrName>ppt_x</p:attrName>
                                            </p:attrNameLst>
                                          </p:cBhvr>
                                          <p:tavLst>
                                            <p:tav tm="0">
                                              <p:val>
                                                <p:strVal val="0-#ppt_w/2"/>
                                              </p:val>
                                            </p:tav>
                                            <p:tav tm="100000">
                                              <p:val>
                                                <p:strVal val="#ppt_x"/>
                                              </p:val>
                                            </p:tav>
                                          </p:tavLst>
                                        </p:anim>
                                        <p:anim calcmode="lin" valueType="num" p14:bounceEnd="67000">
                                          <p:cBhvr additive="base">
                                            <p:cTn id="40" dur="1000" fill="hold"/>
                                            <p:tgtEl>
                                              <p:spTgt spid="7"/>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14:presetBounceEnd="67000">
                                      <p:stCondLst>
                                        <p:cond delay="1000"/>
                                      </p:stCondLst>
                                      <p:childTnLst>
                                        <p:set>
                                          <p:cBhvr>
                                            <p:cTn id="42" dur="1" fill="hold">
                                              <p:stCondLst>
                                                <p:cond delay="0"/>
                                              </p:stCondLst>
                                            </p:cTn>
                                            <p:tgtEl>
                                              <p:spTgt spid="9"/>
                                            </p:tgtEl>
                                            <p:attrNameLst>
                                              <p:attrName>style.visibility</p:attrName>
                                            </p:attrNameLst>
                                          </p:cBhvr>
                                          <p:to>
                                            <p:strVal val="visible"/>
                                          </p:to>
                                        </p:set>
                                        <p:anim calcmode="lin" valueType="num" p14:bounceEnd="67000">
                                          <p:cBhvr additive="base">
                                            <p:cTn id="43" dur="1000" fill="hold"/>
                                            <p:tgtEl>
                                              <p:spTgt spid="9"/>
                                            </p:tgtEl>
                                            <p:attrNameLst>
                                              <p:attrName>ppt_x</p:attrName>
                                            </p:attrNameLst>
                                          </p:cBhvr>
                                          <p:tavLst>
                                            <p:tav tm="0">
                                              <p:val>
                                                <p:strVal val="1+#ppt_w/2"/>
                                              </p:val>
                                            </p:tav>
                                            <p:tav tm="100000">
                                              <p:val>
                                                <p:strVal val="#ppt_x"/>
                                              </p:val>
                                            </p:tav>
                                          </p:tavLst>
                                        </p:anim>
                                        <p:anim calcmode="lin" valueType="num" p14:bounceEnd="67000">
                                          <p:cBhvr additive="base">
                                            <p:cTn id="44" dur="1000" fill="hold"/>
                                            <p:tgtEl>
                                              <p:spTgt spid="9"/>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14:presetBounceEnd="67000">
                                      <p:stCondLst>
                                        <p:cond delay="1250"/>
                                      </p:stCondLst>
                                      <p:childTnLst>
                                        <p:set>
                                          <p:cBhvr>
                                            <p:cTn id="46" dur="1" fill="hold">
                                              <p:stCondLst>
                                                <p:cond delay="0"/>
                                              </p:stCondLst>
                                            </p:cTn>
                                            <p:tgtEl>
                                              <p:spTgt spid="8"/>
                                            </p:tgtEl>
                                            <p:attrNameLst>
                                              <p:attrName>style.visibility</p:attrName>
                                            </p:attrNameLst>
                                          </p:cBhvr>
                                          <p:to>
                                            <p:strVal val="visible"/>
                                          </p:to>
                                        </p:set>
                                        <p:anim calcmode="lin" valueType="num" p14:bounceEnd="67000">
                                          <p:cBhvr additive="base">
                                            <p:cTn id="47" dur="1000" fill="hold"/>
                                            <p:tgtEl>
                                              <p:spTgt spid="8"/>
                                            </p:tgtEl>
                                            <p:attrNameLst>
                                              <p:attrName>ppt_x</p:attrName>
                                            </p:attrNameLst>
                                          </p:cBhvr>
                                          <p:tavLst>
                                            <p:tav tm="0">
                                              <p:val>
                                                <p:strVal val="0-#ppt_w/2"/>
                                              </p:val>
                                            </p:tav>
                                            <p:tav tm="100000">
                                              <p:val>
                                                <p:strVal val="#ppt_x"/>
                                              </p:val>
                                            </p:tav>
                                          </p:tavLst>
                                        </p:anim>
                                        <p:anim calcmode="lin" valueType="num" p14:bounceEnd="67000">
                                          <p:cBhvr additive="base">
                                            <p:cTn id="48" dur="1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Chart bld="seriesEl"/>
            </p:bldSub>
          </p:bldGraphic>
          <p:bldP spid="6" grpId="0"/>
          <p:bldP spid="7" grpId="0"/>
          <p:bldP spid="8" grpId="0"/>
          <p:bldP spid="9" grpId="0"/>
          <p:bldP spid="1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3">
                                                <p:graphicEl>
                                                  <a:chart seriesIdx="-3" categoryIdx="-3" bldStep="gridLegend"/>
                                                </p:graphicEl>
                                              </p:spTgt>
                                            </p:tgtEl>
                                            <p:attrNameLst>
                                              <p:attrName>style.visibility</p:attrName>
                                            </p:attrNameLst>
                                          </p:cBhvr>
                                          <p:to>
                                            <p:strVal val="visible"/>
                                          </p:to>
                                        </p:set>
                                        <p:anim calcmode="lin" valueType="num">
                                          <p:cBhvr additive="base">
                                            <p:cTn id="7" dur="1000" fill="hold"/>
                                            <p:tgtEl>
                                              <p:spTgt spid="3">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graphicEl>
                                                  <a:chart seriesIdx="-3" categoryIdx="-3" bldStep="gridLegend"/>
                                                </p:graphic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250"/>
                                      </p:stCondLst>
                                      <p:childTnLst>
                                        <p:set>
                                          <p:cBhvr>
                                            <p:cTn id="10" dur="1" fill="hold">
                                              <p:stCondLst>
                                                <p:cond delay="0"/>
                                              </p:stCondLst>
                                            </p:cTn>
                                            <p:tgtEl>
                                              <p:spTgt spid="3">
                                                <p:graphicEl>
                                                  <a:chart seriesIdx="0" categoryIdx="0" bldStep="ptInSeries"/>
                                                </p:graphicEl>
                                              </p:spTgt>
                                            </p:tgtEl>
                                            <p:attrNameLst>
                                              <p:attrName>style.visibility</p:attrName>
                                            </p:attrNameLst>
                                          </p:cBhvr>
                                          <p:to>
                                            <p:strVal val="visible"/>
                                          </p:to>
                                        </p:set>
                                        <p:anim calcmode="lin" valueType="num">
                                          <p:cBhvr additive="base">
                                            <p:cTn id="11" dur="1000" fill="hold"/>
                                            <p:tgtEl>
                                              <p:spTgt spid="3">
                                                <p:graphicEl>
                                                  <a:chart seriesIdx="0"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12" dur="1000" fill="hold"/>
                                            <p:tgtEl>
                                              <p:spTgt spid="3">
                                                <p:graphicEl>
                                                  <a:chart seriesIdx="0" categoryIdx="0" bldStep="ptInSeries"/>
                                                </p:graphic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500"/>
                                      </p:stCondLst>
                                      <p:childTnLst>
                                        <p:set>
                                          <p:cBhvr>
                                            <p:cTn id="14" dur="1" fill="hold">
                                              <p:stCondLst>
                                                <p:cond delay="0"/>
                                              </p:stCondLst>
                                            </p:cTn>
                                            <p:tgtEl>
                                              <p:spTgt spid="3">
                                                <p:graphicEl>
                                                  <a:chart seriesIdx="1" categoryIdx="0" bldStep="ptInSeries"/>
                                                </p:graphicEl>
                                              </p:spTgt>
                                            </p:tgtEl>
                                            <p:attrNameLst>
                                              <p:attrName>style.visibility</p:attrName>
                                            </p:attrNameLst>
                                          </p:cBhvr>
                                          <p:to>
                                            <p:strVal val="visible"/>
                                          </p:to>
                                        </p:set>
                                        <p:anim calcmode="lin" valueType="num">
                                          <p:cBhvr additive="base">
                                            <p:cTn id="15" dur="1000" fill="hold"/>
                                            <p:tgtEl>
                                              <p:spTgt spid="3">
                                                <p:graphicEl>
                                                  <a:chart seriesIdx="1"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16" dur="1000" fill="hold"/>
                                            <p:tgtEl>
                                              <p:spTgt spid="3">
                                                <p:graphicEl>
                                                  <a:chart seriesIdx="1" categoryIdx="0" bldStep="ptInSeries"/>
                                                </p:graphicEl>
                                              </p:spTgt>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750"/>
                                      </p:stCondLst>
                                      <p:childTnLst>
                                        <p:set>
                                          <p:cBhvr>
                                            <p:cTn id="18" dur="1" fill="hold">
                                              <p:stCondLst>
                                                <p:cond delay="0"/>
                                              </p:stCondLst>
                                            </p:cTn>
                                            <p:tgtEl>
                                              <p:spTgt spid="3">
                                                <p:graphicEl>
                                                  <a:chart seriesIdx="2" categoryIdx="0" bldStep="ptInSeries"/>
                                                </p:graphicEl>
                                              </p:spTgt>
                                            </p:tgtEl>
                                            <p:attrNameLst>
                                              <p:attrName>style.visibility</p:attrName>
                                            </p:attrNameLst>
                                          </p:cBhvr>
                                          <p:to>
                                            <p:strVal val="visible"/>
                                          </p:to>
                                        </p:set>
                                        <p:anim calcmode="lin" valueType="num">
                                          <p:cBhvr additive="base">
                                            <p:cTn id="19" dur="1000" fill="hold"/>
                                            <p:tgtEl>
                                              <p:spTgt spid="3">
                                                <p:graphicEl>
                                                  <a:chart seriesIdx="2"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
                                                <p:graphicEl>
                                                  <a:chart seriesIdx="2" categoryIdx="0" bldStep="ptInSeries"/>
                                                </p:graphicEl>
                                              </p:spTgt>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1000"/>
                                      </p:stCondLst>
                                      <p:childTnLst>
                                        <p:set>
                                          <p:cBhvr>
                                            <p:cTn id="22" dur="1" fill="hold">
                                              <p:stCondLst>
                                                <p:cond delay="0"/>
                                              </p:stCondLst>
                                            </p:cTn>
                                            <p:tgtEl>
                                              <p:spTgt spid="3">
                                                <p:graphicEl>
                                                  <a:chart seriesIdx="3" categoryIdx="0" bldStep="ptInSeries"/>
                                                </p:graphicEl>
                                              </p:spTgt>
                                            </p:tgtEl>
                                            <p:attrNameLst>
                                              <p:attrName>style.visibility</p:attrName>
                                            </p:attrNameLst>
                                          </p:cBhvr>
                                          <p:to>
                                            <p:strVal val="visible"/>
                                          </p:to>
                                        </p:set>
                                        <p:anim calcmode="lin" valueType="num">
                                          <p:cBhvr additive="base">
                                            <p:cTn id="23" dur="1000" fill="hold"/>
                                            <p:tgtEl>
                                              <p:spTgt spid="3">
                                                <p:graphicEl>
                                                  <a:chart seriesIdx="3"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24" dur="1000" fill="hold"/>
                                            <p:tgtEl>
                                              <p:spTgt spid="3">
                                                <p:graphicEl>
                                                  <a:chart seriesIdx="3" categoryIdx="0" bldStep="ptInSeries"/>
                                                </p:graphicEl>
                                              </p:spTgt>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1250"/>
                                      </p:stCondLst>
                                      <p:childTnLst>
                                        <p:set>
                                          <p:cBhvr>
                                            <p:cTn id="26" dur="1" fill="hold">
                                              <p:stCondLst>
                                                <p:cond delay="0"/>
                                              </p:stCondLst>
                                            </p:cTn>
                                            <p:tgtEl>
                                              <p:spTgt spid="3">
                                                <p:graphicEl>
                                                  <a:chart seriesIdx="4" categoryIdx="0" bldStep="ptInSeries"/>
                                                </p:graphicEl>
                                              </p:spTgt>
                                            </p:tgtEl>
                                            <p:attrNameLst>
                                              <p:attrName>style.visibility</p:attrName>
                                            </p:attrNameLst>
                                          </p:cBhvr>
                                          <p:to>
                                            <p:strVal val="visible"/>
                                          </p:to>
                                        </p:set>
                                        <p:anim calcmode="lin" valueType="num">
                                          <p:cBhvr additive="base">
                                            <p:cTn id="27" dur="1000" fill="hold"/>
                                            <p:tgtEl>
                                              <p:spTgt spid="3">
                                                <p:graphicEl>
                                                  <a:chart seriesIdx="4" categoryIdx="0" bldStep="ptInSeries"/>
                                                </p:graphicEl>
                                              </p:spTgt>
                                            </p:tgtEl>
                                            <p:attrNameLst>
                                              <p:attrName>ppt_x</p:attrName>
                                            </p:attrNameLst>
                                          </p:cBhvr>
                                          <p:tavLst>
                                            <p:tav tm="0">
                                              <p:val>
                                                <p:strVal val="#ppt_x"/>
                                              </p:val>
                                            </p:tav>
                                            <p:tav tm="100000">
                                              <p:val>
                                                <p:strVal val="#ppt_x"/>
                                              </p:val>
                                            </p:tav>
                                          </p:tavLst>
                                        </p:anim>
                                        <p:anim calcmode="lin" valueType="num">
                                          <p:cBhvr additive="base">
                                            <p:cTn id="28" dur="1000" fill="hold"/>
                                            <p:tgtEl>
                                              <p:spTgt spid="3">
                                                <p:graphicEl>
                                                  <a:chart seriesIdx="4" categoryIdx="0" bldStep="ptInSeries"/>
                                                </p:graphicEl>
                                              </p:spTgt>
                                            </p:tgtEl>
                                            <p:attrNameLst>
                                              <p:attrName>ppt_y</p:attrName>
                                            </p:attrNameLst>
                                          </p:cBhvr>
                                          <p:tavLst>
                                            <p:tav tm="0">
                                              <p:val>
                                                <p:strVal val="0-#ppt_h/2"/>
                                              </p:val>
                                            </p:tav>
                                            <p:tav tm="100000">
                                              <p:val>
                                                <p:strVal val="#ppt_y"/>
                                              </p:val>
                                            </p:tav>
                                          </p:tavLst>
                                        </p:anim>
                                      </p:childTnLst>
                                    </p:cTn>
                                  </p:par>
                                  <p:par>
                                    <p:cTn id="29" presetID="2" presetClass="entr" presetSubtype="8" fill="hold" grpId="0" nodeType="withEffect">
                                      <p:stCondLst>
                                        <p:cond delay="25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1000" fill="hold"/>
                                            <p:tgtEl>
                                              <p:spTgt spid="6"/>
                                            </p:tgtEl>
                                            <p:attrNameLst>
                                              <p:attrName>ppt_x</p:attrName>
                                            </p:attrNameLst>
                                          </p:cBhvr>
                                          <p:tavLst>
                                            <p:tav tm="0">
                                              <p:val>
                                                <p:strVal val="0-#ppt_w/2"/>
                                              </p:val>
                                            </p:tav>
                                            <p:tav tm="100000">
                                              <p:val>
                                                <p:strVal val="#ppt_x"/>
                                              </p:val>
                                            </p:tav>
                                          </p:tavLst>
                                        </p:anim>
                                        <p:anim calcmode="lin" valueType="num">
                                          <p:cBhvr additive="base">
                                            <p:cTn id="32" dur="1000" fill="hold"/>
                                            <p:tgtEl>
                                              <p:spTgt spid="6"/>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50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1000" fill="hold"/>
                                            <p:tgtEl>
                                              <p:spTgt spid="10"/>
                                            </p:tgtEl>
                                            <p:attrNameLst>
                                              <p:attrName>ppt_x</p:attrName>
                                            </p:attrNameLst>
                                          </p:cBhvr>
                                          <p:tavLst>
                                            <p:tav tm="0">
                                              <p:val>
                                                <p:strVal val="1+#ppt_w/2"/>
                                              </p:val>
                                            </p:tav>
                                            <p:tav tm="100000">
                                              <p:val>
                                                <p:strVal val="#ppt_x"/>
                                              </p:val>
                                            </p:tav>
                                          </p:tavLst>
                                        </p:anim>
                                        <p:anim calcmode="lin" valueType="num">
                                          <p:cBhvr additive="base">
                                            <p:cTn id="36" dur="1000" fill="hold"/>
                                            <p:tgtEl>
                                              <p:spTgt spid="10"/>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750"/>
                                      </p:stCondLst>
                                      <p:childTnLst>
                                        <p:set>
                                          <p:cBhvr>
                                            <p:cTn id="38" dur="1" fill="hold">
                                              <p:stCondLst>
                                                <p:cond delay="0"/>
                                              </p:stCondLst>
                                            </p:cTn>
                                            <p:tgtEl>
                                              <p:spTgt spid="7"/>
                                            </p:tgtEl>
                                            <p:attrNameLst>
                                              <p:attrName>style.visibility</p:attrName>
                                            </p:attrNameLst>
                                          </p:cBhvr>
                                          <p:to>
                                            <p:strVal val="visible"/>
                                          </p:to>
                                        </p:set>
                                        <p:anim calcmode="lin" valueType="num">
                                          <p:cBhvr additive="base">
                                            <p:cTn id="39" dur="1000" fill="hold"/>
                                            <p:tgtEl>
                                              <p:spTgt spid="7"/>
                                            </p:tgtEl>
                                            <p:attrNameLst>
                                              <p:attrName>ppt_x</p:attrName>
                                            </p:attrNameLst>
                                          </p:cBhvr>
                                          <p:tavLst>
                                            <p:tav tm="0">
                                              <p:val>
                                                <p:strVal val="0-#ppt_w/2"/>
                                              </p:val>
                                            </p:tav>
                                            <p:tav tm="100000">
                                              <p:val>
                                                <p:strVal val="#ppt_x"/>
                                              </p:val>
                                            </p:tav>
                                          </p:tavLst>
                                        </p:anim>
                                        <p:anim calcmode="lin" valueType="num">
                                          <p:cBhvr additive="base">
                                            <p:cTn id="40" dur="1000" fill="hold"/>
                                            <p:tgtEl>
                                              <p:spTgt spid="7"/>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100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1000" fill="hold"/>
                                            <p:tgtEl>
                                              <p:spTgt spid="9"/>
                                            </p:tgtEl>
                                            <p:attrNameLst>
                                              <p:attrName>ppt_x</p:attrName>
                                            </p:attrNameLst>
                                          </p:cBhvr>
                                          <p:tavLst>
                                            <p:tav tm="0">
                                              <p:val>
                                                <p:strVal val="1+#ppt_w/2"/>
                                              </p:val>
                                            </p:tav>
                                            <p:tav tm="100000">
                                              <p:val>
                                                <p:strVal val="#ppt_x"/>
                                              </p:val>
                                            </p:tav>
                                          </p:tavLst>
                                        </p:anim>
                                        <p:anim calcmode="lin" valueType="num">
                                          <p:cBhvr additive="base">
                                            <p:cTn id="44" dur="1000" fill="hold"/>
                                            <p:tgtEl>
                                              <p:spTgt spid="9"/>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1250"/>
                                      </p:stCondLst>
                                      <p:childTnLst>
                                        <p:set>
                                          <p:cBhvr>
                                            <p:cTn id="46" dur="1" fill="hold">
                                              <p:stCondLst>
                                                <p:cond delay="0"/>
                                              </p:stCondLst>
                                            </p:cTn>
                                            <p:tgtEl>
                                              <p:spTgt spid="8"/>
                                            </p:tgtEl>
                                            <p:attrNameLst>
                                              <p:attrName>style.visibility</p:attrName>
                                            </p:attrNameLst>
                                          </p:cBhvr>
                                          <p:to>
                                            <p:strVal val="visible"/>
                                          </p:to>
                                        </p:set>
                                        <p:anim calcmode="lin" valueType="num">
                                          <p:cBhvr additive="base">
                                            <p:cTn id="47" dur="1000" fill="hold"/>
                                            <p:tgtEl>
                                              <p:spTgt spid="8"/>
                                            </p:tgtEl>
                                            <p:attrNameLst>
                                              <p:attrName>ppt_x</p:attrName>
                                            </p:attrNameLst>
                                          </p:cBhvr>
                                          <p:tavLst>
                                            <p:tav tm="0">
                                              <p:val>
                                                <p:strVal val="0-#ppt_w/2"/>
                                              </p:val>
                                            </p:tav>
                                            <p:tav tm="100000">
                                              <p:val>
                                                <p:strVal val="#ppt_x"/>
                                              </p:val>
                                            </p:tav>
                                          </p:tavLst>
                                        </p:anim>
                                        <p:anim calcmode="lin" valueType="num">
                                          <p:cBhvr additive="base">
                                            <p:cTn id="48" dur="1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Chart bld="seriesEl"/>
            </p:bldSub>
          </p:bldGraphic>
          <p:bldP spid="6" grpId="0"/>
          <p:bldP spid="7" grpId="0"/>
          <p:bldP spid="8" grpId="0"/>
          <p:bldP spid="9" grpId="0"/>
          <p:bldP spid="10" grpId="0"/>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07CE630-8C61-4165-B8A3-C801959792AA}"/>
              </a:ext>
            </a:extLst>
          </p:cNvPr>
          <p:cNvSpPr txBox="1"/>
          <p:nvPr/>
        </p:nvSpPr>
        <p:spPr>
          <a:xfrm>
            <a:off x="3379554" y="329434"/>
            <a:ext cx="5432898" cy="461665"/>
          </a:xfrm>
          <a:prstGeom prst="rect">
            <a:avLst/>
          </a:prstGeom>
          <a:noFill/>
        </p:spPr>
        <p:txBody>
          <a:bodyPr wrap="none" rtlCol="0">
            <a:spAutoFit/>
          </a:bodyPr>
          <a:lstStyle/>
          <a:p>
            <a:pPr algn="ctr"/>
            <a:r>
              <a:rPr lang="en-US" sz="2400">
                <a:latin typeface="Montserrat SemiBold" panose="00000700000000000000" pitchFamily="50" charset="-52"/>
              </a:rPr>
              <a:t>EDITABLE PENCIL INFOGRAPHIC</a:t>
            </a:r>
            <a:endParaRPr lang="ru-UA" sz="2400">
              <a:latin typeface="Montserrat SemiBold" panose="00000700000000000000" pitchFamily="50" charset="-52"/>
            </a:endParaRPr>
          </a:p>
        </p:txBody>
      </p:sp>
      <p:graphicFrame>
        <p:nvGraphicFramePr>
          <p:cNvPr id="7" name="Chart 6">
            <a:extLst>
              <a:ext uri="{FF2B5EF4-FFF2-40B4-BE49-F238E27FC236}">
                <a16:creationId xmlns:a16="http://schemas.microsoft.com/office/drawing/2014/main" id="{2A2B50F2-C7F6-4AA3-B1D3-446C922DA01E}"/>
              </a:ext>
            </a:extLst>
          </p:cNvPr>
          <p:cNvGraphicFramePr/>
          <p:nvPr>
            <p:extLst>
              <p:ext uri="{D42A27DB-BD31-4B8C-83A1-F6EECF244321}">
                <p14:modId xmlns:p14="http://schemas.microsoft.com/office/powerpoint/2010/main" val="1301167797"/>
              </p:ext>
            </p:extLst>
          </p:nvPr>
        </p:nvGraphicFramePr>
        <p:xfrm>
          <a:off x="5030263" y="1143000"/>
          <a:ext cx="2131473" cy="4572000"/>
        </p:xfrm>
        <a:graphic>
          <a:graphicData uri="http://schemas.openxmlformats.org/drawingml/2006/chart">
            <c:chart xmlns:c="http://schemas.openxmlformats.org/drawingml/2006/chart" xmlns:r="http://schemas.openxmlformats.org/officeDocument/2006/relationships" r:id="rId2"/>
          </a:graphicData>
        </a:graphic>
      </p:graphicFrame>
      <p:grpSp>
        <p:nvGrpSpPr>
          <p:cNvPr id="9" name="Group 8">
            <a:extLst>
              <a:ext uri="{FF2B5EF4-FFF2-40B4-BE49-F238E27FC236}">
                <a16:creationId xmlns:a16="http://schemas.microsoft.com/office/drawing/2014/main" id="{53B9636E-A25C-49CB-9AE7-D4FF46725D87}"/>
              </a:ext>
            </a:extLst>
          </p:cNvPr>
          <p:cNvGrpSpPr/>
          <p:nvPr/>
        </p:nvGrpSpPr>
        <p:grpSpPr>
          <a:xfrm>
            <a:off x="5647590" y="5569122"/>
            <a:ext cx="898466" cy="840838"/>
            <a:chOff x="5453063" y="4319588"/>
            <a:chExt cx="816769" cy="764381"/>
          </a:xfrm>
        </p:grpSpPr>
        <p:sp>
          <p:nvSpPr>
            <p:cNvPr id="10" name="Freeform: Shape 9">
              <a:extLst>
                <a:ext uri="{FF2B5EF4-FFF2-40B4-BE49-F238E27FC236}">
                  <a16:creationId xmlns:a16="http://schemas.microsoft.com/office/drawing/2014/main" id="{EF7A50D9-264D-4C80-AAAD-FCC526344563}"/>
                </a:ext>
              </a:extLst>
            </p:cNvPr>
            <p:cNvSpPr/>
            <p:nvPr/>
          </p:nvSpPr>
          <p:spPr>
            <a:xfrm>
              <a:off x="5736296" y="4837690"/>
              <a:ext cx="250303" cy="246279"/>
            </a:xfrm>
            <a:custGeom>
              <a:avLst/>
              <a:gdLst>
                <a:gd name="connsiteX0" fmla="*/ 125151 w 250303"/>
                <a:gd name="connsiteY0" fmla="*/ 0 h 246279"/>
                <a:gd name="connsiteX1" fmla="*/ 221852 w 250303"/>
                <a:gd name="connsiteY1" fmla="*/ 6312 h 246279"/>
                <a:gd name="connsiteX2" fmla="*/ 250303 w 250303"/>
                <a:gd name="connsiteY2" fmla="*/ 12031 h 246279"/>
                <a:gd name="connsiteX3" fmla="*/ 125151 w 250303"/>
                <a:gd name="connsiteY3" fmla="*/ 246279 h 246279"/>
                <a:gd name="connsiteX4" fmla="*/ 0 w 250303"/>
                <a:gd name="connsiteY4" fmla="*/ 12031 h 246279"/>
                <a:gd name="connsiteX5" fmla="*/ 28450 w 250303"/>
                <a:gd name="connsiteY5" fmla="*/ 6312 h 246279"/>
                <a:gd name="connsiteX6" fmla="*/ 125151 w 250303"/>
                <a:gd name="connsiteY6" fmla="*/ 0 h 246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303" h="246279">
                  <a:moveTo>
                    <a:pt x="125151" y="0"/>
                  </a:moveTo>
                  <a:cubicBezTo>
                    <a:pt x="158276" y="0"/>
                    <a:pt x="190617" y="2174"/>
                    <a:pt x="221852" y="6312"/>
                  </a:cubicBezTo>
                  <a:lnTo>
                    <a:pt x="250303" y="12031"/>
                  </a:lnTo>
                  <a:lnTo>
                    <a:pt x="125151" y="246279"/>
                  </a:lnTo>
                  <a:lnTo>
                    <a:pt x="0" y="12031"/>
                  </a:lnTo>
                  <a:lnTo>
                    <a:pt x="28450" y="6312"/>
                  </a:lnTo>
                  <a:cubicBezTo>
                    <a:pt x="59686" y="2174"/>
                    <a:pt x="92026" y="0"/>
                    <a:pt x="125151" y="0"/>
                  </a:cubicBezTo>
                  <a:close/>
                </a:path>
              </a:pathLst>
            </a:custGeom>
            <a:solidFill>
              <a:schemeClr val="bg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p>
          </p:txBody>
        </p:sp>
        <p:sp>
          <p:nvSpPr>
            <p:cNvPr id="11" name="Freeform: Shape 10">
              <a:extLst>
                <a:ext uri="{FF2B5EF4-FFF2-40B4-BE49-F238E27FC236}">
                  <a16:creationId xmlns:a16="http://schemas.microsoft.com/office/drawing/2014/main" id="{B716A270-CB7D-4305-954E-8363CEAA7856}"/>
                </a:ext>
              </a:extLst>
            </p:cNvPr>
            <p:cNvSpPr/>
            <p:nvPr/>
          </p:nvSpPr>
          <p:spPr>
            <a:xfrm>
              <a:off x="5453063" y="4319588"/>
              <a:ext cx="816769" cy="530133"/>
            </a:xfrm>
            <a:custGeom>
              <a:avLst/>
              <a:gdLst>
                <a:gd name="connsiteX0" fmla="*/ 0 w 816769"/>
                <a:gd name="connsiteY0" fmla="*/ 0 h 530133"/>
                <a:gd name="connsiteX1" fmla="*/ 816769 w 816769"/>
                <a:gd name="connsiteY1" fmla="*/ 0 h 530133"/>
                <a:gd name="connsiteX2" fmla="*/ 533536 w 816769"/>
                <a:gd name="connsiteY2" fmla="*/ 530133 h 530133"/>
                <a:gd name="connsiteX3" fmla="*/ 505085 w 816769"/>
                <a:gd name="connsiteY3" fmla="*/ 524414 h 530133"/>
                <a:gd name="connsiteX4" fmla="*/ 408384 w 816769"/>
                <a:gd name="connsiteY4" fmla="*/ 518102 h 530133"/>
                <a:gd name="connsiteX5" fmla="*/ 311683 w 816769"/>
                <a:gd name="connsiteY5" fmla="*/ 524414 h 530133"/>
                <a:gd name="connsiteX6" fmla="*/ 283233 w 816769"/>
                <a:gd name="connsiteY6" fmla="*/ 530133 h 530133"/>
                <a:gd name="connsiteX7" fmla="*/ 0 w 816769"/>
                <a:gd name="connsiteY7" fmla="*/ 0 h 530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769" h="530133">
                  <a:moveTo>
                    <a:pt x="0" y="0"/>
                  </a:moveTo>
                  <a:lnTo>
                    <a:pt x="816769" y="0"/>
                  </a:lnTo>
                  <a:lnTo>
                    <a:pt x="533536" y="530133"/>
                  </a:lnTo>
                  <a:lnTo>
                    <a:pt x="505085" y="524414"/>
                  </a:lnTo>
                  <a:cubicBezTo>
                    <a:pt x="473850" y="520276"/>
                    <a:pt x="441509" y="518102"/>
                    <a:pt x="408384" y="518102"/>
                  </a:cubicBezTo>
                  <a:cubicBezTo>
                    <a:pt x="375259" y="518102"/>
                    <a:pt x="342919" y="520276"/>
                    <a:pt x="311683" y="524414"/>
                  </a:cubicBezTo>
                  <a:lnTo>
                    <a:pt x="283233" y="530133"/>
                  </a:lnTo>
                  <a:lnTo>
                    <a:pt x="0" y="0"/>
                  </a:lnTo>
                  <a:close/>
                </a:path>
              </a:pathLst>
            </a:custGeom>
            <a:solidFill>
              <a:schemeClr val="bg2">
                <a:lumMod val="50000"/>
                <a:lumOff val="50000"/>
              </a:schemeClr>
            </a:solidFill>
            <a:ln>
              <a:noFill/>
            </a:ln>
          </p:spPr>
          <p:txBody>
            <a:bodyPr vert="horz" wrap="square" lIns="91440" tIns="45720" rIns="91440" bIns="45720" numCol="1" anchor="t" anchorCtr="0" compatLnSpc="1">
              <a:prstTxWarp prst="textNoShape">
                <a:avLst/>
              </a:prstTxWarp>
            </a:bodyPr>
            <a:lstStyle/>
            <a:p>
              <a:endParaRPr lang="ru-UA">
                <a:solidFill>
                  <a:schemeClr val="tx1"/>
                </a:solidFill>
              </a:endParaRPr>
            </a:p>
          </p:txBody>
        </p:sp>
      </p:grpSp>
      <p:sp>
        <p:nvSpPr>
          <p:cNvPr id="15" name="Text Placeholder 36">
            <a:extLst>
              <a:ext uri="{FF2B5EF4-FFF2-40B4-BE49-F238E27FC236}">
                <a16:creationId xmlns:a16="http://schemas.microsoft.com/office/drawing/2014/main" id="{6BA91088-7F92-4015-9C64-DB66C78B6D6E}"/>
              </a:ext>
            </a:extLst>
          </p:cNvPr>
          <p:cNvSpPr txBox="1">
            <a:spLocks/>
          </p:cNvSpPr>
          <p:nvPr/>
        </p:nvSpPr>
        <p:spPr>
          <a:xfrm>
            <a:off x="3375025" y="4769050"/>
            <a:ext cx="840639" cy="35520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2400" b="0">
                <a:latin typeface="Montserrat SemiBold" panose="00000700000000000000" pitchFamily="50" charset="-52"/>
              </a:rPr>
              <a:t>17%</a:t>
            </a:r>
          </a:p>
        </p:txBody>
      </p:sp>
      <p:sp>
        <p:nvSpPr>
          <p:cNvPr id="16" name="Text Placeholder 33">
            <a:extLst>
              <a:ext uri="{FF2B5EF4-FFF2-40B4-BE49-F238E27FC236}">
                <a16:creationId xmlns:a16="http://schemas.microsoft.com/office/drawing/2014/main" id="{6BD1E912-E514-4B4A-9475-66A53E6EE412}"/>
              </a:ext>
            </a:extLst>
          </p:cNvPr>
          <p:cNvSpPr txBox="1">
            <a:spLocks/>
          </p:cNvSpPr>
          <p:nvPr/>
        </p:nvSpPr>
        <p:spPr>
          <a:xfrm>
            <a:off x="2546351" y="5096624"/>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latin typeface="Montserrat Light" panose="00000400000000000000" pitchFamily="50" charset="-52"/>
              </a:rPr>
              <a:t>Lorem ipsum dolor sit amet, consectetur adipiscing elit, sed do eiusmod tempor</a:t>
            </a:r>
          </a:p>
        </p:txBody>
      </p:sp>
      <p:grpSp>
        <p:nvGrpSpPr>
          <p:cNvPr id="26" name="Group 25">
            <a:extLst>
              <a:ext uri="{FF2B5EF4-FFF2-40B4-BE49-F238E27FC236}">
                <a16:creationId xmlns:a16="http://schemas.microsoft.com/office/drawing/2014/main" id="{BFAE3700-FA9B-4819-AE0C-937062647FD0}"/>
              </a:ext>
            </a:extLst>
          </p:cNvPr>
          <p:cNvGrpSpPr/>
          <p:nvPr/>
        </p:nvGrpSpPr>
        <p:grpSpPr>
          <a:xfrm>
            <a:off x="4296569" y="5148659"/>
            <a:ext cx="1208881" cy="78581"/>
            <a:chOff x="4296569" y="5148659"/>
            <a:chExt cx="1208881" cy="78581"/>
          </a:xfrm>
        </p:grpSpPr>
        <p:cxnSp>
          <p:nvCxnSpPr>
            <p:cNvPr id="14" name="Straight Connector 13">
              <a:extLst>
                <a:ext uri="{FF2B5EF4-FFF2-40B4-BE49-F238E27FC236}">
                  <a16:creationId xmlns:a16="http://schemas.microsoft.com/office/drawing/2014/main" id="{A02C348A-079A-482D-A891-C2B85A063BB0}"/>
                </a:ext>
              </a:extLst>
            </p:cNvPr>
            <p:cNvCxnSpPr/>
            <p:nvPr/>
          </p:nvCxnSpPr>
          <p:spPr>
            <a:xfrm flipH="1">
              <a:off x="4375150" y="5187950"/>
              <a:ext cx="11303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152F73A5-809A-45EC-8730-302F1A42B183}"/>
                </a:ext>
              </a:extLst>
            </p:cNvPr>
            <p:cNvSpPr/>
            <p:nvPr/>
          </p:nvSpPr>
          <p:spPr>
            <a:xfrm>
              <a:off x="4296569" y="5148659"/>
              <a:ext cx="78581" cy="78581"/>
            </a:xfrm>
            <a:prstGeom prst="ellipse">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UA"/>
            </a:p>
          </p:txBody>
        </p:sp>
      </p:grpSp>
      <p:sp>
        <p:nvSpPr>
          <p:cNvPr id="19" name="Text Placeholder 36">
            <a:extLst>
              <a:ext uri="{FF2B5EF4-FFF2-40B4-BE49-F238E27FC236}">
                <a16:creationId xmlns:a16="http://schemas.microsoft.com/office/drawing/2014/main" id="{F7831636-3496-45EE-9057-3E7AA385175C}"/>
              </a:ext>
            </a:extLst>
          </p:cNvPr>
          <p:cNvSpPr txBox="1">
            <a:spLocks/>
          </p:cNvSpPr>
          <p:nvPr/>
        </p:nvSpPr>
        <p:spPr>
          <a:xfrm>
            <a:off x="3375025" y="3239792"/>
            <a:ext cx="840639" cy="35520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2400" b="0">
                <a:solidFill>
                  <a:schemeClr val="accent3"/>
                </a:solidFill>
                <a:latin typeface="Montserrat SemiBold" panose="00000700000000000000" pitchFamily="50" charset="-52"/>
              </a:rPr>
              <a:t>26%</a:t>
            </a:r>
          </a:p>
        </p:txBody>
      </p:sp>
      <p:sp>
        <p:nvSpPr>
          <p:cNvPr id="20" name="Text Placeholder 33">
            <a:extLst>
              <a:ext uri="{FF2B5EF4-FFF2-40B4-BE49-F238E27FC236}">
                <a16:creationId xmlns:a16="http://schemas.microsoft.com/office/drawing/2014/main" id="{D0954071-9261-4F62-AB9B-9A81E4BAC0F1}"/>
              </a:ext>
            </a:extLst>
          </p:cNvPr>
          <p:cNvSpPr txBox="1">
            <a:spLocks/>
          </p:cNvSpPr>
          <p:nvPr/>
        </p:nvSpPr>
        <p:spPr>
          <a:xfrm>
            <a:off x="2546351" y="3567366"/>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latin typeface="Montserrat Light" panose="00000400000000000000" pitchFamily="50" charset="-52"/>
              </a:rPr>
              <a:t>Lorem ipsum dolor sit amet, consectetur adipiscing elit, sed do eiusmod tempor</a:t>
            </a:r>
          </a:p>
        </p:txBody>
      </p:sp>
      <p:grpSp>
        <p:nvGrpSpPr>
          <p:cNvPr id="27" name="Group 26">
            <a:extLst>
              <a:ext uri="{FF2B5EF4-FFF2-40B4-BE49-F238E27FC236}">
                <a16:creationId xmlns:a16="http://schemas.microsoft.com/office/drawing/2014/main" id="{38753AFF-63A0-409F-9ADD-7C6713D65C4D}"/>
              </a:ext>
            </a:extLst>
          </p:cNvPr>
          <p:cNvGrpSpPr/>
          <p:nvPr/>
        </p:nvGrpSpPr>
        <p:grpSpPr>
          <a:xfrm>
            <a:off x="4296569" y="3619401"/>
            <a:ext cx="1208881" cy="78581"/>
            <a:chOff x="4296569" y="3619401"/>
            <a:chExt cx="1208881" cy="78581"/>
          </a:xfrm>
        </p:grpSpPr>
        <p:cxnSp>
          <p:nvCxnSpPr>
            <p:cNvPr id="18" name="Straight Connector 17">
              <a:extLst>
                <a:ext uri="{FF2B5EF4-FFF2-40B4-BE49-F238E27FC236}">
                  <a16:creationId xmlns:a16="http://schemas.microsoft.com/office/drawing/2014/main" id="{C86497B4-69C6-424D-BDFE-3CDB680558B8}"/>
                </a:ext>
              </a:extLst>
            </p:cNvPr>
            <p:cNvCxnSpPr/>
            <p:nvPr/>
          </p:nvCxnSpPr>
          <p:spPr>
            <a:xfrm flipH="1">
              <a:off x="4375150" y="3658692"/>
              <a:ext cx="11303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0B9FAF2C-F17C-4C3C-8622-2E0929AB4975}"/>
                </a:ext>
              </a:extLst>
            </p:cNvPr>
            <p:cNvSpPr/>
            <p:nvPr/>
          </p:nvSpPr>
          <p:spPr>
            <a:xfrm>
              <a:off x="4296569" y="3619401"/>
              <a:ext cx="78581" cy="78581"/>
            </a:xfrm>
            <a:prstGeom prst="ellipse">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UA"/>
            </a:p>
          </p:txBody>
        </p:sp>
      </p:grpSp>
      <p:sp>
        <p:nvSpPr>
          <p:cNvPr id="23" name="Text Placeholder 36">
            <a:extLst>
              <a:ext uri="{FF2B5EF4-FFF2-40B4-BE49-F238E27FC236}">
                <a16:creationId xmlns:a16="http://schemas.microsoft.com/office/drawing/2014/main" id="{DCEA86D6-4940-4251-A9F8-72596ECC91B9}"/>
              </a:ext>
            </a:extLst>
          </p:cNvPr>
          <p:cNvSpPr txBox="1">
            <a:spLocks/>
          </p:cNvSpPr>
          <p:nvPr/>
        </p:nvSpPr>
        <p:spPr>
          <a:xfrm>
            <a:off x="3375025" y="1386060"/>
            <a:ext cx="840639" cy="35520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2400" b="0">
                <a:solidFill>
                  <a:schemeClr val="accent5"/>
                </a:solidFill>
                <a:latin typeface="Montserrat SemiBold" panose="00000700000000000000" pitchFamily="50" charset="-52"/>
              </a:rPr>
              <a:t>24%</a:t>
            </a:r>
          </a:p>
        </p:txBody>
      </p:sp>
      <p:sp>
        <p:nvSpPr>
          <p:cNvPr id="24" name="Text Placeholder 33">
            <a:extLst>
              <a:ext uri="{FF2B5EF4-FFF2-40B4-BE49-F238E27FC236}">
                <a16:creationId xmlns:a16="http://schemas.microsoft.com/office/drawing/2014/main" id="{3B160043-2144-4560-B924-71A24304563D}"/>
              </a:ext>
            </a:extLst>
          </p:cNvPr>
          <p:cNvSpPr txBox="1">
            <a:spLocks/>
          </p:cNvSpPr>
          <p:nvPr/>
        </p:nvSpPr>
        <p:spPr>
          <a:xfrm>
            <a:off x="2546351" y="1713634"/>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latin typeface="Montserrat Light" panose="00000400000000000000" pitchFamily="50" charset="-52"/>
              </a:rPr>
              <a:t>Lorem ipsum dolor sit amet, consectetur adipiscing elit, sed do eiusmod tempor</a:t>
            </a:r>
          </a:p>
        </p:txBody>
      </p:sp>
      <p:grpSp>
        <p:nvGrpSpPr>
          <p:cNvPr id="28" name="Group 27">
            <a:extLst>
              <a:ext uri="{FF2B5EF4-FFF2-40B4-BE49-F238E27FC236}">
                <a16:creationId xmlns:a16="http://schemas.microsoft.com/office/drawing/2014/main" id="{908741AD-E6CE-4D3C-830D-DCAFE6FEAAC8}"/>
              </a:ext>
            </a:extLst>
          </p:cNvPr>
          <p:cNvGrpSpPr/>
          <p:nvPr/>
        </p:nvGrpSpPr>
        <p:grpSpPr>
          <a:xfrm>
            <a:off x="4296569" y="1765669"/>
            <a:ext cx="1208881" cy="78581"/>
            <a:chOff x="4296569" y="1765669"/>
            <a:chExt cx="1208881" cy="78581"/>
          </a:xfrm>
        </p:grpSpPr>
        <p:cxnSp>
          <p:nvCxnSpPr>
            <p:cNvPr id="22" name="Straight Connector 21">
              <a:extLst>
                <a:ext uri="{FF2B5EF4-FFF2-40B4-BE49-F238E27FC236}">
                  <a16:creationId xmlns:a16="http://schemas.microsoft.com/office/drawing/2014/main" id="{C3907E80-E513-48EB-86A8-AA6ACDC987B0}"/>
                </a:ext>
              </a:extLst>
            </p:cNvPr>
            <p:cNvCxnSpPr/>
            <p:nvPr/>
          </p:nvCxnSpPr>
          <p:spPr>
            <a:xfrm flipH="1">
              <a:off x="4375150" y="1804960"/>
              <a:ext cx="11303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58F4FB8A-CE6D-4812-AFB3-4A2CF9739AEA}"/>
                </a:ext>
              </a:extLst>
            </p:cNvPr>
            <p:cNvSpPr/>
            <p:nvPr/>
          </p:nvSpPr>
          <p:spPr>
            <a:xfrm>
              <a:off x="4296569" y="1765669"/>
              <a:ext cx="78581" cy="78581"/>
            </a:xfrm>
            <a:prstGeom prst="ellipse">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UA"/>
            </a:p>
          </p:txBody>
        </p:sp>
      </p:grpSp>
      <p:grpSp>
        <p:nvGrpSpPr>
          <p:cNvPr id="29" name="Group 28">
            <a:extLst>
              <a:ext uri="{FF2B5EF4-FFF2-40B4-BE49-F238E27FC236}">
                <a16:creationId xmlns:a16="http://schemas.microsoft.com/office/drawing/2014/main" id="{7A63866C-4D1B-444D-926B-08FC64C3B5DA}"/>
              </a:ext>
            </a:extLst>
          </p:cNvPr>
          <p:cNvGrpSpPr/>
          <p:nvPr/>
        </p:nvGrpSpPr>
        <p:grpSpPr>
          <a:xfrm flipH="1">
            <a:off x="6696869" y="4494766"/>
            <a:ext cx="1208881" cy="78581"/>
            <a:chOff x="4296569" y="1765669"/>
            <a:chExt cx="1208881" cy="78581"/>
          </a:xfrm>
        </p:grpSpPr>
        <p:cxnSp>
          <p:nvCxnSpPr>
            <p:cNvPr id="30" name="Straight Connector 29">
              <a:extLst>
                <a:ext uri="{FF2B5EF4-FFF2-40B4-BE49-F238E27FC236}">
                  <a16:creationId xmlns:a16="http://schemas.microsoft.com/office/drawing/2014/main" id="{A93F8E9C-59B0-406F-A255-86AE6427E381}"/>
                </a:ext>
              </a:extLst>
            </p:cNvPr>
            <p:cNvCxnSpPr/>
            <p:nvPr/>
          </p:nvCxnSpPr>
          <p:spPr>
            <a:xfrm flipH="1">
              <a:off x="4375150" y="1804960"/>
              <a:ext cx="11303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5C01B95B-3322-432E-8A2D-70D99642FAC5}"/>
                </a:ext>
              </a:extLst>
            </p:cNvPr>
            <p:cNvSpPr/>
            <p:nvPr/>
          </p:nvSpPr>
          <p:spPr>
            <a:xfrm>
              <a:off x="4296569" y="1765669"/>
              <a:ext cx="78581" cy="78581"/>
            </a:xfrm>
            <a:prstGeom prst="ellipse">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UA"/>
            </a:p>
          </p:txBody>
        </p:sp>
      </p:grpSp>
      <p:grpSp>
        <p:nvGrpSpPr>
          <p:cNvPr id="32" name="Group 31">
            <a:extLst>
              <a:ext uri="{FF2B5EF4-FFF2-40B4-BE49-F238E27FC236}">
                <a16:creationId xmlns:a16="http://schemas.microsoft.com/office/drawing/2014/main" id="{02B18E33-9210-4DD9-B2C7-999C1C811BE6}"/>
              </a:ext>
            </a:extLst>
          </p:cNvPr>
          <p:cNvGrpSpPr/>
          <p:nvPr/>
        </p:nvGrpSpPr>
        <p:grpSpPr>
          <a:xfrm flipH="1">
            <a:off x="6696869" y="2662203"/>
            <a:ext cx="1208881" cy="78581"/>
            <a:chOff x="4296569" y="1765669"/>
            <a:chExt cx="1208881" cy="78581"/>
          </a:xfrm>
        </p:grpSpPr>
        <p:cxnSp>
          <p:nvCxnSpPr>
            <p:cNvPr id="33" name="Straight Connector 32">
              <a:extLst>
                <a:ext uri="{FF2B5EF4-FFF2-40B4-BE49-F238E27FC236}">
                  <a16:creationId xmlns:a16="http://schemas.microsoft.com/office/drawing/2014/main" id="{F947A6C0-8812-4786-A7A2-FF8756CF0D67}"/>
                </a:ext>
              </a:extLst>
            </p:cNvPr>
            <p:cNvCxnSpPr/>
            <p:nvPr/>
          </p:nvCxnSpPr>
          <p:spPr>
            <a:xfrm flipH="1">
              <a:off x="4375150" y="1804960"/>
              <a:ext cx="11303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03F68753-B465-4A62-8548-7A94225C86D4}"/>
                </a:ext>
              </a:extLst>
            </p:cNvPr>
            <p:cNvSpPr/>
            <p:nvPr/>
          </p:nvSpPr>
          <p:spPr>
            <a:xfrm>
              <a:off x="4296569" y="1765669"/>
              <a:ext cx="78581" cy="78581"/>
            </a:xfrm>
            <a:prstGeom prst="ellipse">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UA"/>
            </a:p>
          </p:txBody>
        </p:sp>
      </p:grpSp>
      <p:sp>
        <p:nvSpPr>
          <p:cNvPr id="35" name="Text Placeholder 36">
            <a:extLst>
              <a:ext uri="{FF2B5EF4-FFF2-40B4-BE49-F238E27FC236}">
                <a16:creationId xmlns:a16="http://schemas.microsoft.com/office/drawing/2014/main" id="{C7590687-05D7-4FF5-8D37-3B2873B3CB8E}"/>
              </a:ext>
            </a:extLst>
          </p:cNvPr>
          <p:cNvSpPr txBox="1">
            <a:spLocks/>
          </p:cNvSpPr>
          <p:nvPr/>
        </p:nvSpPr>
        <p:spPr>
          <a:xfrm>
            <a:off x="7990141" y="4026100"/>
            <a:ext cx="840639" cy="35520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0">
                <a:solidFill>
                  <a:schemeClr val="accent2"/>
                </a:solidFill>
                <a:latin typeface="Montserrat SemiBold" panose="00000700000000000000" pitchFamily="50" charset="-52"/>
              </a:rPr>
              <a:t>15%</a:t>
            </a:r>
          </a:p>
        </p:txBody>
      </p:sp>
      <p:sp>
        <p:nvSpPr>
          <p:cNvPr id="36" name="Text Placeholder 33">
            <a:extLst>
              <a:ext uri="{FF2B5EF4-FFF2-40B4-BE49-F238E27FC236}">
                <a16:creationId xmlns:a16="http://schemas.microsoft.com/office/drawing/2014/main" id="{66AB1EFF-1665-47E1-99AC-A0B458B5FDAF}"/>
              </a:ext>
            </a:extLst>
          </p:cNvPr>
          <p:cNvSpPr txBox="1">
            <a:spLocks/>
          </p:cNvSpPr>
          <p:nvPr/>
        </p:nvSpPr>
        <p:spPr>
          <a:xfrm>
            <a:off x="7999667" y="4353674"/>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37" name="Text Placeholder 36">
            <a:extLst>
              <a:ext uri="{FF2B5EF4-FFF2-40B4-BE49-F238E27FC236}">
                <a16:creationId xmlns:a16="http://schemas.microsoft.com/office/drawing/2014/main" id="{F0416A7D-520C-4098-A405-9F5E2B8D6E51}"/>
              </a:ext>
            </a:extLst>
          </p:cNvPr>
          <p:cNvSpPr txBox="1">
            <a:spLocks/>
          </p:cNvSpPr>
          <p:nvPr/>
        </p:nvSpPr>
        <p:spPr>
          <a:xfrm>
            <a:off x="7990141" y="2128542"/>
            <a:ext cx="840639" cy="35520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0">
                <a:solidFill>
                  <a:schemeClr val="accent4"/>
                </a:solidFill>
                <a:latin typeface="Montserrat SemiBold" panose="00000700000000000000" pitchFamily="50" charset="-52"/>
              </a:rPr>
              <a:t>18%</a:t>
            </a:r>
          </a:p>
        </p:txBody>
      </p:sp>
      <p:sp>
        <p:nvSpPr>
          <p:cNvPr id="38" name="Text Placeholder 33">
            <a:extLst>
              <a:ext uri="{FF2B5EF4-FFF2-40B4-BE49-F238E27FC236}">
                <a16:creationId xmlns:a16="http://schemas.microsoft.com/office/drawing/2014/main" id="{610D266A-2796-43E7-B0D2-99CA6B15FE93}"/>
              </a:ext>
            </a:extLst>
          </p:cNvPr>
          <p:cNvSpPr txBox="1">
            <a:spLocks/>
          </p:cNvSpPr>
          <p:nvPr/>
        </p:nvSpPr>
        <p:spPr>
          <a:xfrm>
            <a:off x="7999667" y="2456116"/>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40" name="TextBox 39">
            <a:extLst>
              <a:ext uri="{FF2B5EF4-FFF2-40B4-BE49-F238E27FC236}">
                <a16:creationId xmlns:a16="http://schemas.microsoft.com/office/drawing/2014/main" id="{62617C96-BA28-42FE-BB93-7314A73DA981}"/>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4133898157"/>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14:presetBounceEnd="67000">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14:bounceEnd="67000">
                                          <p:cBhvr additive="base">
                                            <p:cTn id="7" dur="1000" fill="hold"/>
                                            <p:tgtEl>
                                              <p:spTgt spid="9"/>
                                            </p:tgtEl>
                                            <p:attrNameLst>
                                              <p:attrName>ppt_x</p:attrName>
                                            </p:attrNameLst>
                                          </p:cBhvr>
                                          <p:tavLst>
                                            <p:tav tm="0">
                                              <p:val>
                                                <p:strVal val="#ppt_x"/>
                                              </p:val>
                                            </p:tav>
                                            <p:tav tm="100000">
                                              <p:val>
                                                <p:strVal val="#ppt_x"/>
                                              </p:val>
                                            </p:tav>
                                          </p:tavLst>
                                        </p:anim>
                                        <p:anim calcmode="lin" valueType="num" p14:bounceEnd="67000">
                                          <p:cBhvr additive="base">
                                            <p:cTn id="8" dur="10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1" fill="hold" grpId="0" nodeType="withEffect" p14:presetBounceEnd="67000">
                                      <p:stCondLst>
                                        <p:cond delay="250"/>
                                      </p:stCondLst>
                                      <p:childTnLst>
                                        <p:set>
                                          <p:cBhvr>
                                            <p:cTn id="10" dur="1" fill="hold">
                                              <p:stCondLst>
                                                <p:cond delay="0"/>
                                              </p:stCondLst>
                                            </p:cTn>
                                            <p:tgtEl>
                                              <p:spTgt spid="7">
                                                <p:graphicEl>
                                                  <a:chart seriesIdx="-3" categoryIdx="-3" bldStep="gridLegend"/>
                                                </p:graphicEl>
                                              </p:spTgt>
                                            </p:tgtEl>
                                            <p:attrNameLst>
                                              <p:attrName>style.visibility</p:attrName>
                                            </p:attrNameLst>
                                          </p:cBhvr>
                                          <p:to>
                                            <p:strVal val="visible"/>
                                          </p:to>
                                        </p:set>
                                        <p:anim calcmode="lin" valueType="num" p14:bounceEnd="67000">
                                          <p:cBhvr additive="base">
                                            <p:cTn id="11" dur="1000" fill="hold"/>
                                            <p:tgtEl>
                                              <p:spTgt spid="7">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14:bounceEnd="67000">
                                          <p:cBhvr additive="base">
                                            <p:cTn id="12" dur="1000" fill="hold"/>
                                            <p:tgtEl>
                                              <p:spTgt spid="7">
                                                <p:graphicEl>
                                                  <a:chart seriesIdx="-3" categoryIdx="-3" bldStep="gridLegend"/>
                                                </p:graphic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14:presetBounceEnd="67000">
                                      <p:stCondLst>
                                        <p:cond delay="500"/>
                                      </p:stCondLst>
                                      <p:childTnLst>
                                        <p:set>
                                          <p:cBhvr>
                                            <p:cTn id="14" dur="1" fill="hold">
                                              <p:stCondLst>
                                                <p:cond delay="0"/>
                                              </p:stCondLst>
                                            </p:cTn>
                                            <p:tgtEl>
                                              <p:spTgt spid="7">
                                                <p:graphicEl>
                                                  <a:chart seriesIdx="0" categoryIdx="-4" bldStep="series"/>
                                                </p:graphicEl>
                                              </p:spTgt>
                                            </p:tgtEl>
                                            <p:attrNameLst>
                                              <p:attrName>style.visibility</p:attrName>
                                            </p:attrNameLst>
                                          </p:cBhvr>
                                          <p:to>
                                            <p:strVal val="visible"/>
                                          </p:to>
                                        </p:set>
                                        <p:anim calcmode="lin" valueType="num" p14:bounceEnd="67000">
                                          <p:cBhvr additive="base">
                                            <p:cTn id="15" dur="1000" fill="hold"/>
                                            <p:tgtEl>
                                              <p:spTgt spid="7">
                                                <p:graphicEl>
                                                  <a:chart seriesIdx="0" categoryIdx="-4" bldStep="series"/>
                                                </p:graphicEl>
                                              </p:spTgt>
                                            </p:tgtEl>
                                            <p:attrNameLst>
                                              <p:attrName>ppt_x</p:attrName>
                                            </p:attrNameLst>
                                          </p:cBhvr>
                                          <p:tavLst>
                                            <p:tav tm="0">
                                              <p:val>
                                                <p:strVal val="#ppt_x"/>
                                              </p:val>
                                            </p:tav>
                                            <p:tav tm="100000">
                                              <p:val>
                                                <p:strVal val="#ppt_x"/>
                                              </p:val>
                                            </p:tav>
                                          </p:tavLst>
                                        </p:anim>
                                        <p:anim calcmode="lin" valueType="num" p14:bounceEnd="67000">
                                          <p:cBhvr additive="base">
                                            <p:cTn id="16" dur="1000" fill="hold"/>
                                            <p:tgtEl>
                                              <p:spTgt spid="7">
                                                <p:graphicEl>
                                                  <a:chart seriesIdx="0" categoryIdx="-4" bldStep="series"/>
                                                </p:graphicEl>
                                              </p:spTgt>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14:presetBounceEnd="67000">
                                      <p:stCondLst>
                                        <p:cond delay="750"/>
                                      </p:stCondLst>
                                      <p:childTnLst>
                                        <p:set>
                                          <p:cBhvr>
                                            <p:cTn id="18" dur="1" fill="hold">
                                              <p:stCondLst>
                                                <p:cond delay="0"/>
                                              </p:stCondLst>
                                            </p:cTn>
                                            <p:tgtEl>
                                              <p:spTgt spid="7">
                                                <p:graphicEl>
                                                  <a:chart seriesIdx="1" categoryIdx="-4" bldStep="series"/>
                                                </p:graphicEl>
                                              </p:spTgt>
                                            </p:tgtEl>
                                            <p:attrNameLst>
                                              <p:attrName>style.visibility</p:attrName>
                                            </p:attrNameLst>
                                          </p:cBhvr>
                                          <p:to>
                                            <p:strVal val="visible"/>
                                          </p:to>
                                        </p:set>
                                        <p:anim calcmode="lin" valueType="num" p14:bounceEnd="67000">
                                          <p:cBhvr additive="base">
                                            <p:cTn id="19" dur="1000" fill="hold"/>
                                            <p:tgtEl>
                                              <p:spTgt spid="7">
                                                <p:graphicEl>
                                                  <a:chart seriesIdx="1" categoryIdx="-4" bldStep="series"/>
                                                </p:graphicEl>
                                              </p:spTgt>
                                            </p:tgtEl>
                                            <p:attrNameLst>
                                              <p:attrName>ppt_x</p:attrName>
                                            </p:attrNameLst>
                                          </p:cBhvr>
                                          <p:tavLst>
                                            <p:tav tm="0">
                                              <p:val>
                                                <p:strVal val="#ppt_x"/>
                                              </p:val>
                                            </p:tav>
                                            <p:tav tm="100000">
                                              <p:val>
                                                <p:strVal val="#ppt_x"/>
                                              </p:val>
                                            </p:tav>
                                          </p:tavLst>
                                        </p:anim>
                                        <p:anim calcmode="lin" valueType="num" p14:bounceEnd="67000">
                                          <p:cBhvr additive="base">
                                            <p:cTn id="20" dur="1000" fill="hold"/>
                                            <p:tgtEl>
                                              <p:spTgt spid="7">
                                                <p:graphicEl>
                                                  <a:chart seriesIdx="1" categoryIdx="-4" bldStep="series"/>
                                                </p:graphicEl>
                                              </p:spTgt>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14:presetBounceEnd="67000">
                                      <p:stCondLst>
                                        <p:cond delay="1000"/>
                                      </p:stCondLst>
                                      <p:childTnLst>
                                        <p:set>
                                          <p:cBhvr>
                                            <p:cTn id="22" dur="1" fill="hold">
                                              <p:stCondLst>
                                                <p:cond delay="0"/>
                                              </p:stCondLst>
                                            </p:cTn>
                                            <p:tgtEl>
                                              <p:spTgt spid="7">
                                                <p:graphicEl>
                                                  <a:chart seriesIdx="2" categoryIdx="-4" bldStep="series"/>
                                                </p:graphicEl>
                                              </p:spTgt>
                                            </p:tgtEl>
                                            <p:attrNameLst>
                                              <p:attrName>style.visibility</p:attrName>
                                            </p:attrNameLst>
                                          </p:cBhvr>
                                          <p:to>
                                            <p:strVal val="visible"/>
                                          </p:to>
                                        </p:set>
                                        <p:anim calcmode="lin" valueType="num" p14:bounceEnd="67000">
                                          <p:cBhvr additive="base">
                                            <p:cTn id="23" dur="1000" fill="hold"/>
                                            <p:tgtEl>
                                              <p:spTgt spid="7">
                                                <p:graphicEl>
                                                  <a:chart seriesIdx="2" categoryIdx="-4" bldStep="series"/>
                                                </p:graphicEl>
                                              </p:spTgt>
                                            </p:tgtEl>
                                            <p:attrNameLst>
                                              <p:attrName>ppt_x</p:attrName>
                                            </p:attrNameLst>
                                          </p:cBhvr>
                                          <p:tavLst>
                                            <p:tav tm="0">
                                              <p:val>
                                                <p:strVal val="#ppt_x"/>
                                              </p:val>
                                            </p:tav>
                                            <p:tav tm="100000">
                                              <p:val>
                                                <p:strVal val="#ppt_x"/>
                                              </p:val>
                                            </p:tav>
                                          </p:tavLst>
                                        </p:anim>
                                        <p:anim calcmode="lin" valueType="num" p14:bounceEnd="67000">
                                          <p:cBhvr additive="base">
                                            <p:cTn id="24" dur="1000" fill="hold"/>
                                            <p:tgtEl>
                                              <p:spTgt spid="7">
                                                <p:graphicEl>
                                                  <a:chart seriesIdx="2" categoryIdx="-4" bldStep="series"/>
                                                </p:graphicEl>
                                              </p:spTgt>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14:presetBounceEnd="67000">
                                      <p:stCondLst>
                                        <p:cond delay="1250"/>
                                      </p:stCondLst>
                                      <p:childTnLst>
                                        <p:set>
                                          <p:cBhvr>
                                            <p:cTn id="26" dur="1" fill="hold">
                                              <p:stCondLst>
                                                <p:cond delay="0"/>
                                              </p:stCondLst>
                                            </p:cTn>
                                            <p:tgtEl>
                                              <p:spTgt spid="7">
                                                <p:graphicEl>
                                                  <a:chart seriesIdx="3" categoryIdx="-4" bldStep="series"/>
                                                </p:graphicEl>
                                              </p:spTgt>
                                            </p:tgtEl>
                                            <p:attrNameLst>
                                              <p:attrName>style.visibility</p:attrName>
                                            </p:attrNameLst>
                                          </p:cBhvr>
                                          <p:to>
                                            <p:strVal val="visible"/>
                                          </p:to>
                                        </p:set>
                                        <p:anim calcmode="lin" valueType="num" p14:bounceEnd="67000">
                                          <p:cBhvr additive="base">
                                            <p:cTn id="27" dur="1000" fill="hold"/>
                                            <p:tgtEl>
                                              <p:spTgt spid="7">
                                                <p:graphicEl>
                                                  <a:chart seriesIdx="3" categoryIdx="-4" bldStep="series"/>
                                                </p:graphicEl>
                                              </p:spTgt>
                                            </p:tgtEl>
                                            <p:attrNameLst>
                                              <p:attrName>ppt_x</p:attrName>
                                            </p:attrNameLst>
                                          </p:cBhvr>
                                          <p:tavLst>
                                            <p:tav tm="0">
                                              <p:val>
                                                <p:strVal val="#ppt_x"/>
                                              </p:val>
                                            </p:tav>
                                            <p:tav tm="100000">
                                              <p:val>
                                                <p:strVal val="#ppt_x"/>
                                              </p:val>
                                            </p:tav>
                                          </p:tavLst>
                                        </p:anim>
                                        <p:anim calcmode="lin" valueType="num" p14:bounceEnd="67000">
                                          <p:cBhvr additive="base">
                                            <p:cTn id="28" dur="1000" fill="hold"/>
                                            <p:tgtEl>
                                              <p:spTgt spid="7">
                                                <p:graphicEl>
                                                  <a:chart seriesIdx="3" categoryIdx="-4" bldStep="series"/>
                                                </p:graphicEl>
                                              </p:spTgt>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14:presetBounceEnd="67000">
                                      <p:stCondLst>
                                        <p:cond delay="1500"/>
                                      </p:stCondLst>
                                      <p:childTnLst>
                                        <p:set>
                                          <p:cBhvr>
                                            <p:cTn id="30" dur="1" fill="hold">
                                              <p:stCondLst>
                                                <p:cond delay="0"/>
                                              </p:stCondLst>
                                            </p:cTn>
                                            <p:tgtEl>
                                              <p:spTgt spid="7">
                                                <p:graphicEl>
                                                  <a:chart seriesIdx="4" categoryIdx="-4" bldStep="series"/>
                                                </p:graphicEl>
                                              </p:spTgt>
                                            </p:tgtEl>
                                            <p:attrNameLst>
                                              <p:attrName>style.visibility</p:attrName>
                                            </p:attrNameLst>
                                          </p:cBhvr>
                                          <p:to>
                                            <p:strVal val="visible"/>
                                          </p:to>
                                        </p:set>
                                        <p:anim calcmode="lin" valueType="num" p14:bounceEnd="67000">
                                          <p:cBhvr additive="base">
                                            <p:cTn id="31" dur="1000" fill="hold"/>
                                            <p:tgtEl>
                                              <p:spTgt spid="7">
                                                <p:graphicEl>
                                                  <a:chart seriesIdx="4" categoryIdx="-4" bldStep="series"/>
                                                </p:graphicEl>
                                              </p:spTgt>
                                            </p:tgtEl>
                                            <p:attrNameLst>
                                              <p:attrName>ppt_x</p:attrName>
                                            </p:attrNameLst>
                                          </p:cBhvr>
                                          <p:tavLst>
                                            <p:tav tm="0">
                                              <p:val>
                                                <p:strVal val="#ppt_x"/>
                                              </p:val>
                                            </p:tav>
                                            <p:tav tm="100000">
                                              <p:val>
                                                <p:strVal val="#ppt_x"/>
                                              </p:val>
                                            </p:tav>
                                          </p:tavLst>
                                        </p:anim>
                                        <p:anim calcmode="lin" valueType="num" p14:bounceEnd="67000">
                                          <p:cBhvr additive="base">
                                            <p:cTn id="32" dur="1000" fill="hold"/>
                                            <p:tgtEl>
                                              <p:spTgt spid="7">
                                                <p:graphicEl>
                                                  <a:chart seriesIdx="4" categoryIdx="-4" bldStep="series"/>
                                                </p:graphicEl>
                                              </p:spTgt>
                                            </p:tgtEl>
                                            <p:attrNameLst>
                                              <p:attrName>ppt_y</p:attrName>
                                            </p:attrNameLst>
                                          </p:cBhvr>
                                          <p:tavLst>
                                            <p:tav tm="0">
                                              <p:val>
                                                <p:strVal val="0-#ppt_h/2"/>
                                              </p:val>
                                            </p:tav>
                                            <p:tav tm="100000">
                                              <p:val>
                                                <p:strVal val="#ppt_y"/>
                                              </p:val>
                                            </p:tav>
                                          </p:tavLst>
                                        </p:anim>
                                      </p:childTnLst>
                                    </p:cTn>
                                  </p:par>
                                  <p:par>
                                    <p:cTn id="33" presetID="22" presetClass="entr" presetSubtype="2" fill="hold" nodeType="withEffect">
                                      <p:stCondLst>
                                        <p:cond delay="250"/>
                                      </p:stCondLst>
                                      <p:childTnLst>
                                        <p:set>
                                          <p:cBhvr>
                                            <p:cTn id="34" dur="1" fill="hold">
                                              <p:stCondLst>
                                                <p:cond delay="0"/>
                                              </p:stCondLst>
                                            </p:cTn>
                                            <p:tgtEl>
                                              <p:spTgt spid="26"/>
                                            </p:tgtEl>
                                            <p:attrNameLst>
                                              <p:attrName>style.visibility</p:attrName>
                                            </p:attrNameLst>
                                          </p:cBhvr>
                                          <p:to>
                                            <p:strVal val="visible"/>
                                          </p:to>
                                        </p:set>
                                        <p:animEffect transition="in" filter="wipe(right)">
                                          <p:cBhvr>
                                            <p:cTn id="35" dur="750"/>
                                            <p:tgtEl>
                                              <p:spTgt spid="26"/>
                                            </p:tgtEl>
                                          </p:cBhvr>
                                        </p:animEffect>
                                      </p:childTnLst>
                                    </p:cTn>
                                  </p:par>
                                  <p:par>
                                    <p:cTn id="36" presetID="22" presetClass="entr" presetSubtype="8" fill="hold" nodeType="withEffect">
                                      <p:stCondLst>
                                        <p:cond delay="500"/>
                                      </p:stCondLst>
                                      <p:childTnLst>
                                        <p:set>
                                          <p:cBhvr>
                                            <p:cTn id="37" dur="1" fill="hold">
                                              <p:stCondLst>
                                                <p:cond delay="0"/>
                                              </p:stCondLst>
                                            </p:cTn>
                                            <p:tgtEl>
                                              <p:spTgt spid="29"/>
                                            </p:tgtEl>
                                            <p:attrNameLst>
                                              <p:attrName>style.visibility</p:attrName>
                                            </p:attrNameLst>
                                          </p:cBhvr>
                                          <p:to>
                                            <p:strVal val="visible"/>
                                          </p:to>
                                        </p:set>
                                        <p:animEffect transition="in" filter="wipe(left)">
                                          <p:cBhvr>
                                            <p:cTn id="38" dur="750"/>
                                            <p:tgtEl>
                                              <p:spTgt spid="29"/>
                                            </p:tgtEl>
                                          </p:cBhvr>
                                        </p:animEffect>
                                      </p:childTnLst>
                                    </p:cTn>
                                  </p:par>
                                  <p:par>
                                    <p:cTn id="39" presetID="22" presetClass="entr" presetSubtype="2" fill="hold" nodeType="withEffect">
                                      <p:stCondLst>
                                        <p:cond delay="750"/>
                                      </p:stCondLst>
                                      <p:childTnLst>
                                        <p:set>
                                          <p:cBhvr>
                                            <p:cTn id="40" dur="1" fill="hold">
                                              <p:stCondLst>
                                                <p:cond delay="0"/>
                                              </p:stCondLst>
                                            </p:cTn>
                                            <p:tgtEl>
                                              <p:spTgt spid="27"/>
                                            </p:tgtEl>
                                            <p:attrNameLst>
                                              <p:attrName>style.visibility</p:attrName>
                                            </p:attrNameLst>
                                          </p:cBhvr>
                                          <p:to>
                                            <p:strVal val="visible"/>
                                          </p:to>
                                        </p:set>
                                        <p:animEffect transition="in" filter="wipe(right)">
                                          <p:cBhvr>
                                            <p:cTn id="41" dur="750"/>
                                            <p:tgtEl>
                                              <p:spTgt spid="27"/>
                                            </p:tgtEl>
                                          </p:cBhvr>
                                        </p:animEffect>
                                      </p:childTnLst>
                                    </p:cTn>
                                  </p:par>
                                  <p:par>
                                    <p:cTn id="42" presetID="22" presetClass="entr" presetSubtype="8" fill="hold" nodeType="withEffect">
                                      <p:stCondLst>
                                        <p:cond delay="1000"/>
                                      </p:stCondLst>
                                      <p:childTnLst>
                                        <p:set>
                                          <p:cBhvr>
                                            <p:cTn id="43" dur="1" fill="hold">
                                              <p:stCondLst>
                                                <p:cond delay="0"/>
                                              </p:stCondLst>
                                            </p:cTn>
                                            <p:tgtEl>
                                              <p:spTgt spid="32"/>
                                            </p:tgtEl>
                                            <p:attrNameLst>
                                              <p:attrName>style.visibility</p:attrName>
                                            </p:attrNameLst>
                                          </p:cBhvr>
                                          <p:to>
                                            <p:strVal val="visible"/>
                                          </p:to>
                                        </p:set>
                                        <p:animEffect transition="in" filter="wipe(left)">
                                          <p:cBhvr>
                                            <p:cTn id="44" dur="750"/>
                                            <p:tgtEl>
                                              <p:spTgt spid="32"/>
                                            </p:tgtEl>
                                          </p:cBhvr>
                                        </p:animEffect>
                                      </p:childTnLst>
                                    </p:cTn>
                                  </p:par>
                                  <p:par>
                                    <p:cTn id="45" presetID="22" presetClass="entr" presetSubtype="2" fill="hold" nodeType="withEffect">
                                      <p:stCondLst>
                                        <p:cond delay="1250"/>
                                      </p:stCondLst>
                                      <p:childTnLst>
                                        <p:set>
                                          <p:cBhvr>
                                            <p:cTn id="46" dur="1" fill="hold">
                                              <p:stCondLst>
                                                <p:cond delay="0"/>
                                              </p:stCondLst>
                                            </p:cTn>
                                            <p:tgtEl>
                                              <p:spTgt spid="28"/>
                                            </p:tgtEl>
                                            <p:attrNameLst>
                                              <p:attrName>style.visibility</p:attrName>
                                            </p:attrNameLst>
                                          </p:cBhvr>
                                          <p:to>
                                            <p:strVal val="visible"/>
                                          </p:to>
                                        </p:set>
                                        <p:animEffect transition="in" filter="wipe(right)">
                                          <p:cBhvr>
                                            <p:cTn id="47" dur="750"/>
                                            <p:tgtEl>
                                              <p:spTgt spid="28"/>
                                            </p:tgtEl>
                                          </p:cBhvr>
                                        </p:animEffect>
                                      </p:childTnLst>
                                    </p:cTn>
                                  </p:par>
                                  <p:par>
                                    <p:cTn id="48" presetID="2" presetClass="entr" presetSubtype="8" fill="hold" grpId="0" nodeType="withEffect" p14:presetBounceEnd="67000">
                                      <p:stCondLst>
                                        <p:cond delay="500"/>
                                      </p:stCondLst>
                                      <p:childTnLst>
                                        <p:set>
                                          <p:cBhvr>
                                            <p:cTn id="49" dur="1" fill="hold">
                                              <p:stCondLst>
                                                <p:cond delay="0"/>
                                              </p:stCondLst>
                                            </p:cTn>
                                            <p:tgtEl>
                                              <p:spTgt spid="15"/>
                                            </p:tgtEl>
                                            <p:attrNameLst>
                                              <p:attrName>style.visibility</p:attrName>
                                            </p:attrNameLst>
                                          </p:cBhvr>
                                          <p:to>
                                            <p:strVal val="visible"/>
                                          </p:to>
                                        </p:set>
                                        <p:anim calcmode="lin" valueType="num" p14:bounceEnd="67000">
                                          <p:cBhvr additive="base">
                                            <p:cTn id="50" dur="1000" fill="hold"/>
                                            <p:tgtEl>
                                              <p:spTgt spid="15"/>
                                            </p:tgtEl>
                                            <p:attrNameLst>
                                              <p:attrName>ppt_x</p:attrName>
                                            </p:attrNameLst>
                                          </p:cBhvr>
                                          <p:tavLst>
                                            <p:tav tm="0">
                                              <p:val>
                                                <p:strVal val="0-#ppt_w/2"/>
                                              </p:val>
                                            </p:tav>
                                            <p:tav tm="100000">
                                              <p:val>
                                                <p:strVal val="#ppt_x"/>
                                              </p:val>
                                            </p:tav>
                                          </p:tavLst>
                                        </p:anim>
                                        <p:anim calcmode="lin" valueType="num" p14:bounceEnd="67000">
                                          <p:cBhvr additive="base">
                                            <p:cTn id="51" dur="1000" fill="hold"/>
                                            <p:tgtEl>
                                              <p:spTgt spid="15"/>
                                            </p:tgtEl>
                                            <p:attrNameLst>
                                              <p:attrName>ppt_y</p:attrName>
                                            </p:attrNameLst>
                                          </p:cBhvr>
                                          <p:tavLst>
                                            <p:tav tm="0">
                                              <p:val>
                                                <p:strVal val="#ppt_y"/>
                                              </p:val>
                                            </p:tav>
                                            <p:tav tm="100000">
                                              <p:val>
                                                <p:strVal val="#ppt_y"/>
                                              </p:val>
                                            </p:tav>
                                          </p:tavLst>
                                        </p:anim>
                                      </p:childTnLst>
                                    </p:cTn>
                                  </p:par>
                                  <p:par>
                                    <p:cTn id="52" presetID="2" presetClass="entr" presetSubtype="8" fill="hold" grpId="0" nodeType="withEffect" p14:presetBounceEnd="67000">
                                      <p:stCondLst>
                                        <p:cond delay="500"/>
                                      </p:stCondLst>
                                      <p:childTnLst>
                                        <p:set>
                                          <p:cBhvr>
                                            <p:cTn id="53" dur="1" fill="hold">
                                              <p:stCondLst>
                                                <p:cond delay="0"/>
                                              </p:stCondLst>
                                            </p:cTn>
                                            <p:tgtEl>
                                              <p:spTgt spid="16"/>
                                            </p:tgtEl>
                                            <p:attrNameLst>
                                              <p:attrName>style.visibility</p:attrName>
                                            </p:attrNameLst>
                                          </p:cBhvr>
                                          <p:to>
                                            <p:strVal val="visible"/>
                                          </p:to>
                                        </p:set>
                                        <p:anim calcmode="lin" valueType="num" p14:bounceEnd="67000">
                                          <p:cBhvr additive="base">
                                            <p:cTn id="54" dur="1000" fill="hold"/>
                                            <p:tgtEl>
                                              <p:spTgt spid="16"/>
                                            </p:tgtEl>
                                            <p:attrNameLst>
                                              <p:attrName>ppt_x</p:attrName>
                                            </p:attrNameLst>
                                          </p:cBhvr>
                                          <p:tavLst>
                                            <p:tav tm="0">
                                              <p:val>
                                                <p:strVal val="0-#ppt_w/2"/>
                                              </p:val>
                                            </p:tav>
                                            <p:tav tm="100000">
                                              <p:val>
                                                <p:strVal val="#ppt_x"/>
                                              </p:val>
                                            </p:tav>
                                          </p:tavLst>
                                        </p:anim>
                                        <p:anim calcmode="lin" valueType="num" p14:bounceEnd="67000">
                                          <p:cBhvr additive="base">
                                            <p:cTn id="55" dur="1000" fill="hold"/>
                                            <p:tgtEl>
                                              <p:spTgt spid="16"/>
                                            </p:tgtEl>
                                            <p:attrNameLst>
                                              <p:attrName>ppt_y</p:attrName>
                                            </p:attrNameLst>
                                          </p:cBhvr>
                                          <p:tavLst>
                                            <p:tav tm="0">
                                              <p:val>
                                                <p:strVal val="#ppt_y"/>
                                              </p:val>
                                            </p:tav>
                                            <p:tav tm="100000">
                                              <p:val>
                                                <p:strVal val="#ppt_y"/>
                                              </p:val>
                                            </p:tav>
                                          </p:tavLst>
                                        </p:anim>
                                      </p:childTnLst>
                                    </p:cTn>
                                  </p:par>
                                  <p:par>
                                    <p:cTn id="56" presetID="2" presetClass="entr" presetSubtype="2" fill="hold" grpId="0" nodeType="withEffect" p14:presetBounceEnd="67000">
                                      <p:stCondLst>
                                        <p:cond delay="750"/>
                                      </p:stCondLst>
                                      <p:childTnLst>
                                        <p:set>
                                          <p:cBhvr>
                                            <p:cTn id="57" dur="1" fill="hold">
                                              <p:stCondLst>
                                                <p:cond delay="0"/>
                                              </p:stCondLst>
                                            </p:cTn>
                                            <p:tgtEl>
                                              <p:spTgt spid="35"/>
                                            </p:tgtEl>
                                            <p:attrNameLst>
                                              <p:attrName>style.visibility</p:attrName>
                                            </p:attrNameLst>
                                          </p:cBhvr>
                                          <p:to>
                                            <p:strVal val="visible"/>
                                          </p:to>
                                        </p:set>
                                        <p:anim calcmode="lin" valueType="num" p14:bounceEnd="67000">
                                          <p:cBhvr additive="base">
                                            <p:cTn id="58" dur="1000" fill="hold"/>
                                            <p:tgtEl>
                                              <p:spTgt spid="35"/>
                                            </p:tgtEl>
                                            <p:attrNameLst>
                                              <p:attrName>ppt_x</p:attrName>
                                            </p:attrNameLst>
                                          </p:cBhvr>
                                          <p:tavLst>
                                            <p:tav tm="0">
                                              <p:val>
                                                <p:strVal val="1+#ppt_w/2"/>
                                              </p:val>
                                            </p:tav>
                                            <p:tav tm="100000">
                                              <p:val>
                                                <p:strVal val="#ppt_x"/>
                                              </p:val>
                                            </p:tav>
                                          </p:tavLst>
                                        </p:anim>
                                        <p:anim calcmode="lin" valueType="num" p14:bounceEnd="67000">
                                          <p:cBhvr additive="base">
                                            <p:cTn id="59" dur="1000" fill="hold"/>
                                            <p:tgtEl>
                                              <p:spTgt spid="35"/>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14:presetBounceEnd="67000">
                                      <p:stCondLst>
                                        <p:cond delay="750"/>
                                      </p:stCondLst>
                                      <p:childTnLst>
                                        <p:set>
                                          <p:cBhvr>
                                            <p:cTn id="61" dur="1" fill="hold">
                                              <p:stCondLst>
                                                <p:cond delay="0"/>
                                              </p:stCondLst>
                                            </p:cTn>
                                            <p:tgtEl>
                                              <p:spTgt spid="36"/>
                                            </p:tgtEl>
                                            <p:attrNameLst>
                                              <p:attrName>style.visibility</p:attrName>
                                            </p:attrNameLst>
                                          </p:cBhvr>
                                          <p:to>
                                            <p:strVal val="visible"/>
                                          </p:to>
                                        </p:set>
                                        <p:anim calcmode="lin" valueType="num" p14:bounceEnd="67000">
                                          <p:cBhvr additive="base">
                                            <p:cTn id="62" dur="1000" fill="hold"/>
                                            <p:tgtEl>
                                              <p:spTgt spid="36"/>
                                            </p:tgtEl>
                                            <p:attrNameLst>
                                              <p:attrName>ppt_x</p:attrName>
                                            </p:attrNameLst>
                                          </p:cBhvr>
                                          <p:tavLst>
                                            <p:tav tm="0">
                                              <p:val>
                                                <p:strVal val="1+#ppt_w/2"/>
                                              </p:val>
                                            </p:tav>
                                            <p:tav tm="100000">
                                              <p:val>
                                                <p:strVal val="#ppt_x"/>
                                              </p:val>
                                            </p:tav>
                                          </p:tavLst>
                                        </p:anim>
                                        <p:anim calcmode="lin" valueType="num" p14:bounceEnd="67000">
                                          <p:cBhvr additive="base">
                                            <p:cTn id="63" dur="1000" fill="hold"/>
                                            <p:tgtEl>
                                              <p:spTgt spid="36"/>
                                            </p:tgtEl>
                                            <p:attrNameLst>
                                              <p:attrName>ppt_y</p:attrName>
                                            </p:attrNameLst>
                                          </p:cBhvr>
                                          <p:tavLst>
                                            <p:tav tm="0">
                                              <p:val>
                                                <p:strVal val="#ppt_y"/>
                                              </p:val>
                                            </p:tav>
                                            <p:tav tm="100000">
                                              <p:val>
                                                <p:strVal val="#ppt_y"/>
                                              </p:val>
                                            </p:tav>
                                          </p:tavLst>
                                        </p:anim>
                                      </p:childTnLst>
                                    </p:cTn>
                                  </p:par>
                                  <p:par>
                                    <p:cTn id="64" presetID="2" presetClass="entr" presetSubtype="8" fill="hold" grpId="0" nodeType="withEffect" p14:presetBounceEnd="67000">
                                      <p:stCondLst>
                                        <p:cond delay="1000"/>
                                      </p:stCondLst>
                                      <p:childTnLst>
                                        <p:set>
                                          <p:cBhvr>
                                            <p:cTn id="65" dur="1" fill="hold">
                                              <p:stCondLst>
                                                <p:cond delay="0"/>
                                              </p:stCondLst>
                                            </p:cTn>
                                            <p:tgtEl>
                                              <p:spTgt spid="19"/>
                                            </p:tgtEl>
                                            <p:attrNameLst>
                                              <p:attrName>style.visibility</p:attrName>
                                            </p:attrNameLst>
                                          </p:cBhvr>
                                          <p:to>
                                            <p:strVal val="visible"/>
                                          </p:to>
                                        </p:set>
                                        <p:anim calcmode="lin" valueType="num" p14:bounceEnd="67000">
                                          <p:cBhvr additive="base">
                                            <p:cTn id="66" dur="1000" fill="hold"/>
                                            <p:tgtEl>
                                              <p:spTgt spid="19"/>
                                            </p:tgtEl>
                                            <p:attrNameLst>
                                              <p:attrName>ppt_x</p:attrName>
                                            </p:attrNameLst>
                                          </p:cBhvr>
                                          <p:tavLst>
                                            <p:tav tm="0">
                                              <p:val>
                                                <p:strVal val="0-#ppt_w/2"/>
                                              </p:val>
                                            </p:tav>
                                            <p:tav tm="100000">
                                              <p:val>
                                                <p:strVal val="#ppt_x"/>
                                              </p:val>
                                            </p:tav>
                                          </p:tavLst>
                                        </p:anim>
                                        <p:anim calcmode="lin" valueType="num" p14:bounceEnd="67000">
                                          <p:cBhvr additive="base">
                                            <p:cTn id="67" dur="1000" fill="hold"/>
                                            <p:tgtEl>
                                              <p:spTgt spid="19"/>
                                            </p:tgtEl>
                                            <p:attrNameLst>
                                              <p:attrName>ppt_y</p:attrName>
                                            </p:attrNameLst>
                                          </p:cBhvr>
                                          <p:tavLst>
                                            <p:tav tm="0">
                                              <p:val>
                                                <p:strVal val="#ppt_y"/>
                                              </p:val>
                                            </p:tav>
                                            <p:tav tm="100000">
                                              <p:val>
                                                <p:strVal val="#ppt_y"/>
                                              </p:val>
                                            </p:tav>
                                          </p:tavLst>
                                        </p:anim>
                                      </p:childTnLst>
                                    </p:cTn>
                                  </p:par>
                                  <p:par>
                                    <p:cTn id="68" presetID="2" presetClass="entr" presetSubtype="8" fill="hold" grpId="0" nodeType="withEffect" p14:presetBounceEnd="67000">
                                      <p:stCondLst>
                                        <p:cond delay="1000"/>
                                      </p:stCondLst>
                                      <p:childTnLst>
                                        <p:set>
                                          <p:cBhvr>
                                            <p:cTn id="69" dur="1" fill="hold">
                                              <p:stCondLst>
                                                <p:cond delay="0"/>
                                              </p:stCondLst>
                                            </p:cTn>
                                            <p:tgtEl>
                                              <p:spTgt spid="20"/>
                                            </p:tgtEl>
                                            <p:attrNameLst>
                                              <p:attrName>style.visibility</p:attrName>
                                            </p:attrNameLst>
                                          </p:cBhvr>
                                          <p:to>
                                            <p:strVal val="visible"/>
                                          </p:to>
                                        </p:set>
                                        <p:anim calcmode="lin" valueType="num" p14:bounceEnd="67000">
                                          <p:cBhvr additive="base">
                                            <p:cTn id="70" dur="1000" fill="hold"/>
                                            <p:tgtEl>
                                              <p:spTgt spid="20"/>
                                            </p:tgtEl>
                                            <p:attrNameLst>
                                              <p:attrName>ppt_x</p:attrName>
                                            </p:attrNameLst>
                                          </p:cBhvr>
                                          <p:tavLst>
                                            <p:tav tm="0">
                                              <p:val>
                                                <p:strVal val="0-#ppt_w/2"/>
                                              </p:val>
                                            </p:tav>
                                            <p:tav tm="100000">
                                              <p:val>
                                                <p:strVal val="#ppt_x"/>
                                              </p:val>
                                            </p:tav>
                                          </p:tavLst>
                                        </p:anim>
                                        <p:anim calcmode="lin" valueType="num" p14:bounceEnd="67000">
                                          <p:cBhvr additive="base">
                                            <p:cTn id="71" dur="1000" fill="hold"/>
                                            <p:tgtEl>
                                              <p:spTgt spid="20"/>
                                            </p:tgtEl>
                                            <p:attrNameLst>
                                              <p:attrName>ppt_y</p:attrName>
                                            </p:attrNameLst>
                                          </p:cBhvr>
                                          <p:tavLst>
                                            <p:tav tm="0">
                                              <p:val>
                                                <p:strVal val="#ppt_y"/>
                                              </p:val>
                                            </p:tav>
                                            <p:tav tm="100000">
                                              <p:val>
                                                <p:strVal val="#ppt_y"/>
                                              </p:val>
                                            </p:tav>
                                          </p:tavLst>
                                        </p:anim>
                                      </p:childTnLst>
                                    </p:cTn>
                                  </p:par>
                                  <p:par>
                                    <p:cTn id="72" presetID="2" presetClass="entr" presetSubtype="2" fill="hold" grpId="0" nodeType="withEffect" p14:presetBounceEnd="67000">
                                      <p:stCondLst>
                                        <p:cond delay="1250"/>
                                      </p:stCondLst>
                                      <p:childTnLst>
                                        <p:set>
                                          <p:cBhvr>
                                            <p:cTn id="73" dur="1" fill="hold">
                                              <p:stCondLst>
                                                <p:cond delay="0"/>
                                              </p:stCondLst>
                                            </p:cTn>
                                            <p:tgtEl>
                                              <p:spTgt spid="37"/>
                                            </p:tgtEl>
                                            <p:attrNameLst>
                                              <p:attrName>style.visibility</p:attrName>
                                            </p:attrNameLst>
                                          </p:cBhvr>
                                          <p:to>
                                            <p:strVal val="visible"/>
                                          </p:to>
                                        </p:set>
                                        <p:anim calcmode="lin" valueType="num" p14:bounceEnd="67000">
                                          <p:cBhvr additive="base">
                                            <p:cTn id="74" dur="1000" fill="hold"/>
                                            <p:tgtEl>
                                              <p:spTgt spid="37"/>
                                            </p:tgtEl>
                                            <p:attrNameLst>
                                              <p:attrName>ppt_x</p:attrName>
                                            </p:attrNameLst>
                                          </p:cBhvr>
                                          <p:tavLst>
                                            <p:tav tm="0">
                                              <p:val>
                                                <p:strVal val="1+#ppt_w/2"/>
                                              </p:val>
                                            </p:tav>
                                            <p:tav tm="100000">
                                              <p:val>
                                                <p:strVal val="#ppt_x"/>
                                              </p:val>
                                            </p:tav>
                                          </p:tavLst>
                                        </p:anim>
                                        <p:anim calcmode="lin" valueType="num" p14:bounceEnd="67000">
                                          <p:cBhvr additive="base">
                                            <p:cTn id="75" dur="1000" fill="hold"/>
                                            <p:tgtEl>
                                              <p:spTgt spid="37"/>
                                            </p:tgtEl>
                                            <p:attrNameLst>
                                              <p:attrName>ppt_y</p:attrName>
                                            </p:attrNameLst>
                                          </p:cBhvr>
                                          <p:tavLst>
                                            <p:tav tm="0">
                                              <p:val>
                                                <p:strVal val="#ppt_y"/>
                                              </p:val>
                                            </p:tav>
                                            <p:tav tm="100000">
                                              <p:val>
                                                <p:strVal val="#ppt_y"/>
                                              </p:val>
                                            </p:tav>
                                          </p:tavLst>
                                        </p:anim>
                                      </p:childTnLst>
                                    </p:cTn>
                                  </p:par>
                                  <p:par>
                                    <p:cTn id="76" presetID="2" presetClass="entr" presetSubtype="2" fill="hold" grpId="0" nodeType="withEffect" p14:presetBounceEnd="67000">
                                      <p:stCondLst>
                                        <p:cond delay="1250"/>
                                      </p:stCondLst>
                                      <p:childTnLst>
                                        <p:set>
                                          <p:cBhvr>
                                            <p:cTn id="77" dur="1" fill="hold">
                                              <p:stCondLst>
                                                <p:cond delay="0"/>
                                              </p:stCondLst>
                                            </p:cTn>
                                            <p:tgtEl>
                                              <p:spTgt spid="38"/>
                                            </p:tgtEl>
                                            <p:attrNameLst>
                                              <p:attrName>style.visibility</p:attrName>
                                            </p:attrNameLst>
                                          </p:cBhvr>
                                          <p:to>
                                            <p:strVal val="visible"/>
                                          </p:to>
                                        </p:set>
                                        <p:anim calcmode="lin" valueType="num" p14:bounceEnd="67000">
                                          <p:cBhvr additive="base">
                                            <p:cTn id="78" dur="1000" fill="hold"/>
                                            <p:tgtEl>
                                              <p:spTgt spid="38"/>
                                            </p:tgtEl>
                                            <p:attrNameLst>
                                              <p:attrName>ppt_x</p:attrName>
                                            </p:attrNameLst>
                                          </p:cBhvr>
                                          <p:tavLst>
                                            <p:tav tm="0">
                                              <p:val>
                                                <p:strVal val="1+#ppt_w/2"/>
                                              </p:val>
                                            </p:tav>
                                            <p:tav tm="100000">
                                              <p:val>
                                                <p:strVal val="#ppt_x"/>
                                              </p:val>
                                            </p:tav>
                                          </p:tavLst>
                                        </p:anim>
                                        <p:anim calcmode="lin" valueType="num" p14:bounceEnd="67000">
                                          <p:cBhvr additive="base">
                                            <p:cTn id="79" dur="1000" fill="hold"/>
                                            <p:tgtEl>
                                              <p:spTgt spid="38"/>
                                            </p:tgtEl>
                                            <p:attrNameLst>
                                              <p:attrName>ppt_y</p:attrName>
                                            </p:attrNameLst>
                                          </p:cBhvr>
                                          <p:tavLst>
                                            <p:tav tm="0">
                                              <p:val>
                                                <p:strVal val="#ppt_y"/>
                                              </p:val>
                                            </p:tav>
                                            <p:tav tm="100000">
                                              <p:val>
                                                <p:strVal val="#ppt_y"/>
                                              </p:val>
                                            </p:tav>
                                          </p:tavLst>
                                        </p:anim>
                                      </p:childTnLst>
                                    </p:cTn>
                                  </p:par>
                                  <p:par>
                                    <p:cTn id="80" presetID="2" presetClass="entr" presetSubtype="8" fill="hold" grpId="0" nodeType="withEffect" p14:presetBounceEnd="67000">
                                      <p:stCondLst>
                                        <p:cond delay="1500"/>
                                      </p:stCondLst>
                                      <p:childTnLst>
                                        <p:set>
                                          <p:cBhvr>
                                            <p:cTn id="81" dur="1" fill="hold">
                                              <p:stCondLst>
                                                <p:cond delay="0"/>
                                              </p:stCondLst>
                                            </p:cTn>
                                            <p:tgtEl>
                                              <p:spTgt spid="23"/>
                                            </p:tgtEl>
                                            <p:attrNameLst>
                                              <p:attrName>style.visibility</p:attrName>
                                            </p:attrNameLst>
                                          </p:cBhvr>
                                          <p:to>
                                            <p:strVal val="visible"/>
                                          </p:to>
                                        </p:set>
                                        <p:anim calcmode="lin" valueType="num" p14:bounceEnd="67000">
                                          <p:cBhvr additive="base">
                                            <p:cTn id="82" dur="1000" fill="hold"/>
                                            <p:tgtEl>
                                              <p:spTgt spid="23"/>
                                            </p:tgtEl>
                                            <p:attrNameLst>
                                              <p:attrName>ppt_x</p:attrName>
                                            </p:attrNameLst>
                                          </p:cBhvr>
                                          <p:tavLst>
                                            <p:tav tm="0">
                                              <p:val>
                                                <p:strVal val="0-#ppt_w/2"/>
                                              </p:val>
                                            </p:tav>
                                            <p:tav tm="100000">
                                              <p:val>
                                                <p:strVal val="#ppt_x"/>
                                              </p:val>
                                            </p:tav>
                                          </p:tavLst>
                                        </p:anim>
                                        <p:anim calcmode="lin" valueType="num" p14:bounceEnd="67000">
                                          <p:cBhvr additive="base">
                                            <p:cTn id="83" dur="1000" fill="hold"/>
                                            <p:tgtEl>
                                              <p:spTgt spid="23"/>
                                            </p:tgtEl>
                                            <p:attrNameLst>
                                              <p:attrName>ppt_y</p:attrName>
                                            </p:attrNameLst>
                                          </p:cBhvr>
                                          <p:tavLst>
                                            <p:tav tm="0">
                                              <p:val>
                                                <p:strVal val="#ppt_y"/>
                                              </p:val>
                                            </p:tav>
                                            <p:tav tm="100000">
                                              <p:val>
                                                <p:strVal val="#ppt_y"/>
                                              </p:val>
                                            </p:tav>
                                          </p:tavLst>
                                        </p:anim>
                                      </p:childTnLst>
                                    </p:cTn>
                                  </p:par>
                                  <p:par>
                                    <p:cTn id="84" presetID="2" presetClass="entr" presetSubtype="8" fill="hold" grpId="0" nodeType="withEffect" p14:presetBounceEnd="67000">
                                      <p:stCondLst>
                                        <p:cond delay="1500"/>
                                      </p:stCondLst>
                                      <p:childTnLst>
                                        <p:set>
                                          <p:cBhvr>
                                            <p:cTn id="85" dur="1" fill="hold">
                                              <p:stCondLst>
                                                <p:cond delay="0"/>
                                              </p:stCondLst>
                                            </p:cTn>
                                            <p:tgtEl>
                                              <p:spTgt spid="24"/>
                                            </p:tgtEl>
                                            <p:attrNameLst>
                                              <p:attrName>style.visibility</p:attrName>
                                            </p:attrNameLst>
                                          </p:cBhvr>
                                          <p:to>
                                            <p:strVal val="visible"/>
                                          </p:to>
                                        </p:set>
                                        <p:anim calcmode="lin" valueType="num" p14:bounceEnd="67000">
                                          <p:cBhvr additive="base">
                                            <p:cTn id="86" dur="1000" fill="hold"/>
                                            <p:tgtEl>
                                              <p:spTgt spid="24"/>
                                            </p:tgtEl>
                                            <p:attrNameLst>
                                              <p:attrName>ppt_x</p:attrName>
                                            </p:attrNameLst>
                                          </p:cBhvr>
                                          <p:tavLst>
                                            <p:tav tm="0">
                                              <p:val>
                                                <p:strVal val="0-#ppt_w/2"/>
                                              </p:val>
                                            </p:tav>
                                            <p:tav tm="100000">
                                              <p:val>
                                                <p:strVal val="#ppt_x"/>
                                              </p:val>
                                            </p:tav>
                                          </p:tavLst>
                                        </p:anim>
                                        <p:anim calcmode="lin" valueType="num" p14:bounceEnd="67000">
                                          <p:cBhvr additive="base">
                                            <p:cTn id="87" dur="10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uiExpand="1">
            <p:bldSub>
              <a:bldChart bld="series"/>
            </p:bldSub>
          </p:bldGraphic>
          <p:bldP spid="15" grpId="0"/>
          <p:bldP spid="16" grpId="0"/>
          <p:bldP spid="19" grpId="0"/>
          <p:bldP spid="20" grpId="0"/>
          <p:bldP spid="23" grpId="0"/>
          <p:bldP spid="24" grpId="0"/>
          <p:bldP spid="35" grpId="0"/>
          <p:bldP spid="36" grpId="0"/>
          <p:bldP spid="37" grpId="0"/>
          <p:bldP spid="38"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1" fill="hold" grpId="0" nodeType="withEffect">
                                      <p:stCondLst>
                                        <p:cond delay="250"/>
                                      </p:stCondLst>
                                      <p:childTnLst>
                                        <p:set>
                                          <p:cBhvr>
                                            <p:cTn id="10" dur="1" fill="hold">
                                              <p:stCondLst>
                                                <p:cond delay="0"/>
                                              </p:stCondLst>
                                            </p:cTn>
                                            <p:tgtEl>
                                              <p:spTgt spid="7">
                                                <p:graphicEl>
                                                  <a:chart seriesIdx="-3" categoryIdx="-3" bldStep="gridLegend"/>
                                                </p:graphicEl>
                                              </p:spTgt>
                                            </p:tgtEl>
                                            <p:attrNameLst>
                                              <p:attrName>style.visibility</p:attrName>
                                            </p:attrNameLst>
                                          </p:cBhvr>
                                          <p:to>
                                            <p:strVal val="visible"/>
                                          </p:to>
                                        </p:set>
                                        <p:anim calcmode="lin" valueType="num">
                                          <p:cBhvr additive="base">
                                            <p:cTn id="11" dur="1000" fill="hold"/>
                                            <p:tgtEl>
                                              <p:spTgt spid="7">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cBhvr additive="base">
                                            <p:cTn id="12" dur="1000" fill="hold"/>
                                            <p:tgtEl>
                                              <p:spTgt spid="7">
                                                <p:graphicEl>
                                                  <a:chart seriesIdx="-3" categoryIdx="-3" bldStep="gridLegend"/>
                                                </p:graphic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500"/>
                                      </p:stCondLst>
                                      <p:childTnLst>
                                        <p:set>
                                          <p:cBhvr>
                                            <p:cTn id="14" dur="1" fill="hold">
                                              <p:stCondLst>
                                                <p:cond delay="0"/>
                                              </p:stCondLst>
                                            </p:cTn>
                                            <p:tgtEl>
                                              <p:spTgt spid="7">
                                                <p:graphicEl>
                                                  <a:chart seriesIdx="0" categoryIdx="-4" bldStep="series"/>
                                                </p:graphicEl>
                                              </p:spTgt>
                                            </p:tgtEl>
                                            <p:attrNameLst>
                                              <p:attrName>style.visibility</p:attrName>
                                            </p:attrNameLst>
                                          </p:cBhvr>
                                          <p:to>
                                            <p:strVal val="visible"/>
                                          </p:to>
                                        </p:set>
                                        <p:anim calcmode="lin" valueType="num">
                                          <p:cBhvr additive="base">
                                            <p:cTn id="15" dur="1000" fill="hold"/>
                                            <p:tgtEl>
                                              <p:spTgt spid="7">
                                                <p:graphicEl>
                                                  <a:chart seriesIdx="0" categoryIdx="-4" bldStep="series"/>
                                                </p:graphicEl>
                                              </p:spTgt>
                                            </p:tgtEl>
                                            <p:attrNameLst>
                                              <p:attrName>ppt_x</p:attrName>
                                            </p:attrNameLst>
                                          </p:cBhvr>
                                          <p:tavLst>
                                            <p:tav tm="0">
                                              <p:val>
                                                <p:strVal val="#ppt_x"/>
                                              </p:val>
                                            </p:tav>
                                            <p:tav tm="100000">
                                              <p:val>
                                                <p:strVal val="#ppt_x"/>
                                              </p:val>
                                            </p:tav>
                                          </p:tavLst>
                                        </p:anim>
                                        <p:anim calcmode="lin" valueType="num">
                                          <p:cBhvr additive="base">
                                            <p:cTn id="16" dur="1000" fill="hold"/>
                                            <p:tgtEl>
                                              <p:spTgt spid="7">
                                                <p:graphicEl>
                                                  <a:chart seriesIdx="0" categoryIdx="-4" bldStep="series"/>
                                                </p:graphicEl>
                                              </p:spTgt>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750"/>
                                      </p:stCondLst>
                                      <p:childTnLst>
                                        <p:set>
                                          <p:cBhvr>
                                            <p:cTn id="18" dur="1" fill="hold">
                                              <p:stCondLst>
                                                <p:cond delay="0"/>
                                              </p:stCondLst>
                                            </p:cTn>
                                            <p:tgtEl>
                                              <p:spTgt spid="7">
                                                <p:graphicEl>
                                                  <a:chart seriesIdx="1" categoryIdx="-4" bldStep="series"/>
                                                </p:graphicEl>
                                              </p:spTgt>
                                            </p:tgtEl>
                                            <p:attrNameLst>
                                              <p:attrName>style.visibility</p:attrName>
                                            </p:attrNameLst>
                                          </p:cBhvr>
                                          <p:to>
                                            <p:strVal val="visible"/>
                                          </p:to>
                                        </p:set>
                                        <p:anim calcmode="lin" valueType="num">
                                          <p:cBhvr additive="base">
                                            <p:cTn id="19" dur="1000" fill="hold"/>
                                            <p:tgtEl>
                                              <p:spTgt spid="7">
                                                <p:graphicEl>
                                                  <a:chart seriesIdx="1" categoryIdx="-4" bldStep="series"/>
                                                </p:graphicEl>
                                              </p:spTgt>
                                            </p:tgtEl>
                                            <p:attrNameLst>
                                              <p:attrName>ppt_x</p:attrName>
                                            </p:attrNameLst>
                                          </p:cBhvr>
                                          <p:tavLst>
                                            <p:tav tm="0">
                                              <p:val>
                                                <p:strVal val="#ppt_x"/>
                                              </p:val>
                                            </p:tav>
                                            <p:tav tm="100000">
                                              <p:val>
                                                <p:strVal val="#ppt_x"/>
                                              </p:val>
                                            </p:tav>
                                          </p:tavLst>
                                        </p:anim>
                                        <p:anim calcmode="lin" valueType="num">
                                          <p:cBhvr additive="base">
                                            <p:cTn id="20" dur="1000" fill="hold"/>
                                            <p:tgtEl>
                                              <p:spTgt spid="7">
                                                <p:graphicEl>
                                                  <a:chart seriesIdx="1" categoryIdx="-4" bldStep="series"/>
                                                </p:graphicEl>
                                              </p:spTgt>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1000"/>
                                      </p:stCondLst>
                                      <p:childTnLst>
                                        <p:set>
                                          <p:cBhvr>
                                            <p:cTn id="22" dur="1" fill="hold">
                                              <p:stCondLst>
                                                <p:cond delay="0"/>
                                              </p:stCondLst>
                                            </p:cTn>
                                            <p:tgtEl>
                                              <p:spTgt spid="7">
                                                <p:graphicEl>
                                                  <a:chart seriesIdx="2" categoryIdx="-4" bldStep="series"/>
                                                </p:graphicEl>
                                              </p:spTgt>
                                            </p:tgtEl>
                                            <p:attrNameLst>
                                              <p:attrName>style.visibility</p:attrName>
                                            </p:attrNameLst>
                                          </p:cBhvr>
                                          <p:to>
                                            <p:strVal val="visible"/>
                                          </p:to>
                                        </p:set>
                                        <p:anim calcmode="lin" valueType="num">
                                          <p:cBhvr additive="base">
                                            <p:cTn id="23" dur="1000" fill="hold"/>
                                            <p:tgtEl>
                                              <p:spTgt spid="7">
                                                <p:graphicEl>
                                                  <a:chart seriesIdx="2" categoryIdx="-4" bldStep="series"/>
                                                </p:graphicEl>
                                              </p:spTgt>
                                            </p:tgtEl>
                                            <p:attrNameLst>
                                              <p:attrName>ppt_x</p:attrName>
                                            </p:attrNameLst>
                                          </p:cBhvr>
                                          <p:tavLst>
                                            <p:tav tm="0">
                                              <p:val>
                                                <p:strVal val="#ppt_x"/>
                                              </p:val>
                                            </p:tav>
                                            <p:tav tm="100000">
                                              <p:val>
                                                <p:strVal val="#ppt_x"/>
                                              </p:val>
                                            </p:tav>
                                          </p:tavLst>
                                        </p:anim>
                                        <p:anim calcmode="lin" valueType="num">
                                          <p:cBhvr additive="base">
                                            <p:cTn id="24" dur="1000" fill="hold"/>
                                            <p:tgtEl>
                                              <p:spTgt spid="7">
                                                <p:graphicEl>
                                                  <a:chart seriesIdx="2" categoryIdx="-4" bldStep="series"/>
                                                </p:graphicEl>
                                              </p:spTgt>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1250"/>
                                      </p:stCondLst>
                                      <p:childTnLst>
                                        <p:set>
                                          <p:cBhvr>
                                            <p:cTn id="26" dur="1" fill="hold">
                                              <p:stCondLst>
                                                <p:cond delay="0"/>
                                              </p:stCondLst>
                                            </p:cTn>
                                            <p:tgtEl>
                                              <p:spTgt spid="7">
                                                <p:graphicEl>
                                                  <a:chart seriesIdx="3" categoryIdx="-4" bldStep="series"/>
                                                </p:graphicEl>
                                              </p:spTgt>
                                            </p:tgtEl>
                                            <p:attrNameLst>
                                              <p:attrName>style.visibility</p:attrName>
                                            </p:attrNameLst>
                                          </p:cBhvr>
                                          <p:to>
                                            <p:strVal val="visible"/>
                                          </p:to>
                                        </p:set>
                                        <p:anim calcmode="lin" valueType="num">
                                          <p:cBhvr additive="base">
                                            <p:cTn id="27" dur="1000" fill="hold"/>
                                            <p:tgtEl>
                                              <p:spTgt spid="7">
                                                <p:graphicEl>
                                                  <a:chart seriesIdx="3" categoryIdx="-4" bldStep="series"/>
                                                </p:graphicEl>
                                              </p:spTgt>
                                            </p:tgtEl>
                                            <p:attrNameLst>
                                              <p:attrName>ppt_x</p:attrName>
                                            </p:attrNameLst>
                                          </p:cBhvr>
                                          <p:tavLst>
                                            <p:tav tm="0">
                                              <p:val>
                                                <p:strVal val="#ppt_x"/>
                                              </p:val>
                                            </p:tav>
                                            <p:tav tm="100000">
                                              <p:val>
                                                <p:strVal val="#ppt_x"/>
                                              </p:val>
                                            </p:tav>
                                          </p:tavLst>
                                        </p:anim>
                                        <p:anim calcmode="lin" valueType="num">
                                          <p:cBhvr additive="base">
                                            <p:cTn id="28" dur="1000" fill="hold"/>
                                            <p:tgtEl>
                                              <p:spTgt spid="7">
                                                <p:graphicEl>
                                                  <a:chart seriesIdx="3" categoryIdx="-4" bldStep="series"/>
                                                </p:graphicEl>
                                              </p:spTgt>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1500"/>
                                      </p:stCondLst>
                                      <p:childTnLst>
                                        <p:set>
                                          <p:cBhvr>
                                            <p:cTn id="30" dur="1" fill="hold">
                                              <p:stCondLst>
                                                <p:cond delay="0"/>
                                              </p:stCondLst>
                                            </p:cTn>
                                            <p:tgtEl>
                                              <p:spTgt spid="7">
                                                <p:graphicEl>
                                                  <a:chart seriesIdx="4" categoryIdx="-4" bldStep="series"/>
                                                </p:graphicEl>
                                              </p:spTgt>
                                            </p:tgtEl>
                                            <p:attrNameLst>
                                              <p:attrName>style.visibility</p:attrName>
                                            </p:attrNameLst>
                                          </p:cBhvr>
                                          <p:to>
                                            <p:strVal val="visible"/>
                                          </p:to>
                                        </p:set>
                                        <p:anim calcmode="lin" valueType="num">
                                          <p:cBhvr additive="base">
                                            <p:cTn id="31" dur="1000" fill="hold"/>
                                            <p:tgtEl>
                                              <p:spTgt spid="7">
                                                <p:graphicEl>
                                                  <a:chart seriesIdx="4" categoryIdx="-4" bldStep="series"/>
                                                </p:graphicEl>
                                              </p:spTgt>
                                            </p:tgtEl>
                                            <p:attrNameLst>
                                              <p:attrName>ppt_x</p:attrName>
                                            </p:attrNameLst>
                                          </p:cBhvr>
                                          <p:tavLst>
                                            <p:tav tm="0">
                                              <p:val>
                                                <p:strVal val="#ppt_x"/>
                                              </p:val>
                                            </p:tav>
                                            <p:tav tm="100000">
                                              <p:val>
                                                <p:strVal val="#ppt_x"/>
                                              </p:val>
                                            </p:tav>
                                          </p:tavLst>
                                        </p:anim>
                                        <p:anim calcmode="lin" valueType="num">
                                          <p:cBhvr additive="base">
                                            <p:cTn id="32" dur="1000" fill="hold"/>
                                            <p:tgtEl>
                                              <p:spTgt spid="7">
                                                <p:graphicEl>
                                                  <a:chart seriesIdx="4" categoryIdx="-4" bldStep="series"/>
                                                </p:graphicEl>
                                              </p:spTgt>
                                            </p:tgtEl>
                                            <p:attrNameLst>
                                              <p:attrName>ppt_y</p:attrName>
                                            </p:attrNameLst>
                                          </p:cBhvr>
                                          <p:tavLst>
                                            <p:tav tm="0">
                                              <p:val>
                                                <p:strVal val="0-#ppt_h/2"/>
                                              </p:val>
                                            </p:tav>
                                            <p:tav tm="100000">
                                              <p:val>
                                                <p:strVal val="#ppt_y"/>
                                              </p:val>
                                            </p:tav>
                                          </p:tavLst>
                                        </p:anim>
                                      </p:childTnLst>
                                    </p:cTn>
                                  </p:par>
                                  <p:par>
                                    <p:cTn id="33" presetID="22" presetClass="entr" presetSubtype="2" fill="hold" nodeType="withEffect">
                                      <p:stCondLst>
                                        <p:cond delay="250"/>
                                      </p:stCondLst>
                                      <p:childTnLst>
                                        <p:set>
                                          <p:cBhvr>
                                            <p:cTn id="34" dur="1" fill="hold">
                                              <p:stCondLst>
                                                <p:cond delay="0"/>
                                              </p:stCondLst>
                                            </p:cTn>
                                            <p:tgtEl>
                                              <p:spTgt spid="26"/>
                                            </p:tgtEl>
                                            <p:attrNameLst>
                                              <p:attrName>style.visibility</p:attrName>
                                            </p:attrNameLst>
                                          </p:cBhvr>
                                          <p:to>
                                            <p:strVal val="visible"/>
                                          </p:to>
                                        </p:set>
                                        <p:animEffect transition="in" filter="wipe(right)">
                                          <p:cBhvr>
                                            <p:cTn id="35" dur="750"/>
                                            <p:tgtEl>
                                              <p:spTgt spid="26"/>
                                            </p:tgtEl>
                                          </p:cBhvr>
                                        </p:animEffect>
                                      </p:childTnLst>
                                    </p:cTn>
                                  </p:par>
                                  <p:par>
                                    <p:cTn id="36" presetID="22" presetClass="entr" presetSubtype="8" fill="hold" nodeType="withEffect">
                                      <p:stCondLst>
                                        <p:cond delay="500"/>
                                      </p:stCondLst>
                                      <p:childTnLst>
                                        <p:set>
                                          <p:cBhvr>
                                            <p:cTn id="37" dur="1" fill="hold">
                                              <p:stCondLst>
                                                <p:cond delay="0"/>
                                              </p:stCondLst>
                                            </p:cTn>
                                            <p:tgtEl>
                                              <p:spTgt spid="29"/>
                                            </p:tgtEl>
                                            <p:attrNameLst>
                                              <p:attrName>style.visibility</p:attrName>
                                            </p:attrNameLst>
                                          </p:cBhvr>
                                          <p:to>
                                            <p:strVal val="visible"/>
                                          </p:to>
                                        </p:set>
                                        <p:animEffect transition="in" filter="wipe(left)">
                                          <p:cBhvr>
                                            <p:cTn id="38" dur="750"/>
                                            <p:tgtEl>
                                              <p:spTgt spid="29"/>
                                            </p:tgtEl>
                                          </p:cBhvr>
                                        </p:animEffect>
                                      </p:childTnLst>
                                    </p:cTn>
                                  </p:par>
                                  <p:par>
                                    <p:cTn id="39" presetID="22" presetClass="entr" presetSubtype="2" fill="hold" nodeType="withEffect">
                                      <p:stCondLst>
                                        <p:cond delay="750"/>
                                      </p:stCondLst>
                                      <p:childTnLst>
                                        <p:set>
                                          <p:cBhvr>
                                            <p:cTn id="40" dur="1" fill="hold">
                                              <p:stCondLst>
                                                <p:cond delay="0"/>
                                              </p:stCondLst>
                                            </p:cTn>
                                            <p:tgtEl>
                                              <p:spTgt spid="27"/>
                                            </p:tgtEl>
                                            <p:attrNameLst>
                                              <p:attrName>style.visibility</p:attrName>
                                            </p:attrNameLst>
                                          </p:cBhvr>
                                          <p:to>
                                            <p:strVal val="visible"/>
                                          </p:to>
                                        </p:set>
                                        <p:animEffect transition="in" filter="wipe(right)">
                                          <p:cBhvr>
                                            <p:cTn id="41" dur="750"/>
                                            <p:tgtEl>
                                              <p:spTgt spid="27"/>
                                            </p:tgtEl>
                                          </p:cBhvr>
                                        </p:animEffect>
                                      </p:childTnLst>
                                    </p:cTn>
                                  </p:par>
                                  <p:par>
                                    <p:cTn id="42" presetID="22" presetClass="entr" presetSubtype="8" fill="hold" nodeType="withEffect">
                                      <p:stCondLst>
                                        <p:cond delay="1000"/>
                                      </p:stCondLst>
                                      <p:childTnLst>
                                        <p:set>
                                          <p:cBhvr>
                                            <p:cTn id="43" dur="1" fill="hold">
                                              <p:stCondLst>
                                                <p:cond delay="0"/>
                                              </p:stCondLst>
                                            </p:cTn>
                                            <p:tgtEl>
                                              <p:spTgt spid="32"/>
                                            </p:tgtEl>
                                            <p:attrNameLst>
                                              <p:attrName>style.visibility</p:attrName>
                                            </p:attrNameLst>
                                          </p:cBhvr>
                                          <p:to>
                                            <p:strVal val="visible"/>
                                          </p:to>
                                        </p:set>
                                        <p:animEffect transition="in" filter="wipe(left)">
                                          <p:cBhvr>
                                            <p:cTn id="44" dur="750"/>
                                            <p:tgtEl>
                                              <p:spTgt spid="32"/>
                                            </p:tgtEl>
                                          </p:cBhvr>
                                        </p:animEffect>
                                      </p:childTnLst>
                                    </p:cTn>
                                  </p:par>
                                  <p:par>
                                    <p:cTn id="45" presetID="22" presetClass="entr" presetSubtype="2" fill="hold" nodeType="withEffect">
                                      <p:stCondLst>
                                        <p:cond delay="1250"/>
                                      </p:stCondLst>
                                      <p:childTnLst>
                                        <p:set>
                                          <p:cBhvr>
                                            <p:cTn id="46" dur="1" fill="hold">
                                              <p:stCondLst>
                                                <p:cond delay="0"/>
                                              </p:stCondLst>
                                            </p:cTn>
                                            <p:tgtEl>
                                              <p:spTgt spid="28"/>
                                            </p:tgtEl>
                                            <p:attrNameLst>
                                              <p:attrName>style.visibility</p:attrName>
                                            </p:attrNameLst>
                                          </p:cBhvr>
                                          <p:to>
                                            <p:strVal val="visible"/>
                                          </p:to>
                                        </p:set>
                                        <p:animEffect transition="in" filter="wipe(right)">
                                          <p:cBhvr>
                                            <p:cTn id="47" dur="750"/>
                                            <p:tgtEl>
                                              <p:spTgt spid="28"/>
                                            </p:tgtEl>
                                          </p:cBhvr>
                                        </p:animEffect>
                                      </p:childTnLst>
                                    </p:cTn>
                                  </p:par>
                                  <p:par>
                                    <p:cTn id="48" presetID="2" presetClass="entr" presetSubtype="8" fill="hold" grpId="0" nodeType="withEffect">
                                      <p:stCondLst>
                                        <p:cond delay="50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1000" fill="hold"/>
                                            <p:tgtEl>
                                              <p:spTgt spid="15"/>
                                            </p:tgtEl>
                                            <p:attrNameLst>
                                              <p:attrName>ppt_x</p:attrName>
                                            </p:attrNameLst>
                                          </p:cBhvr>
                                          <p:tavLst>
                                            <p:tav tm="0">
                                              <p:val>
                                                <p:strVal val="0-#ppt_w/2"/>
                                              </p:val>
                                            </p:tav>
                                            <p:tav tm="100000">
                                              <p:val>
                                                <p:strVal val="#ppt_x"/>
                                              </p:val>
                                            </p:tav>
                                          </p:tavLst>
                                        </p:anim>
                                        <p:anim calcmode="lin" valueType="num">
                                          <p:cBhvr additive="base">
                                            <p:cTn id="51" dur="1000" fill="hold"/>
                                            <p:tgtEl>
                                              <p:spTgt spid="15"/>
                                            </p:tgtEl>
                                            <p:attrNameLst>
                                              <p:attrName>ppt_y</p:attrName>
                                            </p:attrNameLst>
                                          </p:cBhvr>
                                          <p:tavLst>
                                            <p:tav tm="0">
                                              <p:val>
                                                <p:strVal val="#ppt_y"/>
                                              </p:val>
                                            </p:tav>
                                            <p:tav tm="100000">
                                              <p:val>
                                                <p:strVal val="#ppt_y"/>
                                              </p:val>
                                            </p:tav>
                                          </p:tavLst>
                                        </p:anim>
                                      </p:childTnLst>
                                    </p:cTn>
                                  </p:par>
                                  <p:par>
                                    <p:cTn id="52" presetID="2" presetClass="entr" presetSubtype="8" fill="hold" grpId="0" nodeType="withEffect">
                                      <p:stCondLst>
                                        <p:cond delay="50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1000" fill="hold"/>
                                            <p:tgtEl>
                                              <p:spTgt spid="16"/>
                                            </p:tgtEl>
                                            <p:attrNameLst>
                                              <p:attrName>ppt_x</p:attrName>
                                            </p:attrNameLst>
                                          </p:cBhvr>
                                          <p:tavLst>
                                            <p:tav tm="0">
                                              <p:val>
                                                <p:strVal val="0-#ppt_w/2"/>
                                              </p:val>
                                            </p:tav>
                                            <p:tav tm="100000">
                                              <p:val>
                                                <p:strVal val="#ppt_x"/>
                                              </p:val>
                                            </p:tav>
                                          </p:tavLst>
                                        </p:anim>
                                        <p:anim calcmode="lin" valueType="num">
                                          <p:cBhvr additive="base">
                                            <p:cTn id="55" dur="1000" fill="hold"/>
                                            <p:tgtEl>
                                              <p:spTgt spid="16"/>
                                            </p:tgtEl>
                                            <p:attrNameLst>
                                              <p:attrName>ppt_y</p:attrName>
                                            </p:attrNameLst>
                                          </p:cBhvr>
                                          <p:tavLst>
                                            <p:tav tm="0">
                                              <p:val>
                                                <p:strVal val="#ppt_y"/>
                                              </p:val>
                                            </p:tav>
                                            <p:tav tm="100000">
                                              <p:val>
                                                <p:strVal val="#ppt_y"/>
                                              </p:val>
                                            </p:tav>
                                          </p:tavLst>
                                        </p:anim>
                                      </p:childTnLst>
                                    </p:cTn>
                                  </p:par>
                                  <p:par>
                                    <p:cTn id="56" presetID="2" presetClass="entr" presetSubtype="2" fill="hold" grpId="0" nodeType="withEffect">
                                      <p:stCondLst>
                                        <p:cond delay="750"/>
                                      </p:stCondLst>
                                      <p:childTnLst>
                                        <p:set>
                                          <p:cBhvr>
                                            <p:cTn id="57" dur="1" fill="hold">
                                              <p:stCondLst>
                                                <p:cond delay="0"/>
                                              </p:stCondLst>
                                            </p:cTn>
                                            <p:tgtEl>
                                              <p:spTgt spid="35"/>
                                            </p:tgtEl>
                                            <p:attrNameLst>
                                              <p:attrName>style.visibility</p:attrName>
                                            </p:attrNameLst>
                                          </p:cBhvr>
                                          <p:to>
                                            <p:strVal val="visible"/>
                                          </p:to>
                                        </p:set>
                                        <p:anim calcmode="lin" valueType="num">
                                          <p:cBhvr additive="base">
                                            <p:cTn id="58" dur="1000" fill="hold"/>
                                            <p:tgtEl>
                                              <p:spTgt spid="35"/>
                                            </p:tgtEl>
                                            <p:attrNameLst>
                                              <p:attrName>ppt_x</p:attrName>
                                            </p:attrNameLst>
                                          </p:cBhvr>
                                          <p:tavLst>
                                            <p:tav tm="0">
                                              <p:val>
                                                <p:strVal val="1+#ppt_w/2"/>
                                              </p:val>
                                            </p:tav>
                                            <p:tav tm="100000">
                                              <p:val>
                                                <p:strVal val="#ppt_x"/>
                                              </p:val>
                                            </p:tav>
                                          </p:tavLst>
                                        </p:anim>
                                        <p:anim calcmode="lin" valueType="num">
                                          <p:cBhvr additive="base">
                                            <p:cTn id="59" dur="1000" fill="hold"/>
                                            <p:tgtEl>
                                              <p:spTgt spid="35"/>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stCondLst>
                                        <p:cond delay="750"/>
                                      </p:stCondLst>
                                      <p:childTnLst>
                                        <p:set>
                                          <p:cBhvr>
                                            <p:cTn id="61" dur="1" fill="hold">
                                              <p:stCondLst>
                                                <p:cond delay="0"/>
                                              </p:stCondLst>
                                            </p:cTn>
                                            <p:tgtEl>
                                              <p:spTgt spid="36"/>
                                            </p:tgtEl>
                                            <p:attrNameLst>
                                              <p:attrName>style.visibility</p:attrName>
                                            </p:attrNameLst>
                                          </p:cBhvr>
                                          <p:to>
                                            <p:strVal val="visible"/>
                                          </p:to>
                                        </p:set>
                                        <p:anim calcmode="lin" valueType="num">
                                          <p:cBhvr additive="base">
                                            <p:cTn id="62" dur="1000" fill="hold"/>
                                            <p:tgtEl>
                                              <p:spTgt spid="36"/>
                                            </p:tgtEl>
                                            <p:attrNameLst>
                                              <p:attrName>ppt_x</p:attrName>
                                            </p:attrNameLst>
                                          </p:cBhvr>
                                          <p:tavLst>
                                            <p:tav tm="0">
                                              <p:val>
                                                <p:strVal val="1+#ppt_w/2"/>
                                              </p:val>
                                            </p:tav>
                                            <p:tav tm="100000">
                                              <p:val>
                                                <p:strVal val="#ppt_x"/>
                                              </p:val>
                                            </p:tav>
                                          </p:tavLst>
                                        </p:anim>
                                        <p:anim calcmode="lin" valueType="num">
                                          <p:cBhvr additive="base">
                                            <p:cTn id="63" dur="1000" fill="hold"/>
                                            <p:tgtEl>
                                              <p:spTgt spid="36"/>
                                            </p:tgtEl>
                                            <p:attrNameLst>
                                              <p:attrName>ppt_y</p:attrName>
                                            </p:attrNameLst>
                                          </p:cBhvr>
                                          <p:tavLst>
                                            <p:tav tm="0">
                                              <p:val>
                                                <p:strVal val="#ppt_y"/>
                                              </p:val>
                                            </p:tav>
                                            <p:tav tm="100000">
                                              <p:val>
                                                <p:strVal val="#ppt_y"/>
                                              </p:val>
                                            </p:tav>
                                          </p:tavLst>
                                        </p:anim>
                                      </p:childTnLst>
                                    </p:cTn>
                                  </p:par>
                                  <p:par>
                                    <p:cTn id="64" presetID="2" presetClass="entr" presetSubtype="8" fill="hold" grpId="0" nodeType="withEffect">
                                      <p:stCondLst>
                                        <p:cond delay="1000"/>
                                      </p:stCondLst>
                                      <p:childTnLst>
                                        <p:set>
                                          <p:cBhvr>
                                            <p:cTn id="65" dur="1" fill="hold">
                                              <p:stCondLst>
                                                <p:cond delay="0"/>
                                              </p:stCondLst>
                                            </p:cTn>
                                            <p:tgtEl>
                                              <p:spTgt spid="19"/>
                                            </p:tgtEl>
                                            <p:attrNameLst>
                                              <p:attrName>style.visibility</p:attrName>
                                            </p:attrNameLst>
                                          </p:cBhvr>
                                          <p:to>
                                            <p:strVal val="visible"/>
                                          </p:to>
                                        </p:set>
                                        <p:anim calcmode="lin" valueType="num">
                                          <p:cBhvr additive="base">
                                            <p:cTn id="66" dur="1000" fill="hold"/>
                                            <p:tgtEl>
                                              <p:spTgt spid="19"/>
                                            </p:tgtEl>
                                            <p:attrNameLst>
                                              <p:attrName>ppt_x</p:attrName>
                                            </p:attrNameLst>
                                          </p:cBhvr>
                                          <p:tavLst>
                                            <p:tav tm="0">
                                              <p:val>
                                                <p:strVal val="0-#ppt_w/2"/>
                                              </p:val>
                                            </p:tav>
                                            <p:tav tm="100000">
                                              <p:val>
                                                <p:strVal val="#ppt_x"/>
                                              </p:val>
                                            </p:tav>
                                          </p:tavLst>
                                        </p:anim>
                                        <p:anim calcmode="lin" valueType="num">
                                          <p:cBhvr additive="base">
                                            <p:cTn id="67" dur="1000" fill="hold"/>
                                            <p:tgtEl>
                                              <p:spTgt spid="19"/>
                                            </p:tgtEl>
                                            <p:attrNameLst>
                                              <p:attrName>ppt_y</p:attrName>
                                            </p:attrNameLst>
                                          </p:cBhvr>
                                          <p:tavLst>
                                            <p:tav tm="0">
                                              <p:val>
                                                <p:strVal val="#ppt_y"/>
                                              </p:val>
                                            </p:tav>
                                            <p:tav tm="100000">
                                              <p:val>
                                                <p:strVal val="#ppt_y"/>
                                              </p:val>
                                            </p:tav>
                                          </p:tavLst>
                                        </p:anim>
                                      </p:childTnLst>
                                    </p:cTn>
                                  </p:par>
                                  <p:par>
                                    <p:cTn id="68" presetID="2" presetClass="entr" presetSubtype="8" fill="hold" grpId="0" nodeType="withEffect">
                                      <p:stCondLst>
                                        <p:cond delay="1000"/>
                                      </p:stCondLst>
                                      <p:childTnLst>
                                        <p:set>
                                          <p:cBhvr>
                                            <p:cTn id="69" dur="1" fill="hold">
                                              <p:stCondLst>
                                                <p:cond delay="0"/>
                                              </p:stCondLst>
                                            </p:cTn>
                                            <p:tgtEl>
                                              <p:spTgt spid="20"/>
                                            </p:tgtEl>
                                            <p:attrNameLst>
                                              <p:attrName>style.visibility</p:attrName>
                                            </p:attrNameLst>
                                          </p:cBhvr>
                                          <p:to>
                                            <p:strVal val="visible"/>
                                          </p:to>
                                        </p:set>
                                        <p:anim calcmode="lin" valueType="num">
                                          <p:cBhvr additive="base">
                                            <p:cTn id="70" dur="1000" fill="hold"/>
                                            <p:tgtEl>
                                              <p:spTgt spid="20"/>
                                            </p:tgtEl>
                                            <p:attrNameLst>
                                              <p:attrName>ppt_x</p:attrName>
                                            </p:attrNameLst>
                                          </p:cBhvr>
                                          <p:tavLst>
                                            <p:tav tm="0">
                                              <p:val>
                                                <p:strVal val="0-#ppt_w/2"/>
                                              </p:val>
                                            </p:tav>
                                            <p:tav tm="100000">
                                              <p:val>
                                                <p:strVal val="#ppt_x"/>
                                              </p:val>
                                            </p:tav>
                                          </p:tavLst>
                                        </p:anim>
                                        <p:anim calcmode="lin" valueType="num">
                                          <p:cBhvr additive="base">
                                            <p:cTn id="71" dur="1000" fill="hold"/>
                                            <p:tgtEl>
                                              <p:spTgt spid="20"/>
                                            </p:tgtEl>
                                            <p:attrNameLst>
                                              <p:attrName>ppt_y</p:attrName>
                                            </p:attrNameLst>
                                          </p:cBhvr>
                                          <p:tavLst>
                                            <p:tav tm="0">
                                              <p:val>
                                                <p:strVal val="#ppt_y"/>
                                              </p:val>
                                            </p:tav>
                                            <p:tav tm="100000">
                                              <p:val>
                                                <p:strVal val="#ppt_y"/>
                                              </p:val>
                                            </p:tav>
                                          </p:tavLst>
                                        </p:anim>
                                      </p:childTnLst>
                                    </p:cTn>
                                  </p:par>
                                  <p:par>
                                    <p:cTn id="72" presetID="2" presetClass="entr" presetSubtype="2" fill="hold" grpId="0" nodeType="withEffect">
                                      <p:stCondLst>
                                        <p:cond delay="1250"/>
                                      </p:stCondLst>
                                      <p:childTnLst>
                                        <p:set>
                                          <p:cBhvr>
                                            <p:cTn id="73" dur="1" fill="hold">
                                              <p:stCondLst>
                                                <p:cond delay="0"/>
                                              </p:stCondLst>
                                            </p:cTn>
                                            <p:tgtEl>
                                              <p:spTgt spid="37"/>
                                            </p:tgtEl>
                                            <p:attrNameLst>
                                              <p:attrName>style.visibility</p:attrName>
                                            </p:attrNameLst>
                                          </p:cBhvr>
                                          <p:to>
                                            <p:strVal val="visible"/>
                                          </p:to>
                                        </p:set>
                                        <p:anim calcmode="lin" valueType="num">
                                          <p:cBhvr additive="base">
                                            <p:cTn id="74" dur="1000" fill="hold"/>
                                            <p:tgtEl>
                                              <p:spTgt spid="37"/>
                                            </p:tgtEl>
                                            <p:attrNameLst>
                                              <p:attrName>ppt_x</p:attrName>
                                            </p:attrNameLst>
                                          </p:cBhvr>
                                          <p:tavLst>
                                            <p:tav tm="0">
                                              <p:val>
                                                <p:strVal val="1+#ppt_w/2"/>
                                              </p:val>
                                            </p:tav>
                                            <p:tav tm="100000">
                                              <p:val>
                                                <p:strVal val="#ppt_x"/>
                                              </p:val>
                                            </p:tav>
                                          </p:tavLst>
                                        </p:anim>
                                        <p:anim calcmode="lin" valueType="num">
                                          <p:cBhvr additive="base">
                                            <p:cTn id="75" dur="1000" fill="hold"/>
                                            <p:tgtEl>
                                              <p:spTgt spid="37"/>
                                            </p:tgtEl>
                                            <p:attrNameLst>
                                              <p:attrName>ppt_y</p:attrName>
                                            </p:attrNameLst>
                                          </p:cBhvr>
                                          <p:tavLst>
                                            <p:tav tm="0">
                                              <p:val>
                                                <p:strVal val="#ppt_y"/>
                                              </p:val>
                                            </p:tav>
                                            <p:tav tm="100000">
                                              <p:val>
                                                <p:strVal val="#ppt_y"/>
                                              </p:val>
                                            </p:tav>
                                          </p:tavLst>
                                        </p:anim>
                                      </p:childTnLst>
                                    </p:cTn>
                                  </p:par>
                                  <p:par>
                                    <p:cTn id="76" presetID="2" presetClass="entr" presetSubtype="2" fill="hold" grpId="0" nodeType="withEffect">
                                      <p:stCondLst>
                                        <p:cond delay="1250"/>
                                      </p:stCondLst>
                                      <p:childTnLst>
                                        <p:set>
                                          <p:cBhvr>
                                            <p:cTn id="77" dur="1" fill="hold">
                                              <p:stCondLst>
                                                <p:cond delay="0"/>
                                              </p:stCondLst>
                                            </p:cTn>
                                            <p:tgtEl>
                                              <p:spTgt spid="38"/>
                                            </p:tgtEl>
                                            <p:attrNameLst>
                                              <p:attrName>style.visibility</p:attrName>
                                            </p:attrNameLst>
                                          </p:cBhvr>
                                          <p:to>
                                            <p:strVal val="visible"/>
                                          </p:to>
                                        </p:set>
                                        <p:anim calcmode="lin" valueType="num">
                                          <p:cBhvr additive="base">
                                            <p:cTn id="78" dur="1000" fill="hold"/>
                                            <p:tgtEl>
                                              <p:spTgt spid="38"/>
                                            </p:tgtEl>
                                            <p:attrNameLst>
                                              <p:attrName>ppt_x</p:attrName>
                                            </p:attrNameLst>
                                          </p:cBhvr>
                                          <p:tavLst>
                                            <p:tav tm="0">
                                              <p:val>
                                                <p:strVal val="1+#ppt_w/2"/>
                                              </p:val>
                                            </p:tav>
                                            <p:tav tm="100000">
                                              <p:val>
                                                <p:strVal val="#ppt_x"/>
                                              </p:val>
                                            </p:tav>
                                          </p:tavLst>
                                        </p:anim>
                                        <p:anim calcmode="lin" valueType="num">
                                          <p:cBhvr additive="base">
                                            <p:cTn id="79" dur="1000" fill="hold"/>
                                            <p:tgtEl>
                                              <p:spTgt spid="38"/>
                                            </p:tgtEl>
                                            <p:attrNameLst>
                                              <p:attrName>ppt_y</p:attrName>
                                            </p:attrNameLst>
                                          </p:cBhvr>
                                          <p:tavLst>
                                            <p:tav tm="0">
                                              <p:val>
                                                <p:strVal val="#ppt_y"/>
                                              </p:val>
                                            </p:tav>
                                            <p:tav tm="100000">
                                              <p:val>
                                                <p:strVal val="#ppt_y"/>
                                              </p:val>
                                            </p:tav>
                                          </p:tavLst>
                                        </p:anim>
                                      </p:childTnLst>
                                    </p:cTn>
                                  </p:par>
                                  <p:par>
                                    <p:cTn id="80" presetID="2" presetClass="entr" presetSubtype="8" fill="hold" grpId="0" nodeType="withEffect">
                                      <p:stCondLst>
                                        <p:cond delay="150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1000" fill="hold"/>
                                            <p:tgtEl>
                                              <p:spTgt spid="23"/>
                                            </p:tgtEl>
                                            <p:attrNameLst>
                                              <p:attrName>ppt_x</p:attrName>
                                            </p:attrNameLst>
                                          </p:cBhvr>
                                          <p:tavLst>
                                            <p:tav tm="0">
                                              <p:val>
                                                <p:strVal val="0-#ppt_w/2"/>
                                              </p:val>
                                            </p:tav>
                                            <p:tav tm="100000">
                                              <p:val>
                                                <p:strVal val="#ppt_x"/>
                                              </p:val>
                                            </p:tav>
                                          </p:tavLst>
                                        </p:anim>
                                        <p:anim calcmode="lin" valueType="num">
                                          <p:cBhvr additive="base">
                                            <p:cTn id="83" dur="1000" fill="hold"/>
                                            <p:tgtEl>
                                              <p:spTgt spid="23"/>
                                            </p:tgtEl>
                                            <p:attrNameLst>
                                              <p:attrName>ppt_y</p:attrName>
                                            </p:attrNameLst>
                                          </p:cBhvr>
                                          <p:tavLst>
                                            <p:tav tm="0">
                                              <p:val>
                                                <p:strVal val="#ppt_y"/>
                                              </p:val>
                                            </p:tav>
                                            <p:tav tm="100000">
                                              <p:val>
                                                <p:strVal val="#ppt_y"/>
                                              </p:val>
                                            </p:tav>
                                          </p:tavLst>
                                        </p:anim>
                                      </p:childTnLst>
                                    </p:cTn>
                                  </p:par>
                                  <p:par>
                                    <p:cTn id="84" presetID="2" presetClass="entr" presetSubtype="8" fill="hold" grpId="0" nodeType="withEffect">
                                      <p:stCondLst>
                                        <p:cond delay="1500"/>
                                      </p:stCondLst>
                                      <p:childTnLst>
                                        <p:set>
                                          <p:cBhvr>
                                            <p:cTn id="85" dur="1" fill="hold">
                                              <p:stCondLst>
                                                <p:cond delay="0"/>
                                              </p:stCondLst>
                                            </p:cTn>
                                            <p:tgtEl>
                                              <p:spTgt spid="24"/>
                                            </p:tgtEl>
                                            <p:attrNameLst>
                                              <p:attrName>style.visibility</p:attrName>
                                            </p:attrNameLst>
                                          </p:cBhvr>
                                          <p:to>
                                            <p:strVal val="visible"/>
                                          </p:to>
                                        </p:set>
                                        <p:anim calcmode="lin" valueType="num">
                                          <p:cBhvr additive="base">
                                            <p:cTn id="86" dur="1000" fill="hold"/>
                                            <p:tgtEl>
                                              <p:spTgt spid="24"/>
                                            </p:tgtEl>
                                            <p:attrNameLst>
                                              <p:attrName>ppt_x</p:attrName>
                                            </p:attrNameLst>
                                          </p:cBhvr>
                                          <p:tavLst>
                                            <p:tav tm="0">
                                              <p:val>
                                                <p:strVal val="0-#ppt_w/2"/>
                                              </p:val>
                                            </p:tav>
                                            <p:tav tm="100000">
                                              <p:val>
                                                <p:strVal val="#ppt_x"/>
                                              </p:val>
                                            </p:tav>
                                          </p:tavLst>
                                        </p:anim>
                                        <p:anim calcmode="lin" valueType="num">
                                          <p:cBhvr additive="base">
                                            <p:cTn id="87" dur="10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uiExpand="1">
            <p:bldSub>
              <a:bldChart bld="series"/>
            </p:bldSub>
          </p:bldGraphic>
          <p:bldP spid="15" grpId="0"/>
          <p:bldP spid="16" grpId="0"/>
          <p:bldP spid="19" grpId="0"/>
          <p:bldP spid="20" grpId="0"/>
          <p:bldP spid="23" grpId="0"/>
          <p:bldP spid="24" grpId="0"/>
          <p:bldP spid="35" grpId="0"/>
          <p:bldP spid="36" grpId="0"/>
          <p:bldP spid="37" grpId="0"/>
          <p:bldP spid="38" grpId="0"/>
        </p:bld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3652D126-A3CD-4D2B-8F6B-C01657018D15}"/>
              </a:ext>
            </a:extLst>
          </p:cNvPr>
          <p:cNvGrpSpPr/>
          <p:nvPr/>
        </p:nvGrpSpPr>
        <p:grpSpPr>
          <a:xfrm>
            <a:off x="1218597" y="1612964"/>
            <a:ext cx="2582365" cy="3449644"/>
            <a:chOff x="5395278" y="1567815"/>
            <a:chExt cx="3078162" cy="4111952"/>
          </a:xfrm>
          <a:solidFill>
            <a:schemeClr val="bg2">
              <a:lumMod val="50000"/>
              <a:lumOff val="50000"/>
            </a:schemeClr>
          </a:solidFill>
        </p:grpSpPr>
        <p:sp>
          <p:nvSpPr>
            <p:cNvPr id="11" name="Oval 10">
              <a:extLst>
                <a:ext uri="{FF2B5EF4-FFF2-40B4-BE49-F238E27FC236}">
                  <a16:creationId xmlns:a16="http://schemas.microsoft.com/office/drawing/2014/main" id="{441AD7B0-86C7-4D51-8A01-39E54C676017}"/>
                </a:ext>
              </a:extLst>
            </p:cNvPr>
            <p:cNvSpPr/>
            <p:nvPr/>
          </p:nvSpPr>
          <p:spPr>
            <a:xfrm>
              <a:off x="6560208" y="3888785"/>
              <a:ext cx="769444" cy="76944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solidFill>
                  <a:schemeClr val="tx1"/>
                </a:solidFill>
              </a:endParaRPr>
            </a:p>
          </p:txBody>
        </p:sp>
        <p:sp>
          <p:nvSpPr>
            <p:cNvPr id="12" name="Freeform 5">
              <a:extLst>
                <a:ext uri="{FF2B5EF4-FFF2-40B4-BE49-F238E27FC236}">
                  <a16:creationId xmlns:a16="http://schemas.microsoft.com/office/drawing/2014/main" id="{034ABA79-83B2-47BC-8F46-CC203425E1AB}"/>
                </a:ext>
              </a:extLst>
            </p:cNvPr>
            <p:cNvSpPr>
              <a:spLocks/>
            </p:cNvSpPr>
            <p:nvPr/>
          </p:nvSpPr>
          <p:spPr bwMode="auto">
            <a:xfrm>
              <a:off x="6653759" y="1918038"/>
              <a:ext cx="561200" cy="430394"/>
            </a:xfrm>
            <a:custGeom>
              <a:avLst/>
              <a:gdLst>
                <a:gd name="T0" fmla="*/ 0 w 224"/>
                <a:gd name="T1" fmla="*/ 30 h 172"/>
                <a:gd name="T2" fmla="*/ 0 w 224"/>
                <a:gd name="T3" fmla="*/ 164 h 172"/>
                <a:gd name="T4" fmla="*/ 8 w 224"/>
                <a:gd name="T5" fmla="*/ 167 h 172"/>
                <a:gd name="T6" fmla="*/ 112 w 224"/>
                <a:gd name="T7" fmla="*/ 148 h 172"/>
                <a:gd name="T8" fmla="*/ 216 w 224"/>
                <a:gd name="T9" fmla="*/ 167 h 172"/>
                <a:gd name="T10" fmla="*/ 224 w 224"/>
                <a:gd name="T11" fmla="*/ 164 h 172"/>
                <a:gd name="T12" fmla="*/ 224 w 224"/>
                <a:gd name="T13" fmla="*/ 30 h 172"/>
                <a:gd name="T14" fmla="*/ 112 w 224"/>
                <a:gd name="T15" fmla="*/ 0 h 172"/>
                <a:gd name="T16" fmla="*/ 0 w 224"/>
                <a:gd name="T17" fmla="*/ 3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4" h="172">
                  <a:moveTo>
                    <a:pt x="0" y="30"/>
                  </a:moveTo>
                  <a:cubicBezTo>
                    <a:pt x="0" y="164"/>
                    <a:pt x="0" y="164"/>
                    <a:pt x="0" y="164"/>
                  </a:cubicBezTo>
                  <a:cubicBezTo>
                    <a:pt x="0" y="172"/>
                    <a:pt x="1" y="171"/>
                    <a:pt x="8" y="167"/>
                  </a:cubicBezTo>
                  <a:cubicBezTo>
                    <a:pt x="24" y="156"/>
                    <a:pt x="64" y="148"/>
                    <a:pt x="112" y="148"/>
                  </a:cubicBezTo>
                  <a:cubicBezTo>
                    <a:pt x="159" y="148"/>
                    <a:pt x="200" y="156"/>
                    <a:pt x="216" y="167"/>
                  </a:cubicBezTo>
                  <a:cubicBezTo>
                    <a:pt x="223" y="171"/>
                    <a:pt x="224" y="172"/>
                    <a:pt x="224" y="164"/>
                  </a:cubicBezTo>
                  <a:cubicBezTo>
                    <a:pt x="224" y="30"/>
                    <a:pt x="224" y="30"/>
                    <a:pt x="224" y="30"/>
                  </a:cubicBezTo>
                  <a:cubicBezTo>
                    <a:pt x="224" y="13"/>
                    <a:pt x="174" y="0"/>
                    <a:pt x="112" y="0"/>
                  </a:cubicBezTo>
                  <a:cubicBezTo>
                    <a:pt x="50" y="0"/>
                    <a:pt x="0" y="13"/>
                    <a:pt x="0"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 name="Freeform 6">
              <a:extLst>
                <a:ext uri="{FF2B5EF4-FFF2-40B4-BE49-F238E27FC236}">
                  <a16:creationId xmlns:a16="http://schemas.microsoft.com/office/drawing/2014/main" id="{71B7F61E-0736-48F3-AAA0-11A988104B40}"/>
                </a:ext>
              </a:extLst>
            </p:cNvPr>
            <p:cNvSpPr>
              <a:spLocks/>
            </p:cNvSpPr>
            <p:nvPr/>
          </p:nvSpPr>
          <p:spPr bwMode="auto">
            <a:xfrm>
              <a:off x="5395278" y="2756674"/>
              <a:ext cx="471535" cy="471535"/>
            </a:xfrm>
            <a:custGeom>
              <a:avLst/>
              <a:gdLst>
                <a:gd name="T0" fmla="*/ 177 w 188"/>
                <a:gd name="T1" fmla="*/ 82 h 188"/>
                <a:gd name="T2" fmla="*/ 181 w 188"/>
                <a:gd name="T3" fmla="*/ 70 h 188"/>
                <a:gd name="T4" fmla="*/ 119 w 188"/>
                <a:gd name="T5" fmla="*/ 8 h 188"/>
                <a:gd name="T6" fmla="*/ 49 w 188"/>
                <a:gd name="T7" fmla="*/ 49 h 188"/>
                <a:gd name="T8" fmla="*/ 8 w 188"/>
                <a:gd name="T9" fmla="*/ 119 h 188"/>
                <a:gd name="T10" fmla="*/ 70 w 188"/>
                <a:gd name="T11" fmla="*/ 181 h 188"/>
                <a:gd name="T12" fmla="*/ 82 w 188"/>
                <a:gd name="T13" fmla="*/ 177 h 188"/>
                <a:gd name="T14" fmla="*/ 122 w 188"/>
                <a:gd name="T15" fmla="*/ 122 h 188"/>
                <a:gd name="T16" fmla="*/ 177 w 188"/>
                <a:gd name="T17" fmla="*/ 82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 h="188">
                  <a:moveTo>
                    <a:pt x="177" y="82"/>
                  </a:moveTo>
                  <a:cubicBezTo>
                    <a:pt x="186" y="79"/>
                    <a:pt x="188" y="76"/>
                    <a:pt x="181" y="70"/>
                  </a:cubicBezTo>
                  <a:cubicBezTo>
                    <a:pt x="119" y="8"/>
                    <a:pt x="119" y="8"/>
                    <a:pt x="119" y="8"/>
                  </a:cubicBezTo>
                  <a:cubicBezTo>
                    <a:pt x="111" y="0"/>
                    <a:pt x="80" y="18"/>
                    <a:pt x="49" y="49"/>
                  </a:cubicBezTo>
                  <a:cubicBezTo>
                    <a:pt x="18" y="79"/>
                    <a:pt x="0" y="111"/>
                    <a:pt x="8" y="119"/>
                  </a:cubicBezTo>
                  <a:cubicBezTo>
                    <a:pt x="70" y="181"/>
                    <a:pt x="70" y="181"/>
                    <a:pt x="70" y="181"/>
                  </a:cubicBezTo>
                  <a:cubicBezTo>
                    <a:pt x="76" y="188"/>
                    <a:pt x="79" y="186"/>
                    <a:pt x="82" y="177"/>
                  </a:cubicBezTo>
                  <a:cubicBezTo>
                    <a:pt x="87" y="163"/>
                    <a:pt x="102" y="143"/>
                    <a:pt x="122" y="122"/>
                  </a:cubicBezTo>
                  <a:cubicBezTo>
                    <a:pt x="143" y="102"/>
                    <a:pt x="163" y="87"/>
                    <a:pt x="177" y="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4" name="Freeform 7">
              <a:extLst>
                <a:ext uri="{FF2B5EF4-FFF2-40B4-BE49-F238E27FC236}">
                  <a16:creationId xmlns:a16="http://schemas.microsoft.com/office/drawing/2014/main" id="{96DF343F-7844-45C5-960F-56606E0D0954}"/>
                </a:ext>
              </a:extLst>
            </p:cNvPr>
            <p:cNvSpPr>
              <a:spLocks/>
            </p:cNvSpPr>
            <p:nvPr/>
          </p:nvSpPr>
          <p:spPr bwMode="auto">
            <a:xfrm>
              <a:off x="6768741" y="2331554"/>
              <a:ext cx="331235" cy="528499"/>
            </a:xfrm>
            <a:custGeom>
              <a:avLst/>
              <a:gdLst>
                <a:gd name="T0" fmla="*/ 118 w 132"/>
                <a:gd name="T1" fmla="*/ 210 h 211"/>
                <a:gd name="T2" fmla="*/ 132 w 132"/>
                <a:gd name="T3" fmla="*/ 198 h 211"/>
                <a:gd name="T4" fmla="*/ 132 w 132"/>
                <a:gd name="T5" fmla="*/ 129 h 211"/>
                <a:gd name="T6" fmla="*/ 132 w 132"/>
                <a:gd name="T7" fmla="*/ 93 h 211"/>
                <a:gd name="T8" fmla="*/ 132 w 132"/>
                <a:gd name="T9" fmla="*/ 27 h 211"/>
                <a:gd name="T10" fmla="*/ 119 w 132"/>
                <a:gd name="T11" fmla="*/ 8 h 211"/>
                <a:gd name="T12" fmla="*/ 66 w 132"/>
                <a:gd name="T13" fmla="*/ 0 h 211"/>
                <a:gd name="T14" fmla="*/ 13 w 132"/>
                <a:gd name="T15" fmla="*/ 8 h 211"/>
                <a:gd name="T16" fmla="*/ 0 w 132"/>
                <a:gd name="T17" fmla="*/ 27 h 211"/>
                <a:gd name="T18" fmla="*/ 0 w 132"/>
                <a:gd name="T19" fmla="*/ 93 h 211"/>
                <a:gd name="T20" fmla="*/ 0 w 132"/>
                <a:gd name="T21" fmla="*/ 130 h 211"/>
                <a:gd name="T22" fmla="*/ 0 w 132"/>
                <a:gd name="T23" fmla="*/ 198 h 211"/>
                <a:gd name="T24" fmla="*/ 14 w 132"/>
                <a:gd name="T25" fmla="*/ 210 h 211"/>
                <a:gd name="T26" fmla="*/ 66 w 132"/>
                <a:gd name="T27" fmla="*/ 207 h 211"/>
                <a:gd name="T28" fmla="*/ 118 w 132"/>
                <a:gd name="T29" fmla="*/ 21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2" h="211">
                  <a:moveTo>
                    <a:pt x="118" y="210"/>
                  </a:moveTo>
                  <a:cubicBezTo>
                    <a:pt x="126" y="211"/>
                    <a:pt x="132" y="206"/>
                    <a:pt x="132" y="198"/>
                  </a:cubicBezTo>
                  <a:cubicBezTo>
                    <a:pt x="132" y="129"/>
                    <a:pt x="132" y="129"/>
                    <a:pt x="132" y="129"/>
                  </a:cubicBezTo>
                  <a:cubicBezTo>
                    <a:pt x="132" y="93"/>
                    <a:pt x="132" y="93"/>
                    <a:pt x="132" y="93"/>
                  </a:cubicBezTo>
                  <a:cubicBezTo>
                    <a:pt x="132" y="27"/>
                    <a:pt x="132" y="27"/>
                    <a:pt x="132" y="27"/>
                  </a:cubicBezTo>
                  <a:cubicBezTo>
                    <a:pt x="132" y="19"/>
                    <a:pt x="126" y="11"/>
                    <a:pt x="119" y="8"/>
                  </a:cubicBezTo>
                  <a:cubicBezTo>
                    <a:pt x="103" y="3"/>
                    <a:pt x="85" y="0"/>
                    <a:pt x="66" y="0"/>
                  </a:cubicBezTo>
                  <a:cubicBezTo>
                    <a:pt x="47" y="0"/>
                    <a:pt x="28" y="3"/>
                    <a:pt x="13" y="8"/>
                  </a:cubicBezTo>
                  <a:cubicBezTo>
                    <a:pt x="5" y="11"/>
                    <a:pt x="0" y="19"/>
                    <a:pt x="0" y="27"/>
                  </a:cubicBezTo>
                  <a:cubicBezTo>
                    <a:pt x="0" y="93"/>
                    <a:pt x="0" y="93"/>
                    <a:pt x="0" y="93"/>
                  </a:cubicBezTo>
                  <a:cubicBezTo>
                    <a:pt x="0" y="130"/>
                    <a:pt x="0" y="130"/>
                    <a:pt x="0" y="130"/>
                  </a:cubicBezTo>
                  <a:cubicBezTo>
                    <a:pt x="0" y="198"/>
                    <a:pt x="0" y="198"/>
                    <a:pt x="0" y="198"/>
                  </a:cubicBezTo>
                  <a:cubicBezTo>
                    <a:pt x="0" y="206"/>
                    <a:pt x="6" y="211"/>
                    <a:pt x="14" y="210"/>
                  </a:cubicBezTo>
                  <a:cubicBezTo>
                    <a:pt x="31" y="208"/>
                    <a:pt x="48" y="207"/>
                    <a:pt x="66" y="207"/>
                  </a:cubicBezTo>
                  <a:cubicBezTo>
                    <a:pt x="84" y="207"/>
                    <a:pt x="101" y="208"/>
                    <a:pt x="118" y="2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5" name="Freeform 8">
              <a:extLst>
                <a:ext uri="{FF2B5EF4-FFF2-40B4-BE49-F238E27FC236}">
                  <a16:creationId xmlns:a16="http://schemas.microsoft.com/office/drawing/2014/main" id="{22115586-AF78-4919-AC4B-6514ACF83D6C}"/>
                </a:ext>
              </a:extLst>
            </p:cNvPr>
            <p:cNvSpPr>
              <a:spLocks/>
            </p:cNvSpPr>
            <p:nvPr/>
          </p:nvSpPr>
          <p:spPr bwMode="auto">
            <a:xfrm>
              <a:off x="5663219" y="3024615"/>
              <a:ext cx="323851" cy="323851"/>
            </a:xfrm>
            <a:custGeom>
              <a:avLst/>
              <a:gdLst>
                <a:gd name="T0" fmla="*/ 122 w 129"/>
                <a:gd name="T1" fmla="*/ 79 h 129"/>
                <a:gd name="T2" fmla="*/ 122 w 129"/>
                <a:gd name="T3" fmla="*/ 57 h 129"/>
                <a:gd name="T4" fmla="*/ 75 w 129"/>
                <a:gd name="T5" fmla="*/ 9 h 129"/>
                <a:gd name="T6" fmla="*/ 48 w 129"/>
                <a:gd name="T7" fmla="*/ 4 h 129"/>
                <a:gd name="T8" fmla="*/ 24 w 129"/>
                <a:gd name="T9" fmla="*/ 23 h 129"/>
                <a:gd name="T10" fmla="*/ 4 w 129"/>
                <a:gd name="T11" fmla="*/ 48 h 129"/>
                <a:gd name="T12" fmla="*/ 9 w 129"/>
                <a:gd name="T13" fmla="*/ 74 h 129"/>
                <a:gd name="T14" fmla="*/ 57 w 129"/>
                <a:gd name="T15" fmla="*/ 123 h 129"/>
                <a:gd name="T16" fmla="*/ 79 w 129"/>
                <a:gd name="T17" fmla="*/ 122 h 129"/>
                <a:gd name="T18" fmla="*/ 103 w 129"/>
                <a:gd name="T19" fmla="*/ 96 h 129"/>
                <a:gd name="T20" fmla="*/ 122 w 129"/>
                <a:gd name="T21" fmla="*/ 7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9" h="129">
                  <a:moveTo>
                    <a:pt x="122" y="79"/>
                  </a:moveTo>
                  <a:cubicBezTo>
                    <a:pt x="128" y="73"/>
                    <a:pt x="129" y="63"/>
                    <a:pt x="122" y="57"/>
                  </a:cubicBezTo>
                  <a:cubicBezTo>
                    <a:pt x="75" y="9"/>
                    <a:pt x="75" y="9"/>
                    <a:pt x="75" y="9"/>
                  </a:cubicBezTo>
                  <a:cubicBezTo>
                    <a:pt x="68" y="2"/>
                    <a:pt x="56" y="0"/>
                    <a:pt x="48" y="4"/>
                  </a:cubicBezTo>
                  <a:cubicBezTo>
                    <a:pt x="40" y="9"/>
                    <a:pt x="31" y="16"/>
                    <a:pt x="24" y="23"/>
                  </a:cubicBezTo>
                  <a:cubicBezTo>
                    <a:pt x="16" y="31"/>
                    <a:pt x="9" y="40"/>
                    <a:pt x="4" y="48"/>
                  </a:cubicBezTo>
                  <a:cubicBezTo>
                    <a:pt x="0" y="56"/>
                    <a:pt x="3" y="68"/>
                    <a:pt x="9" y="74"/>
                  </a:cubicBezTo>
                  <a:cubicBezTo>
                    <a:pt x="57" y="123"/>
                    <a:pt x="57" y="123"/>
                    <a:pt x="57" y="123"/>
                  </a:cubicBezTo>
                  <a:cubicBezTo>
                    <a:pt x="64" y="129"/>
                    <a:pt x="73" y="129"/>
                    <a:pt x="79" y="122"/>
                  </a:cubicBezTo>
                  <a:cubicBezTo>
                    <a:pt x="87" y="113"/>
                    <a:pt x="95" y="105"/>
                    <a:pt x="103" y="96"/>
                  </a:cubicBezTo>
                  <a:cubicBezTo>
                    <a:pt x="109" y="90"/>
                    <a:pt x="115" y="85"/>
                    <a:pt x="122"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6" name="Freeform 9">
              <a:extLst>
                <a:ext uri="{FF2B5EF4-FFF2-40B4-BE49-F238E27FC236}">
                  <a16:creationId xmlns:a16="http://schemas.microsoft.com/office/drawing/2014/main" id="{42C3615F-E53D-4777-889C-978EB8C5AADA}"/>
                </a:ext>
              </a:extLst>
            </p:cNvPr>
            <p:cNvSpPr>
              <a:spLocks/>
            </p:cNvSpPr>
            <p:nvPr/>
          </p:nvSpPr>
          <p:spPr bwMode="auto">
            <a:xfrm>
              <a:off x="8001905" y="2756674"/>
              <a:ext cx="471535" cy="471535"/>
            </a:xfrm>
            <a:custGeom>
              <a:avLst/>
              <a:gdLst>
                <a:gd name="T0" fmla="*/ 11 w 188"/>
                <a:gd name="T1" fmla="*/ 82 h 188"/>
                <a:gd name="T2" fmla="*/ 7 w 188"/>
                <a:gd name="T3" fmla="*/ 70 h 188"/>
                <a:gd name="T4" fmla="*/ 69 w 188"/>
                <a:gd name="T5" fmla="*/ 8 h 188"/>
                <a:gd name="T6" fmla="*/ 139 w 188"/>
                <a:gd name="T7" fmla="*/ 49 h 188"/>
                <a:gd name="T8" fmla="*/ 180 w 188"/>
                <a:gd name="T9" fmla="*/ 119 h 188"/>
                <a:gd name="T10" fmla="*/ 118 w 188"/>
                <a:gd name="T11" fmla="*/ 181 h 188"/>
                <a:gd name="T12" fmla="*/ 106 w 188"/>
                <a:gd name="T13" fmla="*/ 177 h 188"/>
                <a:gd name="T14" fmla="*/ 66 w 188"/>
                <a:gd name="T15" fmla="*/ 122 h 188"/>
                <a:gd name="T16" fmla="*/ 11 w 188"/>
                <a:gd name="T17" fmla="*/ 82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 h="188">
                  <a:moveTo>
                    <a:pt x="11" y="82"/>
                  </a:moveTo>
                  <a:cubicBezTo>
                    <a:pt x="2" y="79"/>
                    <a:pt x="0" y="76"/>
                    <a:pt x="7" y="70"/>
                  </a:cubicBezTo>
                  <a:cubicBezTo>
                    <a:pt x="69" y="8"/>
                    <a:pt x="69" y="8"/>
                    <a:pt x="69" y="8"/>
                  </a:cubicBezTo>
                  <a:cubicBezTo>
                    <a:pt x="77" y="0"/>
                    <a:pt x="108" y="18"/>
                    <a:pt x="139" y="49"/>
                  </a:cubicBezTo>
                  <a:cubicBezTo>
                    <a:pt x="170" y="79"/>
                    <a:pt x="188" y="111"/>
                    <a:pt x="180" y="119"/>
                  </a:cubicBezTo>
                  <a:cubicBezTo>
                    <a:pt x="118" y="181"/>
                    <a:pt x="118" y="181"/>
                    <a:pt x="118" y="181"/>
                  </a:cubicBezTo>
                  <a:cubicBezTo>
                    <a:pt x="112" y="188"/>
                    <a:pt x="109" y="186"/>
                    <a:pt x="106" y="177"/>
                  </a:cubicBezTo>
                  <a:cubicBezTo>
                    <a:pt x="101" y="163"/>
                    <a:pt x="86" y="143"/>
                    <a:pt x="66" y="122"/>
                  </a:cubicBezTo>
                  <a:cubicBezTo>
                    <a:pt x="45" y="102"/>
                    <a:pt x="25" y="87"/>
                    <a:pt x="11" y="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7" name="Freeform 10">
              <a:extLst>
                <a:ext uri="{FF2B5EF4-FFF2-40B4-BE49-F238E27FC236}">
                  <a16:creationId xmlns:a16="http://schemas.microsoft.com/office/drawing/2014/main" id="{EF36CBAF-541B-49B6-B3D1-CB99251A7DDA}"/>
                </a:ext>
              </a:extLst>
            </p:cNvPr>
            <p:cNvSpPr>
              <a:spLocks/>
            </p:cNvSpPr>
            <p:nvPr/>
          </p:nvSpPr>
          <p:spPr bwMode="auto">
            <a:xfrm>
              <a:off x="7881648" y="3024615"/>
              <a:ext cx="323851" cy="323851"/>
            </a:xfrm>
            <a:custGeom>
              <a:avLst/>
              <a:gdLst>
                <a:gd name="T0" fmla="*/ 7 w 129"/>
                <a:gd name="T1" fmla="*/ 79 h 129"/>
                <a:gd name="T2" fmla="*/ 7 w 129"/>
                <a:gd name="T3" fmla="*/ 57 h 129"/>
                <a:gd name="T4" fmla="*/ 54 w 129"/>
                <a:gd name="T5" fmla="*/ 9 h 129"/>
                <a:gd name="T6" fmla="*/ 81 w 129"/>
                <a:gd name="T7" fmla="*/ 4 h 129"/>
                <a:gd name="T8" fmla="*/ 105 w 129"/>
                <a:gd name="T9" fmla="*/ 23 h 129"/>
                <a:gd name="T10" fmla="*/ 125 w 129"/>
                <a:gd name="T11" fmla="*/ 48 h 129"/>
                <a:gd name="T12" fmla="*/ 120 w 129"/>
                <a:gd name="T13" fmla="*/ 74 h 129"/>
                <a:gd name="T14" fmla="*/ 72 w 129"/>
                <a:gd name="T15" fmla="*/ 123 h 129"/>
                <a:gd name="T16" fmla="*/ 50 w 129"/>
                <a:gd name="T17" fmla="*/ 122 h 129"/>
                <a:gd name="T18" fmla="*/ 26 w 129"/>
                <a:gd name="T19" fmla="*/ 96 h 129"/>
                <a:gd name="T20" fmla="*/ 7 w 129"/>
                <a:gd name="T21" fmla="*/ 7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9" h="129">
                  <a:moveTo>
                    <a:pt x="7" y="79"/>
                  </a:moveTo>
                  <a:cubicBezTo>
                    <a:pt x="1" y="73"/>
                    <a:pt x="0" y="63"/>
                    <a:pt x="7" y="57"/>
                  </a:cubicBezTo>
                  <a:cubicBezTo>
                    <a:pt x="54" y="9"/>
                    <a:pt x="54" y="9"/>
                    <a:pt x="54" y="9"/>
                  </a:cubicBezTo>
                  <a:cubicBezTo>
                    <a:pt x="61" y="2"/>
                    <a:pt x="73" y="0"/>
                    <a:pt x="81" y="4"/>
                  </a:cubicBezTo>
                  <a:cubicBezTo>
                    <a:pt x="89" y="9"/>
                    <a:pt x="98" y="16"/>
                    <a:pt x="105" y="23"/>
                  </a:cubicBezTo>
                  <a:cubicBezTo>
                    <a:pt x="113" y="31"/>
                    <a:pt x="120" y="40"/>
                    <a:pt x="125" y="48"/>
                  </a:cubicBezTo>
                  <a:cubicBezTo>
                    <a:pt x="129" y="56"/>
                    <a:pt x="126" y="68"/>
                    <a:pt x="120" y="74"/>
                  </a:cubicBezTo>
                  <a:cubicBezTo>
                    <a:pt x="72" y="123"/>
                    <a:pt x="72" y="123"/>
                    <a:pt x="72" y="123"/>
                  </a:cubicBezTo>
                  <a:cubicBezTo>
                    <a:pt x="65" y="129"/>
                    <a:pt x="56" y="129"/>
                    <a:pt x="50" y="122"/>
                  </a:cubicBezTo>
                  <a:cubicBezTo>
                    <a:pt x="42" y="113"/>
                    <a:pt x="34" y="105"/>
                    <a:pt x="26" y="96"/>
                  </a:cubicBezTo>
                  <a:cubicBezTo>
                    <a:pt x="20" y="90"/>
                    <a:pt x="14" y="85"/>
                    <a:pt x="7"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8" name="Freeform 11">
              <a:extLst>
                <a:ext uri="{FF2B5EF4-FFF2-40B4-BE49-F238E27FC236}">
                  <a16:creationId xmlns:a16="http://schemas.microsoft.com/office/drawing/2014/main" id="{160F8CE0-4153-471A-98E0-D9709152F935}"/>
                </a:ext>
              </a:extLst>
            </p:cNvPr>
            <p:cNvSpPr>
              <a:spLocks/>
            </p:cNvSpPr>
            <p:nvPr/>
          </p:nvSpPr>
          <p:spPr bwMode="auto">
            <a:xfrm>
              <a:off x="6398476" y="1567815"/>
              <a:ext cx="1071766" cy="1024296"/>
            </a:xfrm>
            <a:custGeom>
              <a:avLst/>
              <a:gdLst>
                <a:gd name="T0" fmla="*/ 302 w 428"/>
                <a:gd name="T1" fmla="*/ 407 h 409"/>
                <a:gd name="T2" fmla="*/ 291 w 428"/>
                <a:gd name="T3" fmla="*/ 400 h 409"/>
                <a:gd name="T4" fmla="*/ 297 w 428"/>
                <a:gd name="T5" fmla="*/ 384 h 409"/>
                <a:gd name="T6" fmla="*/ 404 w 428"/>
                <a:gd name="T7" fmla="*/ 213 h 409"/>
                <a:gd name="T8" fmla="*/ 214 w 428"/>
                <a:gd name="T9" fmla="*/ 24 h 409"/>
                <a:gd name="T10" fmla="*/ 24 w 428"/>
                <a:gd name="T11" fmla="*/ 213 h 409"/>
                <a:gd name="T12" fmla="*/ 131 w 428"/>
                <a:gd name="T13" fmla="*/ 384 h 409"/>
                <a:gd name="T14" fmla="*/ 137 w 428"/>
                <a:gd name="T15" fmla="*/ 400 h 409"/>
                <a:gd name="T16" fmla="*/ 121 w 428"/>
                <a:gd name="T17" fmla="*/ 406 h 409"/>
                <a:gd name="T18" fmla="*/ 0 w 428"/>
                <a:gd name="T19" fmla="*/ 213 h 409"/>
                <a:gd name="T20" fmla="*/ 214 w 428"/>
                <a:gd name="T21" fmla="*/ 0 h 409"/>
                <a:gd name="T22" fmla="*/ 428 w 428"/>
                <a:gd name="T23" fmla="*/ 213 h 409"/>
                <a:gd name="T24" fmla="*/ 307 w 428"/>
                <a:gd name="T25" fmla="*/ 406 h 409"/>
                <a:gd name="T26" fmla="*/ 302 w 428"/>
                <a:gd name="T27" fmla="*/ 407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8" h="409">
                  <a:moveTo>
                    <a:pt x="302" y="407"/>
                  </a:moveTo>
                  <a:cubicBezTo>
                    <a:pt x="298" y="407"/>
                    <a:pt x="293" y="404"/>
                    <a:pt x="291" y="400"/>
                  </a:cubicBezTo>
                  <a:cubicBezTo>
                    <a:pt x="288" y="394"/>
                    <a:pt x="291" y="387"/>
                    <a:pt x="297" y="384"/>
                  </a:cubicBezTo>
                  <a:cubicBezTo>
                    <a:pt x="362" y="352"/>
                    <a:pt x="404" y="285"/>
                    <a:pt x="404" y="213"/>
                  </a:cubicBezTo>
                  <a:cubicBezTo>
                    <a:pt x="404" y="109"/>
                    <a:pt x="319" y="24"/>
                    <a:pt x="214" y="24"/>
                  </a:cubicBezTo>
                  <a:cubicBezTo>
                    <a:pt x="109" y="24"/>
                    <a:pt x="24" y="109"/>
                    <a:pt x="24" y="213"/>
                  </a:cubicBezTo>
                  <a:cubicBezTo>
                    <a:pt x="24" y="285"/>
                    <a:pt x="66" y="352"/>
                    <a:pt x="131" y="384"/>
                  </a:cubicBezTo>
                  <a:cubicBezTo>
                    <a:pt x="137" y="387"/>
                    <a:pt x="140" y="394"/>
                    <a:pt x="137" y="400"/>
                  </a:cubicBezTo>
                  <a:cubicBezTo>
                    <a:pt x="134" y="406"/>
                    <a:pt x="127" y="409"/>
                    <a:pt x="121" y="406"/>
                  </a:cubicBezTo>
                  <a:cubicBezTo>
                    <a:pt x="47" y="370"/>
                    <a:pt x="0" y="295"/>
                    <a:pt x="0" y="213"/>
                  </a:cubicBezTo>
                  <a:cubicBezTo>
                    <a:pt x="0" y="96"/>
                    <a:pt x="96" y="0"/>
                    <a:pt x="214" y="0"/>
                  </a:cubicBezTo>
                  <a:cubicBezTo>
                    <a:pt x="332" y="0"/>
                    <a:pt x="428" y="96"/>
                    <a:pt x="428" y="213"/>
                  </a:cubicBezTo>
                  <a:cubicBezTo>
                    <a:pt x="428" y="295"/>
                    <a:pt x="380" y="370"/>
                    <a:pt x="307" y="406"/>
                  </a:cubicBezTo>
                  <a:cubicBezTo>
                    <a:pt x="306" y="407"/>
                    <a:pt x="304" y="407"/>
                    <a:pt x="302" y="4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9" name="Freeform 12">
              <a:extLst>
                <a:ext uri="{FF2B5EF4-FFF2-40B4-BE49-F238E27FC236}">
                  <a16:creationId xmlns:a16="http://schemas.microsoft.com/office/drawing/2014/main" id="{A3773275-2FB0-45CE-BA39-FC31264CB669}"/>
                </a:ext>
              </a:extLst>
            </p:cNvPr>
            <p:cNvSpPr>
              <a:spLocks noEditPoints="1"/>
            </p:cNvSpPr>
            <p:nvPr/>
          </p:nvSpPr>
          <p:spPr bwMode="auto">
            <a:xfrm>
              <a:off x="5530304" y="2874821"/>
              <a:ext cx="2808110" cy="2804946"/>
            </a:xfrm>
            <a:custGeom>
              <a:avLst/>
              <a:gdLst>
                <a:gd name="T0" fmla="*/ 560 w 1120"/>
                <a:gd name="T1" fmla="*/ 1120 h 1120"/>
                <a:gd name="T2" fmla="*/ 164 w 1120"/>
                <a:gd name="T3" fmla="*/ 956 h 1120"/>
                <a:gd name="T4" fmla="*/ 0 w 1120"/>
                <a:gd name="T5" fmla="*/ 560 h 1120"/>
                <a:gd name="T6" fmla="*/ 164 w 1120"/>
                <a:gd name="T7" fmla="*/ 164 h 1120"/>
                <a:gd name="T8" fmla="*/ 560 w 1120"/>
                <a:gd name="T9" fmla="*/ 0 h 1120"/>
                <a:gd name="T10" fmla="*/ 956 w 1120"/>
                <a:gd name="T11" fmla="*/ 164 h 1120"/>
                <a:gd name="T12" fmla="*/ 1120 w 1120"/>
                <a:gd name="T13" fmla="*/ 560 h 1120"/>
                <a:gd name="T14" fmla="*/ 956 w 1120"/>
                <a:gd name="T15" fmla="*/ 956 h 1120"/>
                <a:gd name="T16" fmla="*/ 560 w 1120"/>
                <a:gd name="T17" fmla="*/ 1120 h 1120"/>
                <a:gd name="T18" fmla="*/ 560 w 1120"/>
                <a:gd name="T19" fmla="*/ 20 h 1120"/>
                <a:gd name="T20" fmla="*/ 178 w 1120"/>
                <a:gd name="T21" fmla="*/ 178 h 1120"/>
                <a:gd name="T22" fmla="*/ 20 w 1120"/>
                <a:gd name="T23" fmla="*/ 560 h 1120"/>
                <a:gd name="T24" fmla="*/ 178 w 1120"/>
                <a:gd name="T25" fmla="*/ 942 h 1120"/>
                <a:gd name="T26" fmla="*/ 560 w 1120"/>
                <a:gd name="T27" fmla="*/ 1100 h 1120"/>
                <a:gd name="T28" fmla="*/ 942 w 1120"/>
                <a:gd name="T29" fmla="*/ 942 h 1120"/>
                <a:gd name="T30" fmla="*/ 1100 w 1120"/>
                <a:gd name="T31" fmla="*/ 560 h 1120"/>
                <a:gd name="T32" fmla="*/ 942 w 1120"/>
                <a:gd name="T33" fmla="*/ 178 h 1120"/>
                <a:gd name="T34" fmla="*/ 560 w 1120"/>
                <a:gd name="T35" fmla="*/ 20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20" h="1120">
                  <a:moveTo>
                    <a:pt x="560" y="1120"/>
                  </a:moveTo>
                  <a:cubicBezTo>
                    <a:pt x="410" y="1120"/>
                    <a:pt x="270" y="1062"/>
                    <a:pt x="164" y="956"/>
                  </a:cubicBezTo>
                  <a:cubicBezTo>
                    <a:pt x="58" y="850"/>
                    <a:pt x="0" y="710"/>
                    <a:pt x="0" y="560"/>
                  </a:cubicBezTo>
                  <a:cubicBezTo>
                    <a:pt x="0" y="411"/>
                    <a:pt x="58" y="270"/>
                    <a:pt x="164" y="164"/>
                  </a:cubicBezTo>
                  <a:cubicBezTo>
                    <a:pt x="270" y="58"/>
                    <a:pt x="410" y="0"/>
                    <a:pt x="560" y="0"/>
                  </a:cubicBezTo>
                  <a:cubicBezTo>
                    <a:pt x="710" y="0"/>
                    <a:pt x="850" y="58"/>
                    <a:pt x="956" y="164"/>
                  </a:cubicBezTo>
                  <a:cubicBezTo>
                    <a:pt x="1062" y="270"/>
                    <a:pt x="1120" y="411"/>
                    <a:pt x="1120" y="560"/>
                  </a:cubicBezTo>
                  <a:cubicBezTo>
                    <a:pt x="1120" y="710"/>
                    <a:pt x="1062" y="850"/>
                    <a:pt x="956" y="956"/>
                  </a:cubicBezTo>
                  <a:cubicBezTo>
                    <a:pt x="850" y="1062"/>
                    <a:pt x="710" y="1120"/>
                    <a:pt x="560" y="1120"/>
                  </a:cubicBezTo>
                  <a:close/>
                  <a:moveTo>
                    <a:pt x="560" y="20"/>
                  </a:moveTo>
                  <a:cubicBezTo>
                    <a:pt x="416" y="20"/>
                    <a:pt x="280" y="76"/>
                    <a:pt x="178" y="178"/>
                  </a:cubicBezTo>
                  <a:cubicBezTo>
                    <a:pt x="76" y="280"/>
                    <a:pt x="20" y="416"/>
                    <a:pt x="20" y="560"/>
                  </a:cubicBezTo>
                  <a:cubicBezTo>
                    <a:pt x="20" y="705"/>
                    <a:pt x="76" y="840"/>
                    <a:pt x="178" y="942"/>
                  </a:cubicBezTo>
                  <a:cubicBezTo>
                    <a:pt x="280" y="1044"/>
                    <a:pt x="416" y="1100"/>
                    <a:pt x="560" y="1100"/>
                  </a:cubicBezTo>
                  <a:cubicBezTo>
                    <a:pt x="704" y="1100"/>
                    <a:pt x="840" y="1044"/>
                    <a:pt x="942" y="942"/>
                  </a:cubicBezTo>
                  <a:cubicBezTo>
                    <a:pt x="1044" y="840"/>
                    <a:pt x="1100" y="705"/>
                    <a:pt x="1100" y="560"/>
                  </a:cubicBezTo>
                  <a:cubicBezTo>
                    <a:pt x="1100" y="416"/>
                    <a:pt x="1044" y="280"/>
                    <a:pt x="942" y="178"/>
                  </a:cubicBezTo>
                  <a:cubicBezTo>
                    <a:pt x="840" y="76"/>
                    <a:pt x="704" y="20"/>
                    <a:pt x="56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aphicFrame>
        <p:nvGraphicFramePr>
          <p:cNvPr id="10" name="Chart 9">
            <a:extLst>
              <a:ext uri="{FF2B5EF4-FFF2-40B4-BE49-F238E27FC236}">
                <a16:creationId xmlns:a16="http://schemas.microsoft.com/office/drawing/2014/main" id="{FDE28C34-6336-40A9-AF4F-8136362BFFF9}"/>
              </a:ext>
            </a:extLst>
          </p:cNvPr>
          <p:cNvGraphicFramePr/>
          <p:nvPr/>
        </p:nvGraphicFramePr>
        <p:xfrm>
          <a:off x="482288" y="2465119"/>
          <a:ext cx="4068306" cy="2836640"/>
        </p:xfrm>
        <a:graphic>
          <a:graphicData uri="http://schemas.openxmlformats.org/drawingml/2006/chart">
            <c:chart xmlns:c="http://schemas.openxmlformats.org/drawingml/2006/chart" xmlns:r="http://schemas.openxmlformats.org/officeDocument/2006/relationships" r:id="rId2"/>
          </a:graphicData>
        </a:graphic>
      </p:graphicFrame>
      <p:grpSp>
        <p:nvGrpSpPr>
          <p:cNvPr id="21" name="Group 20">
            <a:extLst>
              <a:ext uri="{FF2B5EF4-FFF2-40B4-BE49-F238E27FC236}">
                <a16:creationId xmlns:a16="http://schemas.microsoft.com/office/drawing/2014/main" id="{9C7256B2-1F64-4885-8F63-5DBCAE75E88D}"/>
              </a:ext>
            </a:extLst>
          </p:cNvPr>
          <p:cNvGrpSpPr/>
          <p:nvPr/>
        </p:nvGrpSpPr>
        <p:grpSpPr>
          <a:xfrm>
            <a:off x="4798156" y="1650285"/>
            <a:ext cx="2582365" cy="3449644"/>
            <a:chOff x="5395278" y="1567815"/>
            <a:chExt cx="3078162" cy="4111952"/>
          </a:xfrm>
          <a:solidFill>
            <a:schemeClr val="bg2">
              <a:lumMod val="50000"/>
              <a:lumOff val="50000"/>
            </a:schemeClr>
          </a:solidFill>
        </p:grpSpPr>
        <p:sp>
          <p:nvSpPr>
            <p:cNvPr id="23" name="Oval 22">
              <a:extLst>
                <a:ext uri="{FF2B5EF4-FFF2-40B4-BE49-F238E27FC236}">
                  <a16:creationId xmlns:a16="http://schemas.microsoft.com/office/drawing/2014/main" id="{2131F8AD-99B0-4AFC-9F48-F021AD9596AF}"/>
                </a:ext>
              </a:extLst>
            </p:cNvPr>
            <p:cNvSpPr/>
            <p:nvPr/>
          </p:nvSpPr>
          <p:spPr>
            <a:xfrm>
              <a:off x="6560208" y="3888785"/>
              <a:ext cx="769444" cy="76944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solidFill>
                  <a:schemeClr val="tx1"/>
                </a:solidFill>
              </a:endParaRPr>
            </a:p>
          </p:txBody>
        </p:sp>
        <p:sp>
          <p:nvSpPr>
            <p:cNvPr id="24" name="Freeform 5">
              <a:extLst>
                <a:ext uri="{FF2B5EF4-FFF2-40B4-BE49-F238E27FC236}">
                  <a16:creationId xmlns:a16="http://schemas.microsoft.com/office/drawing/2014/main" id="{EA3CDD64-B050-499C-A282-E5919D5C7480}"/>
                </a:ext>
              </a:extLst>
            </p:cNvPr>
            <p:cNvSpPr>
              <a:spLocks/>
            </p:cNvSpPr>
            <p:nvPr/>
          </p:nvSpPr>
          <p:spPr bwMode="auto">
            <a:xfrm>
              <a:off x="6653759" y="1918038"/>
              <a:ext cx="561200" cy="430394"/>
            </a:xfrm>
            <a:custGeom>
              <a:avLst/>
              <a:gdLst>
                <a:gd name="T0" fmla="*/ 0 w 224"/>
                <a:gd name="T1" fmla="*/ 30 h 172"/>
                <a:gd name="T2" fmla="*/ 0 w 224"/>
                <a:gd name="T3" fmla="*/ 164 h 172"/>
                <a:gd name="T4" fmla="*/ 8 w 224"/>
                <a:gd name="T5" fmla="*/ 167 h 172"/>
                <a:gd name="T6" fmla="*/ 112 w 224"/>
                <a:gd name="T7" fmla="*/ 148 h 172"/>
                <a:gd name="T8" fmla="*/ 216 w 224"/>
                <a:gd name="T9" fmla="*/ 167 h 172"/>
                <a:gd name="T10" fmla="*/ 224 w 224"/>
                <a:gd name="T11" fmla="*/ 164 h 172"/>
                <a:gd name="T12" fmla="*/ 224 w 224"/>
                <a:gd name="T13" fmla="*/ 30 h 172"/>
                <a:gd name="T14" fmla="*/ 112 w 224"/>
                <a:gd name="T15" fmla="*/ 0 h 172"/>
                <a:gd name="T16" fmla="*/ 0 w 224"/>
                <a:gd name="T17" fmla="*/ 3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4" h="172">
                  <a:moveTo>
                    <a:pt x="0" y="30"/>
                  </a:moveTo>
                  <a:cubicBezTo>
                    <a:pt x="0" y="164"/>
                    <a:pt x="0" y="164"/>
                    <a:pt x="0" y="164"/>
                  </a:cubicBezTo>
                  <a:cubicBezTo>
                    <a:pt x="0" y="172"/>
                    <a:pt x="1" y="171"/>
                    <a:pt x="8" y="167"/>
                  </a:cubicBezTo>
                  <a:cubicBezTo>
                    <a:pt x="24" y="156"/>
                    <a:pt x="64" y="148"/>
                    <a:pt x="112" y="148"/>
                  </a:cubicBezTo>
                  <a:cubicBezTo>
                    <a:pt x="159" y="148"/>
                    <a:pt x="200" y="156"/>
                    <a:pt x="216" y="167"/>
                  </a:cubicBezTo>
                  <a:cubicBezTo>
                    <a:pt x="223" y="171"/>
                    <a:pt x="224" y="172"/>
                    <a:pt x="224" y="164"/>
                  </a:cubicBezTo>
                  <a:cubicBezTo>
                    <a:pt x="224" y="30"/>
                    <a:pt x="224" y="30"/>
                    <a:pt x="224" y="30"/>
                  </a:cubicBezTo>
                  <a:cubicBezTo>
                    <a:pt x="224" y="13"/>
                    <a:pt x="174" y="0"/>
                    <a:pt x="112" y="0"/>
                  </a:cubicBezTo>
                  <a:cubicBezTo>
                    <a:pt x="50" y="0"/>
                    <a:pt x="0" y="13"/>
                    <a:pt x="0"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5" name="Freeform 6">
              <a:extLst>
                <a:ext uri="{FF2B5EF4-FFF2-40B4-BE49-F238E27FC236}">
                  <a16:creationId xmlns:a16="http://schemas.microsoft.com/office/drawing/2014/main" id="{2602CBFE-9CF0-44D1-A129-E36904343AA6}"/>
                </a:ext>
              </a:extLst>
            </p:cNvPr>
            <p:cNvSpPr>
              <a:spLocks/>
            </p:cNvSpPr>
            <p:nvPr/>
          </p:nvSpPr>
          <p:spPr bwMode="auto">
            <a:xfrm>
              <a:off x="5395278" y="2756674"/>
              <a:ext cx="471535" cy="471535"/>
            </a:xfrm>
            <a:custGeom>
              <a:avLst/>
              <a:gdLst>
                <a:gd name="T0" fmla="*/ 177 w 188"/>
                <a:gd name="T1" fmla="*/ 82 h 188"/>
                <a:gd name="T2" fmla="*/ 181 w 188"/>
                <a:gd name="T3" fmla="*/ 70 h 188"/>
                <a:gd name="T4" fmla="*/ 119 w 188"/>
                <a:gd name="T5" fmla="*/ 8 h 188"/>
                <a:gd name="T6" fmla="*/ 49 w 188"/>
                <a:gd name="T7" fmla="*/ 49 h 188"/>
                <a:gd name="T8" fmla="*/ 8 w 188"/>
                <a:gd name="T9" fmla="*/ 119 h 188"/>
                <a:gd name="T10" fmla="*/ 70 w 188"/>
                <a:gd name="T11" fmla="*/ 181 h 188"/>
                <a:gd name="T12" fmla="*/ 82 w 188"/>
                <a:gd name="T13" fmla="*/ 177 h 188"/>
                <a:gd name="T14" fmla="*/ 122 w 188"/>
                <a:gd name="T15" fmla="*/ 122 h 188"/>
                <a:gd name="T16" fmla="*/ 177 w 188"/>
                <a:gd name="T17" fmla="*/ 82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 h="188">
                  <a:moveTo>
                    <a:pt x="177" y="82"/>
                  </a:moveTo>
                  <a:cubicBezTo>
                    <a:pt x="186" y="79"/>
                    <a:pt x="188" y="76"/>
                    <a:pt x="181" y="70"/>
                  </a:cubicBezTo>
                  <a:cubicBezTo>
                    <a:pt x="119" y="8"/>
                    <a:pt x="119" y="8"/>
                    <a:pt x="119" y="8"/>
                  </a:cubicBezTo>
                  <a:cubicBezTo>
                    <a:pt x="111" y="0"/>
                    <a:pt x="80" y="18"/>
                    <a:pt x="49" y="49"/>
                  </a:cubicBezTo>
                  <a:cubicBezTo>
                    <a:pt x="18" y="79"/>
                    <a:pt x="0" y="111"/>
                    <a:pt x="8" y="119"/>
                  </a:cubicBezTo>
                  <a:cubicBezTo>
                    <a:pt x="70" y="181"/>
                    <a:pt x="70" y="181"/>
                    <a:pt x="70" y="181"/>
                  </a:cubicBezTo>
                  <a:cubicBezTo>
                    <a:pt x="76" y="188"/>
                    <a:pt x="79" y="186"/>
                    <a:pt x="82" y="177"/>
                  </a:cubicBezTo>
                  <a:cubicBezTo>
                    <a:pt x="87" y="163"/>
                    <a:pt x="102" y="143"/>
                    <a:pt x="122" y="122"/>
                  </a:cubicBezTo>
                  <a:cubicBezTo>
                    <a:pt x="143" y="102"/>
                    <a:pt x="163" y="87"/>
                    <a:pt x="177" y="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6" name="Freeform 7">
              <a:extLst>
                <a:ext uri="{FF2B5EF4-FFF2-40B4-BE49-F238E27FC236}">
                  <a16:creationId xmlns:a16="http://schemas.microsoft.com/office/drawing/2014/main" id="{86561356-8D50-4AB6-B013-2D967D7421BE}"/>
                </a:ext>
              </a:extLst>
            </p:cNvPr>
            <p:cNvSpPr>
              <a:spLocks/>
            </p:cNvSpPr>
            <p:nvPr/>
          </p:nvSpPr>
          <p:spPr bwMode="auto">
            <a:xfrm>
              <a:off x="6768741" y="2331554"/>
              <a:ext cx="331235" cy="528499"/>
            </a:xfrm>
            <a:custGeom>
              <a:avLst/>
              <a:gdLst>
                <a:gd name="T0" fmla="*/ 118 w 132"/>
                <a:gd name="T1" fmla="*/ 210 h 211"/>
                <a:gd name="T2" fmla="*/ 132 w 132"/>
                <a:gd name="T3" fmla="*/ 198 h 211"/>
                <a:gd name="T4" fmla="*/ 132 w 132"/>
                <a:gd name="T5" fmla="*/ 129 h 211"/>
                <a:gd name="T6" fmla="*/ 132 w 132"/>
                <a:gd name="T7" fmla="*/ 93 h 211"/>
                <a:gd name="T8" fmla="*/ 132 w 132"/>
                <a:gd name="T9" fmla="*/ 27 h 211"/>
                <a:gd name="T10" fmla="*/ 119 w 132"/>
                <a:gd name="T11" fmla="*/ 8 h 211"/>
                <a:gd name="T12" fmla="*/ 66 w 132"/>
                <a:gd name="T13" fmla="*/ 0 h 211"/>
                <a:gd name="T14" fmla="*/ 13 w 132"/>
                <a:gd name="T15" fmla="*/ 8 h 211"/>
                <a:gd name="T16" fmla="*/ 0 w 132"/>
                <a:gd name="T17" fmla="*/ 27 h 211"/>
                <a:gd name="T18" fmla="*/ 0 w 132"/>
                <a:gd name="T19" fmla="*/ 93 h 211"/>
                <a:gd name="T20" fmla="*/ 0 w 132"/>
                <a:gd name="T21" fmla="*/ 130 h 211"/>
                <a:gd name="T22" fmla="*/ 0 w 132"/>
                <a:gd name="T23" fmla="*/ 198 h 211"/>
                <a:gd name="T24" fmla="*/ 14 w 132"/>
                <a:gd name="T25" fmla="*/ 210 h 211"/>
                <a:gd name="T26" fmla="*/ 66 w 132"/>
                <a:gd name="T27" fmla="*/ 207 h 211"/>
                <a:gd name="T28" fmla="*/ 118 w 132"/>
                <a:gd name="T29" fmla="*/ 21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2" h="211">
                  <a:moveTo>
                    <a:pt x="118" y="210"/>
                  </a:moveTo>
                  <a:cubicBezTo>
                    <a:pt x="126" y="211"/>
                    <a:pt x="132" y="206"/>
                    <a:pt x="132" y="198"/>
                  </a:cubicBezTo>
                  <a:cubicBezTo>
                    <a:pt x="132" y="129"/>
                    <a:pt x="132" y="129"/>
                    <a:pt x="132" y="129"/>
                  </a:cubicBezTo>
                  <a:cubicBezTo>
                    <a:pt x="132" y="93"/>
                    <a:pt x="132" y="93"/>
                    <a:pt x="132" y="93"/>
                  </a:cubicBezTo>
                  <a:cubicBezTo>
                    <a:pt x="132" y="27"/>
                    <a:pt x="132" y="27"/>
                    <a:pt x="132" y="27"/>
                  </a:cubicBezTo>
                  <a:cubicBezTo>
                    <a:pt x="132" y="19"/>
                    <a:pt x="126" y="11"/>
                    <a:pt x="119" y="8"/>
                  </a:cubicBezTo>
                  <a:cubicBezTo>
                    <a:pt x="103" y="3"/>
                    <a:pt x="85" y="0"/>
                    <a:pt x="66" y="0"/>
                  </a:cubicBezTo>
                  <a:cubicBezTo>
                    <a:pt x="47" y="0"/>
                    <a:pt x="28" y="3"/>
                    <a:pt x="13" y="8"/>
                  </a:cubicBezTo>
                  <a:cubicBezTo>
                    <a:pt x="5" y="11"/>
                    <a:pt x="0" y="19"/>
                    <a:pt x="0" y="27"/>
                  </a:cubicBezTo>
                  <a:cubicBezTo>
                    <a:pt x="0" y="93"/>
                    <a:pt x="0" y="93"/>
                    <a:pt x="0" y="93"/>
                  </a:cubicBezTo>
                  <a:cubicBezTo>
                    <a:pt x="0" y="130"/>
                    <a:pt x="0" y="130"/>
                    <a:pt x="0" y="130"/>
                  </a:cubicBezTo>
                  <a:cubicBezTo>
                    <a:pt x="0" y="198"/>
                    <a:pt x="0" y="198"/>
                    <a:pt x="0" y="198"/>
                  </a:cubicBezTo>
                  <a:cubicBezTo>
                    <a:pt x="0" y="206"/>
                    <a:pt x="6" y="211"/>
                    <a:pt x="14" y="210"/>
                  </a:cubicBezTo>
                  <a:cubicBezTo>
                    <a:pt x="31" y="208"/>
                    <a:pt x="48" y="207"/>
                    <a:pt x="66" y="207"/>
                  </a:cubicBezTo>
                  <a:cubicBezTo>
                    <a:pt x="84" y="207"/>
                    <a:pt x="101" y="208"/>
                    <a:pt x="118" y="2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7" name="Freeform 8">
              <a:extLst>
                <a:ext uri="{FF2B5EF4-FFF2-40B4-BE49-F238E27FC236}">
                  <a16:creationId xmlns:a16="http://schemas.microsoft.com/office/drawing/2014/main" id="{250AE246-C261-46CB-BED6-9B1950D03DAE}"/>
                </a:ext>
              </a:extLst>
            </p:cNvPr>
            <p:cNvSpPr>
              <a:spLocks/>
            </p:cNvSpPr>
            <p:nvPr/>
          </p:nvSpPr>
          <p:spPr bwMode="auto">
            <a:xfrm>
              <a:off x="5663219" y="3024615"/>
              <a:ext cx="323851" cy="323851"/>
            </a:xfrm>
            <a:custGeom>
              <a:avLst/>
              <a:gdLst>
                <a:gd name="T0" fmla="*/ 122 w 129"/>
                <a:gd name="T1" fmla="*/ 79 h 129"/>
                <a:gd name="T2" fmla="*/ 122 w 129"/>
                <a:gd name="T3" fmla="*/ 57 h 129"/>
                <a:gd name="T4" fmla="*/ 75 w 129"/>
                <a:gd name="T5" fmla="*/ 9 h 129"/>
                <a:gd name="T6" fmla="*/ 48 w 129"/>
                <a:gd name="T7" fmla="*/ 4 h 129"/>
                <a:gd name="T8" fmla="*/ 24 w 129"/>
                <a:gd name="T9" fmla="*/ 23 h 129"/>
                <a:gd name="T10" fmla="*/ 4 w 129"/>
                <a:gd name="T11" fmla="*/ 48 h 129"/>
                <a:gd name="T12" fmla="*/ 9 w 129"/>
                <a:gd name="T13" fmla="*/ 74 h 129"/>
                <a:gd name="T14" fmla="*/ 57 w 129"/>
                <a:gd name="T15" fmla="*/ 123 h 129"/>
                <a:gd name="T16" fmla="*/ 79 w 129"/>
                <a:gd name="T17" fmla="*/ 122 h 129"/>
                <a:gd name="T18" fmla="*/ 103 w 129"/>
                <a:gd name="T19" fmla="*/ 96 h 129"/>
                <a:gd name="T20" fmla="*/ 122 w 129"/>
                <a:gd name="T21" fmla="*/ 7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9" h="129">
                  <a:moveTo>
                    <a:pt x="122" y="79"/>
                  </a:moveTo>
                  <a:cubicBezTo>
                    <a:pt x="128" y="73"/>
                    <a:pt x="129" y="63"/>
                    <a:pt x="122" y="57"/>
                  </a:cubicBezTo>
                  <a:cubicBezTo>
                    <a:pt x="75" y="9"/>
                    <a:pt x="75" y="9"/>
                    <a:pt x="75" y="9"/>
                  </a:cubicBezTo>
                  <a:cubicBezTo>
                    <a:pt x="68" y="2"/>
                    <a:pt x="56" y="0"/>
                    <a:pt x="48" y="4"/>
                  </a:cubicBezTo>
                  <a:cubicBezTo>
                    <a:pt x="40" y="9"/>
                    <a:pt x="31" y="16"/>
                    <a:pt x="24" y="23"/>
                  </a:cubicBezTo>
                  <a:cubicBezTo>
                    <a:pt x="16" y="31"/>
                    <a:pt x="9" y="40"/>
                    <a:pt x="4" y="48"/>
                  </a:cubicBezTo>
                  <a:cubicBezTo>
                    <a:pt x="0" y="56"/>
                    <a:pt x="3" y="68"/>
                    <a:pt x="9" y="74"/>
                  </a:cubicBezTo>
                  <a:cubicBezTo>
                    <a:pt x="57" y="123"/>
                    <a:pt x="57" y="123"/>
                    <a:pt x="57" y="123"/>
                  </a:cubicBezTo>
                  <a:cubicBezTo>
                    <a:pt x="64" y="129"/>
                    <a:pt x="73" y="129"/>
                    <a:pt x="79" y="122"/>
                  </a:cubicBezTo>
                  <a:cubicBezTo>
                    <a:pt x="87" y="113"/>
                    <a:pt x="95" y="105"/>
                    <a:pt x="103" y="96"/>
                  </a:cubicBezTo>
                  <a:cubicBezTo>
                    <a:pt x="109" y="90"/>
                    <a:pt x="115" y="85"/>
                    <a:pt x="122"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8" name="Freeform 9">
              <a:extLst>
                <a:ext uri="{FF2B5EF4-FFF2-40B4-BE49-F238E27FC236}">
                  <a16:creationId xmlns:a16="http://schemas.microsoft.com/office/drawing/2014/main" id="{0BC0164C-92C6-4822-996E-C11A23319422}"/>
                </a:ext>
              </a:extLst>
            </p:cNvPr>
            <p:cNvSpPr>
              <a:spLocks/>
            </p:cNvSpPr>
            <p:nvPr/>
          </p:nvSpPr>
          <p:spPr bwMode="auto">
            <a:xfrm>
              <a:off x="8001905" y="2756674"/>
              <a:ext cx="471535" cy="471535"/>
            </a:xfrm>
            <a:custGeom>
              <a:avLst/>
              <a:gdLst>
                <a:gd name="T0" fmla="*/ 11 w 188"/>
                <a:gd name="T1" fmla="*/ 82 h 188"/>
                <a:gd name="T2" fmla="*/ 7 w 188"/>
                <a:gd name="T3" fmla="*/ 70 h 188"/>
                <a:gd name="T4" fmla="*/ 69 w 188"/>
                <a:gd name="T5" fmla="*/ 8 h 188"/>
                <a:gd name="T6" fmla="*/ 139 w 188"/>
                <a:gd name="T7" fmla="*/ 49 h 188"/>
                <a:gd name="T8" fmla="*/ 180 w 188"/>
                <a:gd name="T9" fmla="*/ 119 h 188"/>
                <a:gd name="T10" fmla="*/ 118 w 188"/>
                <a:gd name="T11" fmla="*/ 181 h 188"/>
                <a:gd name="T12" fmla="*/ 106 w 188"/>
                <a:gd name="T13" fmla="*/ 177 h 188"/>
                <a:gd name="T14" fmla="*/ 66 w 188"/>
                <a:gd name="T15" fmla="*/ 122 h 188"/>
                <a:gd name="T16" fmla="*/ 11 w 188"/>
                <a:gd name="T17" fmla="*/ 82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 h="188">
                  <a:moveTo>
                    <a:pt x="11" y="82"/>
                  </a:moveTo>
                  <a:cubicBezTo>
                    <a:pt x="2" y="79"/>
                    <a:pt x="0" y="76"/>
                    <a:pt x="7" y="70"/>
                  </a:cubicBezTo>
                  <a:cubicBezTo>
                    <a:pt x="69" y="8"/>
                    <a:pt x="69" y="8"/>
                    <a:pt x="69" y="8"/>
                  </a:cubicBezTo>
                  <a:cubicBezTo>
                    <a:pt x="77" y="0"/>
                    <a:pt x="108" y="18"/>
                    <a:pt x="139" y="49"/>
                  </a:cubicBezTo>
                  <a:cubicBezTo>
                    <a:pt x="170" y="79"/>
                    <a:pt x="188" y="111"/>
                    <a:pt x="180" y="119"/>
                  </a:cubicBezTo>
                  <a:cubicBezTo>
                    <a:pt x="118" y="181"/>
                    <a:pt x="118" y="181"/>
                    <a:pt x="118" y="181"/>
                  </a:cubicBezTo>
                  <a:cubicBezTo>
                    <a:pt x="112" y="188"/>
                    <a:pt x="109" y="186"/>
                    <a:pt x="106" y="177"/>
                  </a:cubicBezTo>
                  <a:cubicBezTo>
                    <a:pt x="101" y="163"/>
                    <a:pt x="86" y="143"/>
                    <a:pt x="66" y="122"/>
                  </a:cubicBezTo>
                  <a:cubicBezTo>
                    <a:pt x="45" y="102"/>
                    <a:pt x="25" y="87"/>
                    <a:pt x="11" y="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9" name="Freeform 10">
              <a:extLst>
                <a:ext uri="{FF2B5EF4-FFF2-40B4-BE49-F238E27FC236}">
                  <a16:creationId xmlns:a16="http://schemas.microsoft.com/office/drawing/2014/main" id="{BD1D8F3D-6C32-4B52-93B8-7D02A1617C88}"/>
                </a:ext>
              </a:extLst>
            </p:cNvPr>
            <p:cNvSpPr>
              <a:spLocks/>
            </p:cNvSpPr>
            <p:nvPr/>
          </p:nvSpPr>
          <p:spPr bwMode="auto">
            <a:xfrm>
              <a:off x="7881648" y="3024615"/>
              <a:ext cx="323851" cy="323851"/>
            </a:xfrm>
            <a:custGeom>
              <a:avLst/>
              <a:gdLst>
                <a:gd name="T0" fmla="*/ 7 w 129"/>
                <a:gd name="T1" fmla="*/ 79 h 129"/>
                <a:gd name="T2" fmla="*/ 7 w 129"/>
                <a:gd name="T3" fmla="*/ 57 h 129"/>
                <a:gd name="T4" fmla="*/ 54 w 129"/>
                <a:gd name="T5" fmla="*/ 9 h 129"/>
                <a:gd name="T6" fmla="*/ 81 w 129"/>
                <a:gd name="T7" fmla="*/ 4 h 129"/>
                <a:gd name="T8" fmla="*/ 105 w 129"/>
                <a:gd name="T9" fmla="*/ 23 h 129"/>
                <a:gd name="T10" fmla="*/ 125 w 129"/>
                <a:gd name="T11" fmla="*/ 48 h 129"/>
                <a:gd name="T12" fmla="*/ 120 w 129"/>
                <a:gd name="T13" fmla="*/ 74 h 129"/>
                <a:gd name="T14" fmla="*/ 72 w 129"/>
                <a:gd name="T15" fmla="*/ 123 h 129"/>
                <a:gd name="T16" fmla="*/ 50 w 129"/>
                <a:gd name="T17" fmla="*/ 122 h 129"/>
                <a:gd name="T18" fmla="*/ 26 w 129"/>
                <a:gd name="T19" fmla="*/ 96 h 129"/>
                <a:gd name="T20" fmla="*/ 7 w 129"/>
                <a:gd name="T21" fmla="*/ 7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9" h="129">
                  <a:moveTo>
                    <a:pt x="7" y="79"/>
                  </a:moveTo>
                  <a:cubicBezTo>
                    <a:pt x="1" y="73"/>
                    <a:pt x="0" y="63"/>
                    <a:pt x="7" y="57"/>
                  </a:cubicBezTo>
                  <a:cubicBezTo>
                    <a:pt x="54" y="9"/>
                    <a:pt x="54" y="9"/>
                    <a:pt x="54" y="9"/>
                  </a:cubicBezTo>
                  <a:cubicBezTo>
                    <a:pt x="61" y="2"/>
                    <a:pt x="73" y="0"/>
                    <a:pt x="81" y="4"/>
                  </a:cubicBezTo>
                  <a:cubicBezTo>
                    <a:pt x="89" y="9"/>
                    <a:pt x="98" y="16"/>
                    <a:pt x="105" y="23"/>
                  </a:cubicBezTo>
                  <a:cubicBezTo>
                    <a:pt x="113" y="31"/>
                    <a:pt x="120" y="40"/>
                    <a:pt x="125" y="48"/>
                  </a:cubicBezTo>
                  <a:cubicBezTo>
                    <a:pt x="129" y="56"/>
                    <a:pt x="126" y="68"/>
                    <a:pt x="120" y="74"/>
                  </a:cubicBezTo>
                  <a:cubicBezTo>
                    <a:pt x="72" y="123"/>
                    <a:pt x="72" y="123"/>
                    <a:pt x="72" y="123"/>
                  </a:cubicBezTo>
                  <a:cubicBezTo>
                    <a:pt x="65" y="129"/>
                    <a:pt x="56" y="129"/>
                    <a:pt x="50" y="122"/>
                  </a:cubicBezTo>
                  <a:cubicBezTo>
                    <a:pt x="42" y="113"/>
                    <a:pt x="34" y="105"/>
                    <a:pt x="26" y="96"/>
                  </a:cubicBezTo>
                  <a:cubicBezTo>
                    <a:pt x="20" y="90"/>
                    <a:pt x="14" y="85"/>
                    <a:pt x="7"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0" name="Freeform 11">
              <a:extLst>
                <a:ext uri="{FF2B5EF4-FFF2-40B4-BE49-F238E27FC236}">
                  <a16:creationId xmlns:a16="http://schemas.microsoft.com/office/drawing/2014/main" id="{01BCBD85-8F98-44CB-81BA-D55D3125A8E0}"/>
                </a:ext>
              </a:extLst>
            </p:cNvPr>
            <p:cNvSpPr>
              <a:spLocks/>
            </p:cNvSpPr>
            <p:nvPr/>
          </p:nvSpPr>
          <p:spPr bwMode="auto">
            <a:xfrm>
              <a:off x="6398476" y="1567815"/>
              <a:ext cx="1071766" cy="1024296"/>
            </a:xfrm>
            <a:custGeom>
              <a:avLst/>
              <a:gdLst>
                <a:gd name="T0" fmla="*/ 302 w 428"/>
                <a:gd name="T1" fmla="*/ 407 h 409"/>
                <a:gd name="T2" fmla="*/ 291 w 428"/>
                <a:gd name="T3" fmla="*/ 400 h 409"/>
                <a:gd name="T4" fmla="*/ 297 w 428"/>
                <a:gd name="T5" fmla="*/ 384 h 409"/>
                <a:gd name="T6" fmla="*/ 404 w 428"/>
                <a:gd name="T7" fmla="*/ 213 h 409"/>
                <a:gd name="T8" fmla="*/ 214 w 428"/>
                <a:gd name="T9" fmla="*/ 24 h 409"/>
                <a:gd name="T10" fmla="*/ 24 w 428"/>
                <a:gd name="T11" fmla="*/ 213 h 409"/>
                <a:gd name="T12" fmla="*/ 131 w 428"/>
                <a:gd name="T13" fmla="*/ 384 h 409"/>
                <a:gd name="T14" fmla="*/ 137 w 428"/>
                <a:gd name="T15" fmla="*/ 400 h 409"/>
                <a:gd name="T16" fmla="*/ 121 w 428"/>
                <a:gd name="T17" fmla="*/ 406 h 409"/>
                <a:gd name="T18" fmla="*/ 0 w 428"/>
                <a:gd name="T19" fmla="*/ 213 h 409"/>
                <a:gd name="T20" fmla="*/ 214 w 428"/>
                <a:gd name="T21" fmla="*/ 0 h 409"/>
                <a:gd name="T22" fmla="*/ 428 w 428"/>
                <a:gd name="T23" fmla="*/ 213 h 409"/>
                <a:gd name="T24" fmla="*/ 307 w 428"/>
                <a:gd name="T25" fmla="*/ 406 h 409"/>
                <a:gd name="T26" fmla="*/ 302 w 428"/>
                <a:gd name="T27" fmla="*/ 407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8" h="409">
                  <a:moveTo>
                    <a:pt x="302" y="407"/>
                  </a:moveTo>
                  <a:cubicBezTo>
                    <a:pt x="298" y="407"/>
                    <a:pt x="293" y="404"/>
                    <a:pt x="291" y="400"/>
                  </a:cubicBezTo>
                  <a:cubicBezTo>
                    <a:pt x="288" y="394"/>
                    <a:pt x="291" y="387"/>
                    <a:pt x="297" y="384"/>
                  </a:cubicBezTo>
                  <a:cubicBezTo>
                    <a:pt x="362" y="352"/>
                    <a:pt x="404" y="285"/>
                    <a:pt x="404" y="213"/>
                  </a:cubicBezTo>
                  <a:cubicBezTo>
                    <a:pt x="404" y="109"/>
                    <a:pt x="319" y="24"/>
                    <a:pt x="214" y="24"/>
                  </a:cubicBezTo>
                  <a:cubicBezTo>
                    <a:pt x="109" y="24"/>
                    <a:pt x="24" y="109"/>
                    <a:pt x="24" y="213"/>
                  </a:cubicBezTo>
                  <a:cubicBezTo>
                    <a:pt x="24" y="285"/>
                    <a:pt x="66" y="352"/>
                    <a:pt x="131" y="384"/>
                  </a:cubicBezTo>
                  <a:cubicBezTo>
                    <a:pt x="137" y="387"/>
                    <a:pt x="140" y="394"/>
                    <a:pt x="137" y="400"/>
                  </a:cubicBezTo>
                  <a:cubicBezTo>
                    <a:pt x="134" y="406"/>
                    <a:pt x="127" y="409"/>
                    <a:pt x="121" y="406"/>
                  </a:cubicBezTo>
                  <a:cubicBezTo>
                    <a:pt x="47" y="370"/>
                    <a:pt x="0" y="295"/>
                    <a:pt x="0" y="213"/>
                  </a:cubicBezTo>
                  <a:cubicBezTo>
                    <a:pt x="0" y="96"/>
                    <a:pt x="96" y="0"/>
                    <a:pt x="214" y="0"/>
                  </a:cubicBezTo>
                  <a:cubicBezTo>
                    <a:pt x="332" y="0"/>
                    <a:pt x="428" y="96"/>
                    <a:pt x="428" y="213"/>
                  </a:cubicBezTo>
                  <a:cubicBezTo>
                    <a:pt x="428" y="295"/>
                    <a:pt x="380" y="370"/>
                    <a:pt x="307" y="406"/>
                  </a:cubicBezTo>
                  <a:cubicBezTo>
                    <a:pt x="306" y="407"/>
                    <a:pt x="304" y="407"/>
                    <a:pt x="302" y="4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1" name="Freeform 12">
              <a:extLst>
                <a:ext uri="{FF2B5EF4-FFF2-40B4-BE49-F238E27FC236}">
                  <a16:creationId xmlns:a16="http://schemas.microsoft.com/office/drawing/2014/main" id="{1BEFF5B5-3ADE-40CA-B24F-359A39CB2C62}"/>
                </a:ext>
              </a:extLst>
            </p:cNvPr>
            <p:cNvSpPr>
              <a:spLocks noEditPoints="1"/>
            </p:cNvSpPr>
            <p:nvPr/>
          </p:nvSpPr>
          <p:spPr bwMode="auto">
            <a:xfrm>
              <a:off x="5530304" y="2874821"/>
              <a:ext cx="2808110" cy="2804946"/>
            </a:xfrm>
            <a:custGeom>
              <a:avLst/>
              <a:gdLst>
                <a:gd name="T0" fmla="*/ 560 w 1120"/>
                <a:gd name="T1" fmla="*/ 1120 h 1120"/>
                <a:gd name="T2" fmla="*/ 164 w 1120"/>
                <a:gd name="T3" fmla="*/ 956 h 1120"/>
                <a:gd name="T4" fmla="*/ 0 w 1120"/>
                <a:gd name="T5" fmla="*/ 560 h 1120"/>
                <a:gd name="T6" fmla="*/ 164 w 1120"/>
                <a:gd name="T7" fmla="*/ 164 h 1120"/>
                <a:gd name="T8" fmla="*/ 560 w 1120"/>
                <a:gd name="T9" fmla="*/ 0 h 1120"/>
                <a:gd name="T10" fmla="*/ 956 w 1120"/>
                <a:gd name="T11" fmla="*/ 164 h 1120"/>
                <a:gd name="T12" fmla="*/ 1120 w 1120"/>
                <a:gd name="T13" fmla="*/ 560 h 1120"/>
                <a:gd name="T14" fmla="*/ 956 w 1120"/>
                <a:gd name="T15" fmla="*/ 956 h 1120"/>
                <a:gd name="T16" fmla="*/ 560 w 1120"/>
                <a:gd name="T17" fmla="*/ 1120 h 1120"/>
                <a:gd name="T18" fmla="*/ 560 w 1120"/>
                <a:gd name="T19" fmla="*/ 20 h 1120"/>
                <a:gd name="T20" fmla="*/ 178 w 1120"/>
                <a:gd name="T21" fmla="*/ 178 h 1120"/>
                <a:gd name="T22" fmla="*/ 20 w 1120"/>
                <a:gd name="T23" fmla="*/ 560 h 1120"/>
                <a:gd name="T24" fmla="*/ 178 w 1120"/>
                <a:gd name="T25" fmla="*/ 942 h 1120"/>
                <a:gd name="T26" fmla="*/ 560 w 1120"/>
                <a:gd name="T27" fmla="*/ 1100 h 1120"/>
                <a:gd name="T28" fmla="*/ 942 w 1120"/>
                <a:gd name="T29" fmla="*/ 942 h 1120"/>
                <a:gd name="T30" fmla="*/ 1100 w 1120"/>
                <a:gd name="T31" fmla="*/ 560 h 1120"/>
                <a:gd name="T32" fmla="*/ 942 w 1120"/>
                <a:gd name="T33" fmla="*/ 178 h 1120"/>
                <a:gd name="T34" fmla="*/ 560 w 1120"/>
                <a:gd name="T35" fmla="*/ 20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20" h="1120">
                  <a:moveTo>
                    <a:pt x="560" y="1120"/>
                  </a:moveTo>
                  <a:cubicBezTo>
                    <a:pt x="410" y="1120"/>
                    <a:pt x="270" y="1062"/>
                    <a:pt x="164" y="956"/>
                  </a:cubicBezTo>
                  <a:cubicBezTo>
                    <a:pt x="58" y="850"/>
                    <a:pt x="0" y="710"/>
                    <a:pt x="0" y="560"/>
                  </a:cubicBezTo>
                  <a:cubicBezTo>
                    <a:pt x="0" y="411"/>
                    <a:pt x="58" y="270"/>
                    <a:pt x="164" y="164"/>
                  </a:cubicBezTo>
                  <a:cubicBezTo>
                    <a:pt x="270" y="58"/>
                    <a:pt x="410" y="0"/>
                    <a:pt x="560" y="0"/>
                  </a:cubicBezTo>
                  <a:cubicBezTo>
                    <a:pt x="710" y="0"/>
                    <a:pt x="850" y="58"/>
                    <a:pt x="956" y="164"/>
                  </a:cubicBezTo>
                  <a:cubicBezTo>
                    <a:pt x="1062" y="270"/>
                    <a:pt x="1120" y="411"/>
                    <a:pt x="1120" y="560"/>
                  </a:cubicBezTo>
                  <a:cubicBezTo>
                    <a:pt x="1120" y="710"/>
                    <a:pt x="1062" y="850"/>
                    <a:pt x="956" y="956"/>
                  </a:cubicBezTo>
                  <a:cubicBezTo>
                    <a:pt x="850" y="1062"/>
                    <a:pt x="710" y="1120"/>
                    <a:pt x="560" y="1120"/>
                  </a:cubicBezTo>
                  <a:close/>
                  <a:moveTo>
                    <a:pt x="560" y="20"/>
                  </a:moveTo>
                  <a:cubicBezTo>
                    <a:pt x="416" y="20"/>
                    <a:pt x="280" y="76"/>
                    <a:pt x="178" y="178"/>
                  </a:cubicBezTo>
                  <a:cubicBezTo>
                    <a:pt x="76" y="280"/>
                    <a:pt x="20" y="416"/>
                    <a:pt x="20" y="560"/>
                  </a:cubicBezTo>
                  <a:cubicBezTo>
                    <a:pt x="20" y="705"/>
                    <a:pt x="76" y="840"/>
                    <a:pt x="178" y="942"/>
                  </a:cubicBezTo>
                  <a:cubicBezTo>
                    <a:pt x="280" y="1044"/>
                    <a:pt x="416" y="1100"/>
                    <a:pt x="560" y="1100"/>
                  </a:cubicBezTo>
                  <a:cubicBezTo>
                    <a:pt x="704" y="1100"/>
                    <a:pt x="840" y="1044"/>
                    <a:pt x="942" y="942"/>
                  </a:cubicBezTo>
                  <a:cubicBezTo>
                    <a:pt x="1044" y="840"/>
                    <a:pt x="1100" y="705"/>
                    <a:pt x="1100" y="560"/>
                  </a:cubicBezTo>
                  <a:cubicBezTo>
                    <a:pt x="1100" y="416"/>
                    <a:pt x="1044" y="280"/>
                    <a:pt x="942" y="178"/>
                  </a:cubicBezTo>
                  <a:cubicBezTo>
                    <a:pt x="840" y="76"/>
                    <a:pt x="704" y="20"/>
                    <a:pt x="56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aphicFrame>
        <p:nvGraphicFramePr>
          <p:cNvPr id="22" name="Chart 21">
            <a:extLst>
              <a:ext uri="{FF2B5EF4-FFF2-40B4-BE49-F238E27FC236}">
                <a16:creationId xmlns:a16="http://schemas.microsoft.com/office/drawing/2014/main" id="{0AB8C82B-11A8-4CF3-AD11-E86538E8B13A}"/>
              </a:ext>
            </a:extLst>
          </p:cNvPr>
          <p:cNvGraphicFramePr/>
          <p:nvPr>
            <p:extLst>
              <p:ext uri="{D42A27DB-BD31-4B8C-83A1-F6EECF244321}">
                <p14:modId xmlns:p14="http://schemas.microsoft.com/office/powerpoint/2010/main" val="1761866059"/>
              </p:ext>
            </p:extLst>
          </p:nvPr>
        </p:nvGraphicFramePr>
        <p:xfrm>
          <a:off x="4061847" y="2502440"/>
          <a:ext cx="4068306" cy="2836640"/>
        </p:xfrm>
        <a:graphic>
          <a:graphicData uri="http://schemas.openxmlformats.org/drawingml/2006/chart">
            <c:chart xmlns:c="http://schemas.openxmlformats.org/drawingml/2006/chart" xmlns:r="http://schemas.openxmlformats.org/officeDocument/2006/relationships" r:id="rId3"/>
          </a:graphicData>
        </a:graphic>
      </p:graphicFrame>
      <p:grpSp>
        <p:nvGrpSpPr>
          <p:cNvPr id="33" name="Group 32">
            <a:extLst>
              <a:ext uri="{FF2B5EF4-FFF2-40B4-BE49-F238E27FC236}">
                <a16:creationId xmlns:a16="http://schemas.microsoft.com/office/drawing/2014/main" id="{210A86D6-F677-4AF4-A955-3B6029CD74C1}"/>
              </a:ext>
            </a:extLst>
          </p:cNvPr>
          <p:cNvGrpSpPr/>
          <p:nvPr/>
        </p:nvGrpSpPr>
        <p:grpSpPr>
          <a:xfrm>
            <a:off x="8377715" y="1650285"/>
            <a:ext cx="2582365" cy="3449644"/>
            <a:chOff x="5395278" y="1567815"/>
            <a:chExt cx="3078162" cy="4111952"/>
          </a:xfrm>
          <a:solidFill>
            <a:schemeClr val="bg2">
              <a:lumMod val="50000"/>
              <a:lumOff val="50000"/>
            </a:schemeClr>
          </a:solidFill>
        </p:grpSpPr>
        <p:sp>
          <p:nvSpPr>
            <p:cNvPr id="35" name="Oval 34">
              <a:extLst>
                <a:ext uri="{FF2B5EF4-FFF2-40B4-BE49-F238E27FC236}">
                  <a16:creationId xmlns:a16="http://schemas.microsoft.com/office/drawing/2014/main" id="{5FE08380-7435-4B48-8F8D-45E1E260747D}"/>
                </a:ext>
              </a:extLst>
            </p:cNvPr>
            <p:cNvSpPr/>
            <p:nvPr/>
          </p:nvSpPr>
          <p:spPr>
            <a:xfrm>
              <a:off x="6560208" y="3888785"/>
              <a:ext cx="769444" cy="76944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solidFill>
                  <a:schemeClr val="tx1"/>
                </a:solidFill>
              </a:endParaRPr>
            </a:p>
          </p:txBody>
        </p:sp>
        <p:sp>
          <p:nvSpPr>
            <p:cNvPr id="36" name="Freeform 5">
              <a:extLst>
                <a:ext uri="{FF2B5EF4-FFF2-40B4-BE49-F238E27FC236}">
                  <a16:creationId xmlns:a16="http://schemas.microsoft.com/office/drawing/2014/main" id="{C4CA9120-6533-4D28-AFF4-49110D8C1FA5}"/>
                </a:ext>
              </a:extLst>
            </p:cNvPr>
            <p:cNvSpPr>
              <a:spLocks/>
            </p:cNvSpPr>
            <p:nvPr/>
          </p:nvSpPr>
          <p:spPr bwMode="auto">
            <a:xfrm>
              <a:off x="6653759" y="1918038"/>
              <a:ext cx="561200" cy="430394"/>
            </a:xfrm>
            <a:custGeom>
              <a:avLst/>
              <a:gdLst>
                <a:gd name="T0" fmla="*/ 0 w 224"/>
                <a:gd name="T1" fmla="*/ 30 h 172"/>
                <a:gd name="T2" fmla="*/ 0 w 224"/>
                <a:gd name="T3" fmla="*/ 164 h 172"/>
                <a:gd name="T4" fmla="*/ 8 w 224"/>
                <a:gd name="T5" fmla="*/ 167 h 172"/>
                <a:gd name="T6" fmla="*/ 112 w 224"/>
                <a:gd name="T7" fmla="*/ 148 h 172"/>
                <a:gd name="T8" fmla="*/ 216 w 224"/>
                <a:gd name="T9" fmla="*/ 167 h 172"/>
                <a:gd name="T10" fmla="*/ 224 w 224"/>
                <a:gd name="T11" fmla="*/ 164 h 172"/>
                <a:gd name="T12" fmla="*/ 224 w 224"/>
                <a:gd name="T13" fmla="*/ 30 h 172"/>
                <a:gd name="T14" fmla="*/ 112 w 224"/>
                <a:gd name="T15" fmla="*/ 0 h 172"/>
                <a:gd name="T16" fmla="*/ 0 w 224"/>
                <a:gd name="T17" fmla="*/ 3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4" h="172">
                  <a:moveTo>
                    <a:pt x="0" y="30"/>
                  </a:moveTo>
                  <a:cubicBezTo>
                    <a:pt x="0" y="164"/>
                    <a:pt x="0" y="164"/>
                    <a:pt x="0" y="164"/>
                  </a:cubicBezTo>
                  <a:cubicBezTo>
                    <a:pt x="0" y="172"/>
                    <a:pt x="1" y="171"/>
                    <a:pt x="8" y="167"/>
                  </a:cubicBezTo>
                  <a:cubicBezTo>
                    <a:pt x="24" y="156"/>
                    <a:pt x="64" y="148"/>
                    <a:pt x="112" y="148"/>
                  </a:cubicBezTo>
                  <a:cubicBezTo>
                    <a:pt x="159" y="148"/>
                    <a:pt x="200" y="156"/>
                    <a:pt x="216" y="167"/>
                  </a:cubicBezTo>
                  <a:cubicBezTo>
                    <a:pt x="223" y="171"/>
                    <a:pt x="224" y="172"/>
                    <a:pt x="224" y="164"/>
                  </a:cubicBezTo>
                  <a:cubicBezTo>
                    <a:pt x="224" y="30"/>
                    <a:pt x="224" y="30"/>
                    <a:pt x="224" y="30"/>
                  </a:cubicBezTo>
                  <a:cubicBezTo>
                    <a:pt x="224" y="13"/>
                    <a:pt x="174" y="0"/>
                    <a:pt x="112" y="0"/>
                  </a:cubicBezTo>
                  <a:cubicBezTo>
                    <a:pt x="50" y="0"/>
                    <a:pt x="0" y="13"/>
                    <a:pt x="0"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7" name="Freeform 6">
              <a:extLst>
                <a:ext uri="{FF2B5EF4-FFF2-40B4-BE49-F238E27FC236}">
                  <a16:creationId xmlns:a16="http://schemas.microsoft.com/office/drawing/2014/main" id="{1965F0A4-F984-48DC-9775-12DB8536C386}"/>
                </a:ext>
              </a:extLst>
            </p:cNvPr>
            <p:cNvSpPr>
              <a:spLocks/>
            </p:cNvSpPr>
            <p:nvPr/>
          </p:nvSpPr>
          <p:spPr bwMode="auto">
            <a:xfrm>
              <a:off x="5395278" y="2756674"/>
              <a:ext cx="471535" cy="471535"/>
            </a:xfrm>
            <a:custGeom>
              <a:avLst/>
              <a:gdLst>
                <a:gd name="T0" fmla="*/ 177 w 188"/>
                <a:gd name="T1" fmla="*/ 82 h 188"/>
                <a:gd name="T2" fmla="*/ 181 w 188"/>
                <a:gd name="T3" fmla="*/ 70 h 188"/>
                <a:gd name="T4" fmla="*/ 119 w 188"/>
                <a:gd name="T5" fmla="*/ 8 h 188"/>
                <a:gd name="T6" fmla="*/ 49 w 188"/>
                <a:gd name="T7" fmla="*/ 49 h 188"/>
                <a:gd name="T8" fmla="*/ 8 w 188"/>
                <a:gd name="T9" fmla="*/ 119 h 188"/>
                <a:gd name="T10" fmla="*/ 70 w 188"/>
                <a:gd name="T11" fmla="*/ 181 h 188"/>
                <a:gd name="T12" fmla="*/ 82 w 188"/>
                <a:gd name="T13" fmla="*/ 177 h 188"/>
                <a:gd name="T14" fmla="*/ 122 w 188"/>
                <a:gd name="T15" fmla="*/ 122 h 188"/>
                <a:gd name="T16" fmla="*/ 177 w 188"/>
                <a:gd name="T17" fmla="*/ 82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 h="188">
                  <a:moveTo>
                    <a:pt x="177" y="82"/>
                  </a:moveTo>
                  <a:cubicBezTo>
                    <a:pt x="186" y="79"/>
                    <a:pt x="188" y="76"/>
                    <a:pt x="181" y="70"/>
                  </a:cubicBezTo>
                  <a:cubicBezTo>
                    <a:pt x="119" y="8"/>
                    <a:pt x="119" y="8"/>
                    <a:pt x="119" y="8"/>
                  </a:cubicBezTo>
                  <a:cubicBezTo>
                    <a:pt x="111" y="0"/>
                    <a:pt x="80" y="18"/>
                    <a:pt x="49" y="49"/>
                  </a:cubicBezTo>
                  <a:cubicBezTo>
                    <a:pt x="18" y="79"/>
                    <a:pt x="0" y="111"/>
                    <a:pt x="8" y="119"/>
                  </a:cubicBezTo>
                  <a:cubicBezTo>
                    <a:pt x="70" y="181"/>
                    <a:pt x="70" y="181"/>
                    <a:pt x="70" y="181"/>
                  </a:cubicBezTo>
                  <a:cubicBezTo>
                    <a:pt x="76" y="188"/>
                    <a:pt x="79" y="186"/>
                    <a:pt x="82" y="177"/>
                  </a:cubicBezTo>
                  <a:cubicBezTo>
                    <a:pt x="87" y="163"/>
                    <a:pt x="102" y="143"/>
                    <a:pt x="122" y="122"/>
                  </a:cubicBezTo>
                  <a:cubicBezTo>
                    <a:pt x="143" y="102"/>
                    <a:pt x="163" y="87"/>
                    <a:pt x="177" y="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8" name="Freeform 7">
              <a:extLst>
                <a:ext uri="{FF2B5EF4-FFF2-40B4-BE49-F238E27FC236}">
                  <a16:creationId xmlns:a16="http://schemas.microsoft.com/office/drawing/2014/main" id="{7CA643AA-0DD2-4E95-9F55-D027283AE394}"/>
                </a:ext>
              </a:extLst>
            </p:cNvPr>
            <p:cNvSpPr>
              <a:spLocks/>
            </p:cNvSpPr>
            <p:nvPr/>
          </p:nvSpPr>
          <p:spPr bwMode="auto">
            <a:xfrm>
              <a:off x="6768741" y="2331554"/>
              <a:ext cx="331235" cy="528499"/>
            </a:xfrm>
            <a:custGeom>
              <a:avLst/>
              <a:gdLst>
                <a:gd name="T0" fmla="*/ 118 w 132"/>
                <a:gd name="T1" fmla="*/ 210 h 211"/>
                <a:gd name="T2" fmla="*/ 132 w 132"/>
                <a:gd name="T3" fmla="*/ 198 h 211"/>
                <a:gd name="T4" fmla="*/ 132 w 132"/>
                <a:gd name="T5" fmla="*/ 129 h 211"/>
                <a:gd name="T6" fmla="*/ 132 w 132"/>
                <a:gd name="T7" fmla="*/ 93 h 211"/>
                <a:gd name="T8" fmla="*/ 132 w 132"/>
                <a:gd name="T9" fmla="*/ 27 h 211"/>
                <a:gd name="T10" fmla="*/ 119 w 132"/>
                <a:gd name="T11" fmla="*/ 8 h 211"/>
                <a:gd name="T12" fmla="*/ 66 w 132"/>
                <a:gd name="T13" fmla="*/ 0 h 211"/>
                <a:gd name="T14" fmla="*/ 13 w 132"/>
                <a:gd name="T15" fmla="*/ 8 h 211"/>
                <a:gd name="T16" fmla="*/ 0 w 132"/>
                <a:gd name="T17" fmla="*/ 27 h 211"/>
                <a:gd name="T18" fmla="*/ 0 w 132"/>
                <a:gd name="T19" fmla="*/ 93 h 211"/>
                <a:gd name="T20" fmla="*/ 0 w 132"/>
                <a:gd name="T21" fmla="*/ 130 h 211"/>
                <a:gd name="T22" fmla="*/ 0 w 132"/>
                <a:gd name="T23" fmla="*/ 198 h 211"/>
                <a:gd name="T24" fmla="*/ 14 w 132"/>
                <a:gd name="T25" fmla="*/ 210 h 211"/>
                <a:gd name="T26" fmla="*/ 66 w 132"/>
                <a:gd name="T27" fmla="*/ 207 h 211"/>
                <a:gd name="T28" fmla="*/ 118 w 132"/>
                <a:gd name="T29" fmla="*/ 21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2" h="211">
                  <a:moveTo>
                    <a:pt x="118" y="210"/>
                  </a:moveTo>
                  <a:cubicBezTo>
                    <a:pt x="126" y="211"/>
                    <a:pt x="132" y="206"/>
                    <a:pt x="132" y="198"/>
                  </a:cubicBezTo>
                  <a:cubicBezTo>
                    <a:pt x="132" y="129"/>
                    <a:pt x="132" y="129"/>
                    <a:pt x="132" y="129"/>
                  </a:cubicBezTo>
                  <a:cubicBezTo>
                    <a:pt x="132" y="93"/>
                    <a:pt x="132" y="93"/>
                    <a:pt x="132" y="93"/>
                  </a:cubicBezTo>
                  <a:cubicBezTo>
                    <a:pt x="132" y="27"/>
                    <a:pt x="132" y="27"/>
                    <a:pt x="132" y="27"/>
                  </a:cubicBezTo>
                  <a:cubicBezTo>
                    <a:pt x="132" y="19"/>
                    <a:pt x="126" y="11"/>
                    <a:pt x="119" y="8"/>
                  </a:cubicBezTo>
                  <a:cubicBezTo>
                    <a:pt x="103" y="3"/>
                    <a:pt x="85" y="0"/>
                    <a:pt x="66" y="0"/>
                  </a:cubicBezTo>
                  <a:cubicBezTo>
                    <a:pt x="47" y="0"/>
                    <a:pt x="28" y="3"/>
                    <a:pt x="13" y="8"/>
                  </a:cubicBezTo>
                  <a:cubicBezTo>
                    <a:pt x="5" y="11"/>
                    <a:pt x="0" y="19"/>
                    <a:pt x="0" y="27"/>
                  </a:cubicBezTo>
                  <a:cubicBezTo>
                    <a:pt x="0" y="93"/>
                    <a:pt x="0" y="93"/>
                    <a:pt x="0" y="93"/>
                  </a:cubicBezTo>
                  <a:cubicBezTo>
                    <a:pt x="0" y="130"/>
                    <a:pt x="0" y="130"/>
                    <a:pt x="0" y="130"/>
                  </a:cubicBezTo>
                  <a:cubicBezTo>
                    <a:pt x="0" y="198"/>
                    <a:pt x="0" y="198"/>
                    <a:pt x="0" y="198"/>
                  </a:cubicBezTo>
                  <a:cubicBezTo>
                    <a:pt x="0" y="206"/>
                    <a:pt x="6" y="211"/>
                    <a:pt x="14" y="210"/>
                  </a:cubicBezTo>
                  <a:cubicBezTo>
                    <a:pt x="31" y="208"/>
                    <a:pt x="48" y="207"/>
                    <a:pt x="66" y="207"/>
                  </a:cubicBezTo>
                  <a:cubicBezTo>
                    <a:pt x="84" y="207"/>
                    <a:pt x="101" y="208"/>
                    <a:pt x="118" y="2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9" name="Freeform 8">
              <a:extLst>
                <a:ext uri="{FF2B5EF4-FFF2-40B4-BE49-F238E27FC236}">
                  <a16:creationId xmlns:a16="http://schemas.microsoft.com/office/drawing/2014/main" id="{2453E4BF-3760-470E-A9F7-3144B7319883}"/>
                </a:ext>
              </a:extLst>
            </p:cNvPr>
            <p:cNvSpPr>
              <a:spLocks/>
            </p:cNvSpPr>
            <p:nvPr/>
          </p:nvSpPr>
          <p:spPr bwMode="auto">
            <a:xfrm>
              <a:off x="5663219" y="3024615"/>
              <a:ext cx="323851" cy="323851"/>
            </a:xfrm>
            <a:custGeom>
              <a:avLst/>
              <a:gdLst>
                <a:gd name="T0" fmla="*/ 122 w 129"/>
                <a:gd name="T1" fmla="*/ 79 h 129"/>
                <a:gd name="T2" fmla="*/ 122 w 129"/>
                <a:gd name="T3" fmla="*/ 57 h 129"/>
                <a:gd name="T4" fmla="*/ 75 w 129"/>
                <a:gd name="T5" fmla="*/ 9 h 129"/>
                <a:gd name="T6" fmla="*/ 48 w 129"/>
                <a:gd name="T7" fmla="*/ 4 h 129"/>
                <a:gd name="T8" fmla="*/ 24 w 129"/>
                <a:gd name="T9" fmla="*/ 23 h 129"/>
                <a:gd name="T10" fmla="*/ 4 w 129"/>
                <a:gd name="T11" fmla="*/ 48 h 129"/>
                <a:gd name="T12" fmla="*/ 9 w 129"/>
                <a:gd name="T13" fmla="*/ 74 h 129"/>
                <a:gd name="T14" fmla="*/ 57 w 129"/>
                <a:gd name="T15" fmla="*/ 123 h 129"/>
                <a:gd name="T16" fmla="*/ 79 w 129"/>
                <a:gd name="T17" fmla="*/ 122 h 129"/>
                <a:gd name="T18" fmla="*/ 103 w 129"/>
                <a:gd name="T19" fmla="*/ 96 h 129"/>
                <a:gd name="T20" fmla="*/ 122 w 129"/>
                <a:gd name="T21" fmla="*/ 7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9" h="129">
                  <a:moveTo>
                    <a:pt x="122" y="79"/>
                  </a:moveTo>
                  <a:cubicBezTo>
                    <a:pt x="128" y="73"/>
                    <a:pt x="129" y="63"/>
                    <a:pt x="122" y="57"/>
                  </a:cubicBezTo>
                  <a:cubicBezTo>
                    <a:pt x="75" y="9"/>
                    <a:pt x="75" y="9"/>
                    <a:pt x="75" y="9"/>
                  </a:cubicBezTo>
                  <a:cubicBezTo>
                    <a:pt x="68" y="2"/>
                    <a:pt x="56" y="0"/>
                    <a:pt x="48" y="4"/>
                  </a:cubicBezTo>
                  <a:cubicBezTo>
                    <a:pt x="40" y="9"/>
                    <a:pt x="31" y="16"/>
                    <a:pt x="24" y="23"/>
                  </a:cubicBezTo>
                  <a:cubicBezTo>
                    <a:pt x="16" y="31"/>
                    <a:pt x="9" y="40"/>
                    <a:pt x="4" y="48"/>
                  </a:cubicBezTo>
                  <a:cubicBezTo>
                    <a:pt x="0" y="56"/>
                    <a:pt x="3" y="68"/>
                    <a:pt x="9" y="74"/>
                  </a:cubicBezTo>
                  <a:cubicBezTo>
                    <a:pt x="57" y="123"/>
                    <a:pt x="57" y="123"/>
                    <a:pt x="57" y="123"/>
                  </a:cubicBezTo>
                  <a:cubicBezTo>
                    <a:pt x="64" y="129"/>
                    <a:pt x="73" y="129"/>
                    <a:pt x="79" y="122"/>
                  </a:cubicBezTo>
                  <a:cubicBezTo>
                    <a:pt x="87" y="113"/>
                    <a:pt x="95" y="105"/>
                    <a:pt x="103" y="96"/>
                  </a:cubicBezTo>
                  <a:cubicBezTo>
                    <a:pt x="109" y="90"/>
                    <a:pt x="115" y="85"/>
                    <a:pt x="122"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0" name="Freeform 9">
              <a:extLst>
                <a:ext uri="{FF2B5EF4-FFF2-40B4-BE49-F238E27FC236}">
                  <a16:creationId xmlns:a16="http://schemas.microsoft.com/office/drawing/2014/main" id="{D5261AE3-9AA2-4DE7-93B2-5F943A8F8E22}"/>
                </a:ext>
              </a:extLst>
            </p:cNvPr>
            <p:cNvSpPr>
              <a:spLocks/>
            </p:cNvSpPr>
            <p:nvPr/>
          </p:nvSpPr>
          <p:spPr bwMode="auto">
            <a:xfrm>
              <a:off x="8001905" y="2756674"/>
              <a:ext cx="471535" cy="471535"/>
            </a:xfrm>
            <a:custGeom>
              <a:avLst/>
              <a:gdLst>
                <a:gd name="T0" fmla="*/ 11 w 188"/>
                <a:gd name="T1" fmla="*/ 82 h 188"/>
                <a:gd name="T2" fmla="*/ 7 w 188"/>
                <a:gd name="T3" fmla="*/ 70 h 188"/>
                <a:gd name="T4" fmla="*/ 69 w 188"/>
                <a:gd name="T5" fmla="*/ 8 h 188"/>
                <a:gd name="T6" fmla="*/ 139 w 188"/>
                <a:gd name="T7" fmla="*/ 49 h 188"/>
                <a:gd name="T8" fmla="*/ 180 w 188"/>
                <a:gd name="T9" fmla="*/ 119 h 188"/>
                <a:gd name="T10" fmla="*/ 118 w 188"/>
                <a:gd name="T11" fmla="*/ 181 h 188"/>
                <a:gd name="T12" fmla="*/ 106 w 188"/>
                <a:gd name="T13" fmla="*/ 177 h 188"/>
                <a:gd name="T14" fmla="*/ 66 w 188"/>
                <a:gd name="T15" fmla="*/ 122 h 188"/>
                <a:gd name="T16" fmla="*/ 11 w 188"/>
                <a:gd name="T17" fmla="*/ 82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 h="188">
                  <a:moveTo>
                    <a:pt x="11" y="82"/>
                  </a:moveTo>
                  <a:cubicBezTo>
                    <a:pt x="2" y="79"/>
                    <a:pt x="0" y="76"/>
                    <a:pt x="7" y="70"/>
                  </a:cubicBezTo>
                  <a:cubicBezTo>
                    <a:pt x="69" y="8"/>
                    <a:pt x="69" y="8"/>
                    <a:pt x="69" y="8"/>
                  </a:cubicBezTo>
                  <a:cubicBezTo>
                    <a:pt x="77" y="0"/>
                    <a:pt x="108" y="18"/>
                    <a:pt x="139" y="49"/>
                  </a:cubicBezTo>
                  <a:cubicBezTo>
                    <a:pt x="170" y="79"/>
                    <a:pt x="188" y="111"/>
                    <a:pt x="180" y="119"/>
                  </a:cubicBezTo>
                  <a:cubicBezTo>
                    <a:pt x="118" y="181"/>
                    <a:pt x="118" y="181"/>
                    <a:pt x="118" y="181"/>
                  </a:cubicBezTo>
                  <a:cubicBezTo>
                    <a:pt x="112" y="188"/>
                    <a:pt x="109" y="186"/>
                    <a:pt x="106" y="177"/>
                  </a:cubicBezTo>
                  <a:cubicBezTo>
                    <a:pt x="101" y="163"/>
                    <a:pt x="86" y="143"/>
                    <a:pt x="66" y="122"/>
                  </a:cubicBezTo>
                  <a:cubicBezTo>
                    <a:pt x="45" y="102"/>
                    <a:pt x="25" y="87"/>
                    <a:pt x="11" y="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1" name="Freeform 10">
              <a:extLst>
                <a:ext uri="{FF2B5EF4-FFF2-40B4-BE49-F238E27FC236}">
                  <a16:creationId xmlns:a16="http://schemas.microsoft.com/office/drawing/2014/main" id="{5CD2E1E7-D281-491D-98CD-653489FD85AB}"/>
                </a:ext>
              </a:extLst>
            </p:cNvPr>
            <p:cNvSpPr>
              <a:spLocks/>
            </p:cNvSpPr>
            <p:nvPr/>
          </p:nvSpPr>
          <p:spPr bwMode="auto">
            <a:xfrm>
              <a:off x="7881648" y="3024615"/>
              <a:ext cx="323851" cy="323851"/>
            </a:xfrm>
            <a:custGeom>
              <a:avLst/>
              <a:gdLst>
                <a:gd name="T0" fmla="*/ 7 w 129"/>
                <a:gd name="T1" fmla="*/ 79 h 129"/>
                <a:gd name="T2" fmla="*/ 7 w 129"/>
                <a:gd name="T3" fmla="*/ 57 h 129"/>
                <a:gd name="T4" fmla="*/ 54 w 129"/>
                <a:gd name="T5" fmla="*/ 9 h 129"/>
                <a:gd name="T6" fmla="*/ 81 w 129"/>
                <a:gd name="T7" fmla="*/ 4 h 129"/>
                <a:gd name="T8" fmla="*/ 105 w 129"/>
                <a:gd name="T9" fmla="*/ 23 h 129"/>
                <a:gd name="T10" fmla="*/ 125 w 129"/>
                <a:gd name="T11" fmla="*/ 48 h 129"/>
                <a:gd name="T12" fmla="*/ 120 w 129"/>
                <a:gd name="T13" fmla="*/ 74 h 129"/>
                <a:gd name="T14" fmla="*/ 72 w 129"/>
                <a:gd name="T15" fmla="*/ 123 h 129"/>
                <a:gd name="T16" fmla="*/ 50 w 129"/>
                <a:gd name="T17" fmla="*/ 122 h 129"/>
                <a:gd name="T18" fmla="*/ 26 w 129"/>
                <a:gd name="T19" fmla="*/ 96 h 129"/>
                <a:gd name="T20" fmla="*/ 7 w 129"/>
                <a:gd name="T21" fmla="*/ 7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9" h="129">
                  <a:moveTo>
                    <a:pt x="7" y="79"/>
                  </a:moveTo>
                  <a:cubicBezTo>
                    <a:pt x="1" y="73"/>
                    <a:pt x="0" y="63"/>
                    <a:pt x="7" y="57"/>
                  </a:cubicBezTo>
                  <a:cubicBezTo>
                    <a:pt x="54" y="9"/>
                    <a:pt x="54" y="9"/>
                    <a:pt x="54" y="9"/>
                  </a:cubicBezTo>
                  <a:cubicBezTo>
                    <a:pt x="61" y="2"/>
                    <a:pt x="73" y="0"/>
                    <a:pt x="81" y="4"/>
                  </a:cubicBezTo>
                  <a:cubicBezTo>
                    <a:pt x="89" y="9"/>
                    <a:pt x="98" y="16"/>
                    <a:pt x="105" y="23"/>
                  </a:cubicBezTo>
                  <a:cubicBezTo>
                    <a:pt x="113" y="31"/>
                    <a:pt x="120" y="40"/>
                    <a:pt x="125" y="48"/>
                  </a:cubicBezTo>
                  <a:cubicBezTo>
                    <a:pt x="129" y="56"/>
                    <a:pt x="126" y="68"/>
                    <a:pt x="120" y="74"/>
                  </a:cubicBezTo>
                  <a:cubicBezTo>
                    <a:pt x="72" y="123"/>
                    <a:pt x="72" y="123"/>
                    <a:pt x="72" y="123"/>
                  </a:cubicBezTo>
                  <a:cubicBezTo>
                    <a:pt x="65" y="129"/>
                    <a:pt x="56" y="129"/>
                    <a:pt x="50" y="122"/>
                  </a:cubicBezTo>
                  <a:cubicBezTo>
                    <a:pt x="42" y="113"/>
                    <a:pt x="34" y="105"/>
                    <a:pt x="26" y="96"/>
                  </a:cubicBezTo>
                  <a:cubicBezTo>
                    <a:pt x="20" y="90"/>
                    <a:pt x="14" y="85"/>
                    <a:pt x="7"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2" name="Freeform 11">
              <a:extLst>
                <a:ext uri="{FF2B5EF4-FFF2-40B4-BE49-F238E27FC236}">
                  <a16:creationId xmlns:a16="http://schemas.microsoft.com/office/drawing/2014/main" id="{F751A28E-60D8-4038-BE69-2D93492CD053}"/>
                </a:ext>
              </a:extLst>
            </p:cNvPr>
            <p:cNvSpPr>
              <a:spLocks/>
            </p:cNvSpPr>
            <p:nvPr/>
          </p:nvSpPr>
          <p:spPr bwMode="auto">
            <a:xfrm>
              <a:off x="6398476" y="1567815"/>
              <a:ext cx="1071766" cy="1024296"/>
            </a:xfrm>
            <a:custGeom>
              <a:avLst/>
              <a:gdLst>
                <a:gd name="T0" fmla="*/ 302 w 428"/>
                <a:gd name="T1" fmla="*/ 407 h 409"/>
                <a:gd name="T2" fmla="*/ 291 w 428"/>
                <a:gd name="T3" fmla="*/ 400 h 409"/>
                <a:gd name="T4" fmla="*/ 297 w 428"/>
                <a:gd name="T5" fmla="*/ 384 h 409"/>
                <a:gd name="T6" fmla="*/ 404 w 428"/>
                <a:gd name="T7" fmla="*/ 213 h 409"/>
                <a:gd name="T8" fmla="*/ 214 w 428"/>
                <a:gd name="T9" fmla="*/ 24 h 409"/>
                <a:gd name="T10" fmla="*/ 24 w 428"/>
                <a:gd name="T11" fmla="*/ 213 h 409"/>
                <a:gd name="T12" fmla="*/ 131 w 428"/>
                <a:gd name="T13" fmla="*/ 384 h 409"/>
                <a:gd name="T14" fmla="*/ 137 w 428"/>
                <a:gd name="T15" fmla="*/ 400 h 409"/>
                <a:gd name="T16" fmla="*/ 121 w 428"/>
                <a:gd name="T17" fmla="*/ 406 h 409"/>
                <a:gd name="T18" fmla="*/ 0 w 428"/>
                <a:gd name="T19" fmla="*/ 213 h 409"/>
                <a:gd name="T20" fmla="*/ 214 w 428"/>
                <a:gd name="T21" fmla="*/ 0 h 409"/>
                <a:gd name="T22" fmla="*/ 428 w 428"/>
                <a:gd name="T23" fmla="*/ 213 h 409"/>
                <a:gd name="T24" fmla="*/ 307 w 428"/>
                <a:gd name="T25" fmla="*/ 406 h 409"/>
                <a:gd name="T26" fmla="*/ 302 w 428"/>
                <a:gd name="T27" fmla="*/ 407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8" h="409">
                  <a:moveTo>
                    <a:pt x="302" y="407"/>
                  </a:moveTo>
                  <a:cubicBezTo>
                    <a:pt x="298" y="407"/>
                    <a:pt x="293" y="404"/>
                    <a:pt x="291" y="400"/>
                  </a:cubicBezTo>
                  <a:cubicBezTo>
                    <a:pt x="288" y="394"/>
                    <a:pt x="291" y="387"/>
                    <a:pt x="297" y="384"/>
                  </a:cubicBezTo>
                  <a:cubicBezTo>
                    <a:pt x="362" y="352"/>
                    <a:pt x="404" y="285"/>
                    <a:pt x="404" y="213"/>
                  </a:cubicBezTo>
                  <a:cubicBezTo>
                    <a:pt x="404" y="109"/>
                    <a:pt x="319" y="24"/>
                    <a:pt x="214" y="24"/>
                  </a:cubicBezTo>
                  <a:cubicBezTo>
                    <a:pt x="109" y="24"/>
                    <a:pt x="24" y="109"/>
                    <a:pt x="24" y="213"/>
                  </a:cubicBezTo>
                  <a:cubicBezTo>
                    <a:pt x="24" y="285"/>
                    <a:pt x="66" y="352"/>
                    <a:pt x="131" y="384"/>
                  </a:cubicBezTo>
                  <a:cubicBezTo>
                    <a:pt x="137" y="387"/>
                    <a:pt x="140" y="394"/>
                    <a:pt x="137" y="400"/>
                  </a:cubicBezTo>
                  <a:cubicBezTo>
                    <a:pt x="134" y="406"/>
                    <a:pt x="127" y="409"/>
                    <a:pt x="121" y="406"/>
                  </a:cubicBezTo>
                  <a:cubicBezTo>
                    <a:pt x="47" y="370"/>
                    <a:pt x="0" y="295"/>
                    <a:pt x="0" y="213"/>
                  </a:cubicBezTo>
                  <a:cubicBezTo>
                    <a:pt x="0" y="96"/>
                    <a:pt x="96" y="0"/>
                    <a:pt x="214" y="0"/>
                  </a:cubicBezTo>
                  <a:cubicBezTo>
                    <a:pt x="332" y="0"/>
                    <a:pt x="428" y="96"/>
                    <a:pt x="428" y="213"/>
                  </a:cubicBezTo>
                  <a:cubicBezTo>
                    <a:pt x="428" y="295"/>
                    <a:pt x="380" y="370"/>
                    <a:pt x="307" y="406"/>
                  </a:cubicBezTo>
                  <a:cubicBezTo>
                    <a:pt x="306" y="407"/>
                    <a:pt x="304" y="407"/>
                    <a:pt x="302" y="4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3" name="Freeform 12">
              <a:extLst>
                <a:ext uri="{FF2B5EF4-FFF2-40B4-BE49-F238E27FC236}">
                  <a16:creationId xmlns:a16="http://schemas.microsoft.com/office/drawing/2014/main" id="{0D26780B-DBB6-4EF3-A0CC-996D50BA7E04}"/>
                </a:ext>
              </a:extLst>
            </p:cNvPr>
            <p:cNvSpPr>
              <a:spLocks noEditPoints="1"/>
            </p:cNvSpPr>
            <p:nvPr/>
          </p:nvSpPr>
          <p:spPr bwMode="auto">
            <a:xfrm>
              <a:off x="5530304" y="2874821"/>
              <a:ext cx="2808110" cy="2804946"/>
            </a:xfrm>
            <a:custGeom>
              <a:avLst/>
              <a:gdLst>
                <a:gd name="T0" fmla="*/ 560 w 1120"/>
                <a:gd name="T1" fmla="*/ 1120 h 1120"/>
                <a:gd name="T2" fmla="*/ 164 w 1120"/>
                <a:gd name="T3" fmla="*/ 956 h 1120"/>
                <a:gd name="T4" fmla="*/ 0 w 1120"/>
                <a:gd name="T5" fmla="*/ 560 h 1120"/>
                <a:gd name="T6" fmla="*/ 164 w 1120"/>
                <a:gd name="T7" fmla="*/ 164 h 1120"/>
                <a:gd name="T8" fmla="*/ 560 w 1120"/>
                <a:gd name="T9" fmla="*/ 0 h 1120"/>
                <a:gd name="T10" fmla="*/ 956 w 1120"/>
                <a:gd name="T11" fmla="*/ 164 h 1120"/>
                <a:gd name="T12" fmla="*/ 1120 w 1120"/>
                <a:gd name="T13" fmla="*/ 560 h 1120"/>
                <a:gd name="T14" fmla="*/ 956 w 1120"/>
                <a:gd name="T15" fmla="*/ 956 h 1120"/>
                <a:gd name="T16" fmla="*/ 560 w 1120"/>
                <a:gd name="T17" fmla="*/ 1120 h 1120"/>
                <a:gd name="T18" fmla="*/ 560 w 1120"/>
                <a:gd name="T19" fmla="*/ 20 h 1120"/>
                <a:gd name="T20" fmla="*/ 178 w 1120"/>
                <a:gd name="T21" fmla="*/ 178 h 1120"/>
                <a:gd name="T22" fmla="*/ 20 w 1120"/>
                <a:gd name="T23" fmla="*/ 560 h 1120"/>
                <a:gd name="T24" fmla="*/ 178 w 1120"/>
                <a:gd name="T25" fmla="*/ 942 h 1120"/>
                <a:gd name="T26" fmla="*/ 560 w 1120"/>
                <a:gd name="T27" fmla="*/ 1100 h 1120"/>
                <a:gd name="T28" fmla="*/ 942 w 1120"/>
                <a:gd name="T29" fmla="*/ 942 h 1120"/>
                <a:gd name="T30" fmla="*/ 1100 w 1120"/>
                <a:gd name="T31" fmla="*/ 560 h 1120"/>
                <a:gd name="T32" fmla="*/ 942 w 1120"/>
                <a:gd name="T33" fmla="*/ 178 h 1120"/>
                <a:gd name="T34" fmla="*/ 560 w 1120"/>
                <a:gd name="T35" fmla="*/ 20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20" h="1120">
                  <a:moveTo>
                    <a:pt x="560" y="1120"/>
                  </a:moveTo>
                  <a:cubicBezTo>
                    <a:pt x="410" y="1120"/>
                    <a:pt x="270" y="1062"/>
                    <a:pt x="164" y="956"/>
                  </a:cubicBezTo>
                  <a:cubicBezTo>
                    <a:pt x="58" y="850"/>
                    <a:pt x="0" y="710"/>
                    <a:pt x="0" y="560"/>
                  </a:cubicBezTo>
                  <a:cubicBezTo>
                    <a:pt x="0" y="411"/>
                    <a:pt x="58" y="270"/>
                    <a:pt x="164" y="164"/>
                  </a:cubicBezTo>
                  <a:cubicBezTo>
                    <a:pt x="270" y="58"/>
                    <a:pt x="410" y="0"/>
                    <a:pt x="560" y="0"/>
                  </a:cubicBezTo>
                  <a:cubicBezTo>
                    <a:pt x="710" y="0"/>
                    <a:pt x="850" y="58"/>
                    <a:pt x="956" y="164"/>
                  </a:cubicBezTo>
                  <a:cubicBezTo>
                    <a:pt x="1062" y="270"/>
                    <a:pt x="1120" y="411"/>
                    <a:pt x="1120" y="560"/>
                  </a:cubicBezTo>
                  <a:cubicBezTo>
                    <a:pt x="1120" y="710"/>
                    <a:pt x="1062" y="850"/>
                    <a:pt x="956" y="956"/>
                  </a:cubicBezTo>
                  <a:cubicBezTo>
                    <a:pt x="850" y="1062"/>
                    <a:pt x="710" y="1120"/>
                    <a:pt x="560" y="1120"/>
                  </a:cubicBezTo>
                  <a:close/>
                  <a:moveTo>
                    <a:pt x="560" y="20"/>
                  </a:moveTo>
                  <a:cubicBezTo>
                    <a:pt x="416" y="20"/>
                    <a:pt x="280" y="76"/>
                    <a:pt x="178" y="178"/>
                  </a:cubicBezTo>
                  <a:cubicBezTo>
                    <a:pt x="76" y="280"/>
                    <a:pt x="20" y="416"/>
                    <a:pt x="20" y="560"/>
                  </a:cubicBezTo>
                  <a:cubicBezTo>
                    <a:pt x="20" y="705"/>
                    <a:pt x="76" y="840"/>
                    <a:pt x="178" y="942"/>
                  </a:cubicBezTo>
                  <a:cubicBezTo>
                    <a:pt x="280" y="1044"/>
                    <a:pt x="416" y="1100"/>
                    <a:pt x="560" y="1100"/>
                  </a:cubicBezTo>
                  <a:cubicBezTo>
                    <a:pt x="704" y="1100"/>
                    <a:pt x="840" y="1044"/>
                    <a:pt x="942" y="942"/>
                  </a:cubicBezTo>
                  <a:cubicBezTo>
                    <a:pt x="1044" y="840"/>
                    <a:pt x="1100" y="705"/>
                    <a:pt x="1100" y="560"/>
                  </a:cubicBezTo>
                  <a:cubicBezTo>
                    <a:pt x="1100" y="416"/>
                    <a:pt x="1044" y="280"/>
                    <a:pt x="942" y="178"/>
                  </a:cubicBezTo>
                  <a:cubicBezTo>
                    <a:pt x="840" y="76"/>
                    <a:pt x="704" y="20"/>
                    <a:pt x="56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aphicFrame>
        <p:nvGraphicFramePr>
          <p:cNvPr id="34" name="Chart 33">
            <a:extLst>
              <a:ext uri="{FF2B5EF4-FFF2-40B4-BE49-F238E27FC236}">
                <a16:creationId xmlns:a16="http://schemas.microsoft.com/office/drawing/2014/main" id="{B46F0734-782D-4EB0-9F81-7D0BEB849DDA}"/>
              </a:ext>
            </a:extLst>
          </p:cNvPr>
          <p:cNvGraphicFramePr/>
          <p:nvPr>
            <p:extLst>
              <p:ext uri="{D42A27DB-BD31-4B8C-83A1-F6EECF244321}">
                <p14:modId xmlns:p14="http://schemas.microsoft.com/office/powerpoint/2010/main" val="2387096619"/>
              </p:ext>
            </p:extLst>
          </p:nvPr>
        </p:nvGraphicFramePr>
        <p:xfrm>
          <a:off x="7641406" y="2502440"/>
          <a:ext cx="4068306" cy="2836640"/>
        </p:xfrm>
        <a:graphic>
          <a:graphicData uri="http://schemas.openxmlformats.org/drawingml/2006/chart">
            <c:chart xmlns:c="http://schemas.openxmlformats.org/drawingml/2006/chart" xmlns:r="http://schemas.openxmlformats.org/officeDocument/2006/relationships" r:id="rId4"/>
          </a:graphicData>
        </a:graphic>
      </p:graphicFrame>
      <p:sp>
        <p:nvSpPr>
          <p:cNvPr id="44" name="Text Placeholder 33">
            <a:extLst>
              <a:ext uri="{FF2B5EF4-FFF2-40B4-BE49-F238E27FC236}">
                <a16:creationId xmlns:a16="http://schemas.microsoft.com/office/drawing/2014/main" id="{852ED292-E7B5-4D91-BEB1-2FBEA60061E5}"/>
              </a:ext>
            </a:extLst>
          </p:cNvPr>
          <p:cNvSpPr txBox="1">
            <a:spLocks/>
          </p:cNvSpPr>
          <p:nvPr/>
        </p:nvSpPr>
        <p:spPr>
          <a:xfrm>
            <a:off x="1634427" y="5531313"/>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050">
                <a:latin typeface="Montserrat Light" panose="00000400000000000000" pitchFamily="50" charset="-52"/>
              </a:rPr>
              <a:t>Lorem ipsum dolor sit amet, consectetur adipiscing elit, sed do eiusmod tempor</a:t>
            </a:r>
          </a:p>
        </p:txBody>
      </p:sp>
      <p:sp>
        <p:nvSpPr>
          <p:cNvPr id="45" name="Text Placeholder 36">
            <a:extLst>
              <a:ext uri="{FF2B5EF4-FFF2-40B4-BE49-F238E27FC236}">
                <a16:creationId xmlns:a16="http://schemas.microsoft.com/office/drawing/2014/main" id="{E5856671-D66C-43B2-A751-661D94ABAA92}"/>
              </a:ext>
            </a:extLst>
          </p:cNvPr>
          <p:cNvSpPr txBox="1">
            <a:spLocks/>
          </p:cNvSpPr>
          <p:nvPr/>
        </p:nvSpPr>
        <p:spPr>
          <a:xfrm>
            <a:off x="1705779" y="5274949"/>
            <a:ext cx="1512338" cy="355200"/>
          </a:xfrm>
          <a:prstGeom prst="rect">
            <a:avLst/>
          </a:prstGeom>
          <a:ln>
            <a:noFill/>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b="0">
                <a:solidFill>
                  <a:schemeClr val="accent2"/>
                </a:solidFill>
                <a:latin typeface="Montserrat SemiBold" panose="00000700000000000000" pitchFamily="50" charset="-52"/>
              </a:rPr>
              <a:t>STEP 01</a:t>
            </a:r>
          </a:p>
        </p:txBody>
      </p:sp>
      <p:sp>
        <p:nvSpPr>
          <p:cNvPr id="46" name="Text Placeholder 33">
            <a:extLst>
              <a:ext uri="{FF2B5EF4-FFF2-40B4-BE49-F238E27FC236}">
                <a16:creationId xmlns:a16="http://schemas.microsoft.com/office/drawing/2014/main" id="{E8B465F8-0DAC-4024-B13C-72217DD20724}"/>
              </a:ext>
            </a:extLst>
          </p:cNvPr>
          <p:cNvSpPr txBox="1">
            <a:spLocks/>
          </p:cNvSpPr>
          <p:nvPr/>
        </p:nvSpPr>
        <p:spPr>
          <a:xfrm>
            <a:off x="5185347" y="5531313"/>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050">
                <a:latin typeface="Montserrat Light" panose="00000400000000000000" pitchFamily="50" charset="-52"/>
              </a:rPr>
              <a:t>Lorem ipsum dolor sit amet, consectetur adipiscing elit, sed do eiusmod tempor</a:t>
            </a:r>
          </a:p>
        </p:txBody>
      </p:sp>
      <p:sp>
        <p:nvSpPr>
          <p:cNvPr id="47" name="Text Placeholder 36">
            <a:extLst>
              <a:ext uri="{FF2B5EF4-FFF2-40B4-BE49-F238E27FC236}">
                <a16:creationId xmlns:a16="http://schemas.microsoft.com/office/drawing/2014/main" id="{FE776559-93FE-4618-BE32-344AC7CDE419}"/>
              </a:ext>
            </a:extLst>
          </p:cNvPr>
          <p:cNvSpPr txBox="1">
            <a:spLocks/>
          </p:cNvSpPr>
          <p:nvPr/>
        </p:nvSpPr>
        <p:spPr>
          <a:xfrm>
            <a:off x="5256699" y="5274949"/>
            <a:ext cx="1512338" cy="355200"/>
          </a:xfrm>
          <a:prstGeom prst="rect">
            <a:avLst/>
          </a:prstGeom>
          <a:ln>
            <a:noFill/>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b="0">
                <a:latin typeface="Montserrat SemiBold" panose="00000700000000000000" pitchFamily="50" charset="-52"/>
              </a:rPr>
              <a:t>STEP 02</a:t>
            </a:r>
          </a:p>
        </p:txBody>
      </p:sp>
      <p:sp>
        <p:nvSpPr>
          <p:cNvPr id="48" name="Text Placeholder 33">
            <a:extLst>
              <a:ext uri="{FF2B5EF4-FFF2-40B4-BE49-F238E27FC236}">
                <a16:creationId xmlns:a16="http://schemas.microsoft.com/office/drawing/2014/main" id="{2D63FE22-71A5-4A53-8440-F00C84E2AD33}"/>
              </a:ext>
            </a:extLst>
          </p:cNvPr>
          <p:cNvSpPr txBox="1">
            <a:spLocks/>
          </p:cNvSpPr>
          <p:nvPr/>
        </p:nvSpPr>
        <p:spPr>
          <a:xfrm>
            <a:off x="8835327" y="5531313"/>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050">
                <a:latin typeface="Montserrat Light" panose="00000400000000000000" pitchFamily="50" charset="-52"/>
              </a:rPr>
              <a:t>Lorem ipsum dolor sit amet, consectetur adipiscing elit, sed do eiusmod tempor</a:t>
            </a:r>
          </a:p>
        </p:txBody>
      </p:sp>
      <p:sp>
        <p:nvSpPr>
          <p:cNvPr id="49" name="Text Placeholder 36">
            <a:extLst>
              <a:ext uri="{FF2B5EF4-FFF2-40B4-BE49-F238E27FC236}">
                <a16:creationId xmlns:a16="http://schemas.microsoft.com/office/drawing/2014/main" id="{954D11F9-0A90-4C83-9AF2-70CD174AE714}"/>
              </a:ext>
            </a:extLst>
          </p:cNvPr>
          <p:cNvSpPr txBox="1">
            <a:spLocks/>
          </p:cNvSpPr>
          <p:nvPr/>
        </p:nvSpPr>
        <p:spPr>
          <a:xfrm>
            <a:off x="8906679" y="5274949"/>
            <a:ext cx="1512338" cy="355200"/>
          </a:xfrm>
          <a:prstGeom prst="rect">
            <a:avLst/>
          </a:prstGeom>
          <a:ln>
            <a:noFill/>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b="0">
                <a:solidFill>
                  <a:schemeClr val="accent3"/>
                </a:solidFill>
                <a:latin typeface="Montserrat SemiBold" panose="00000700000000000000" pitchFamily="50" charset="-52"/>
              </a:rPr>
              <a:t>STEP 03</a:t>
            </a:r>
          </a:p>
        </p:txBody>
      </p:sp>
      <p:sp>
        <p:nvSpPr>
          <p:cNvPr id="50" name="TextBox 49">
            <a:extLst>
              <a:ext uri="{FF2B5EF4-FFF2-40B4-BE49-F238E27FC236}">
                <a16:creationId xmlns:a16="http://schemas.microsoft.com/office/drawing/2014/main" id="{2EE6D7CF-94DF-41AD-9BB5-3A4362171550}"/>
              </a:ext>
            </a:extLst>
          </p:cNvPr>
          <p:cNvSpPr txBox="1"/>
          <p:nvPr/>
        </p:nvSpPr>
        <p:spPr>
          <a:xfrm>
            <a:off x="3580736" y="362797"/>
            <a:ext cx="5030544" cy="461665"/>
          </a:xfrm>
          <a:prstGeom prst="rect">
            <a:avLst/>
          </a:prstGeom>
          <a:noFill/>
        </p:spPr>
        <p:txBody>
          <a:bodyPr wrap="none" rtlCol="0">
            <a:spAutoFit/>
          </a:bodyPr>
          <a:lstStyle/>
          <a:p>
            <a:pPr algn="ctr"/>
            <a:r>
              <a:rPr lang="en-US" sz="2400">
                <a:latin typeface="Montserrat SemiBold" panose="00000700000000000000" pitchFamily="50" charset="-52"/>
              </a:rPr>
              <a:t>EDITABLE TIME INFOGRAPHIC</a:t>
            </a:r>
            <a:endParaRPr lang="ru-UA" sz="2400">
              <a:latin typeface="Montserrat SemiBold" panose="00000700000000000000" pitchFamily="50" charset="-52"/>
            </a:endParaRPr>
          </a:p>
        </p:txBody>
      </p:sp>
      <p:sp>
        <p:nvSpPr>
          <p:cNvPr id="51" name="TextBox 50">
            <a:extLst>
              <a:ext uri="{FF2B5EF4-FFF2-40B4-BE49-F238E27FC236}">
                <a16:creationId xmlns:a16="http://schemas.microsoft.com/office/drawing/2014/main" id="{0F801578-1050-4021-BD3F-9ADEB752C1EB}"/>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3362231077"/>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1500"/>
                                            <p:tgtEl>
                                              <p:spTgt spid="10"/>
                                            </p:tgtEl>
                                          </p:cBhvr>
                                        </p:animEffect>
                                      </p:childTnLst>
                                    </p:cTn>
                                  </p:par>
                                  <p:par>
                                    <p:cTn id="8" presetID="21" presetClass="entr" presetSubtype="1" fill="hold" grpId="0" nodeType="withEffect">
                                      <p:stCondLst>
                                        <p:cond delay="250"/>
                                      </p:stCondLst>
                                      <p:childTnLst>
                                        <p:set>
                                          <p:cBhvr>
                                            <p:cTn id="9" dur="1" fill="hold">
                                              <p:stCondLst>
                                                <p:cond delay="0"/>
                                              </p:stCondLst>
                                            </p:cTn>
                                            <p:tgtEl>
                                              <p:spTgt spid="22"/>
                                            </p:tgtEl>
                                            <p:attrNameLst>
                                              <p:attrName>style.visibility</p:attrName>
                                            </p:attrNameLst>
                                          </p:cBhvr>
                                          <p:to>
                                            <p:strVal val="visible"/>
                                          </p:to>
                                        </p:set>
                                        <p:animEffect transition="in" filter="wheel(1)">
                                          <p:cBhvr>
                                            <p:cTn id="10" dur="1500"/>
                                            <p:tgtEl>
                                              <p:spTgt spid="22"/>
                                            </p:tgtEl>
                                          </p:cBhvr>
                                        </p:animEffect>
                                      </p:childTnLst>
                                    </p:cTn>
                                  </p:par>
                                  <p:par>
                                    <p:cTn id="11" presetID="21" presetClass="entr" presetSubtype="1" fill="hold" grpId="0" nodeType="withEffect">
                                      <p:stCondLst>
                                        <p:cond delay="500"/>
                                      </p:stCondLst>
                                      <p:childTnLst>
                                        <p:set>
                                          <p:cBhvr>
                                            <p:cTn id="12" dur="1" fill="hold">
                                              <p:stCondLst>
                                                <p:cond delay="0"/>
                                              </p:stCondLst>
                                            </p:cTn>
                                            <p:tgtEl>
                                              <p:spTgt spid="34"/>
                                            </p:tgtEl>
                                            <p:attrNameLst>
                                              <p:attrName>style.visibility</p:attrName>
                                            </p:attrNameLst>
                                          </p:cBhvr>
                                          <p:to>
                                            <p:strVal val="visible"/>
                                          </p:to>
                                        </p:set>
                                        <p:animEffect transition="in" filter="wheel(1)">
                                          <p:cBhvr>
                                            <p:cTn id="13" dur="1500"/>
                                            <p:tgtEl>
                                              <p:spTgt spid="34"/>
                                            </p:tgtEl>
                                          </p:cBhvr>
                                        </p:animEffect>
                                      </p:childTnLst>
                                    </p:cTn>
                                  </p:par>
                                  <p:par>
                                    <p:cTn id="14" presetID="2" presetClass="entr" presetSubtype="4" fill="hold" grpId="0" nodeType="withEffect" p14:presetBounceEnd="67000">
                                      <p:stCondLst>
                                        <p:cond delay="250"/>
                                      </p:stCondLst>
                                      <p:childTnLst>
                                        <p:set>
                                          <p:cBhvr>
                                            <p:cTn id="15" dur="1" fill="hold">
                                              <p:stCondLst>
                                                <p:cond delay="0"/>
                                              </p:stCondLst>
                                            </p:cTn>
                                            <p:tgtEl>
                                              <p:spTgt spid="44"/>
                                            </p:tgtEl>
                                            <p:attrNameLst>
                                              <p:attrName>style.visibility</p:attrName>
                                            </p:attrNameLst>
                                          </p:cBhvr>
                                          <p:to>
                                            <p:strVal val="visible"/>
                                          </p:to>
                                        </p:set>
                                        <p:anim calcmode="lin" valueType="num" p14:bounceEnd="67000">
                                          <p:cBhvr additive="base">
                                            <p:cTn id="16" dur="1000" fill="hold"/>
                                            <p:tgtEl>
                                              <p:spTgt spid="44"/>
                                            </p:tgtEl>
                                            <p:attrNameLst>
                                              <p:attrName>ppt_x</p:attrName>
                                            </p:attrNameLst>
                                          </p:cBhvr>
                                          <p:tavLst>
                                            <p:tav tm="0">
                                              <p:val>
                                                <p:strVal val="#ppt_x"/>
                                              </p:val>
                                            </p:tav>
                                            <p:tav tm="100000">
                                              <p:val>
                                                <p:strVal val="#ppt_x"/>
                                              </p:val>
                                            </p:tav>
                                          </p:tavLst>
                                        </p:anim>
                                        <p:anim calcmode="lin" valueType="num" p14:bounceEnd="67000">
                                          <p:cBhvr additive="base">
                                            <p:cTn id="17" dur="1000" fill="hold"/>
                                            <p:tgtEl>
                                              <p:spTgt spid="44"/>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14:presetBounceEnd="67000">
                                      <p:stCondLst>
                                        <p:cond delay="250"/>
                                      </p:stCondLst>
                                      <p:childTnLst>
                                        <p:set>
                                          <p:cBhvr>
                                            <p:cTn id="19" dur="1" fill="hold">
                                              <p:stCondLst>
                                                <p:cond delay="0"/>
                                              </p:stCondLst>
                                            </p:cTn>
                                            <p:tgtEl>
                                              <p:spTgt spid="45"/>
                                            </p:tgtEl>
                                            <p:attrNameLst>
                                              <p:attrName>style.visibility</p:attrName>
                                            </p:attrNameLst>
                                          </p:cBhvr>
                                          <p:to>
                                            <p:strVal val="visible"/>
                                          </p:to>
                                        </p:set>
                                        <p:anim calcmode="lin" valueType="num" p14:bounceEnd="67000">
                                          <p:cBhvr additive="base">
                                            <p:cTn id="20" dur="1000" fill="hold"/>
                                            <p:tgtEl>
                                              <p:spTgt spid="45"/>
                                            </p:tgtEl>
                                            <p:attrNameLst>
                                              <p:attrName>ppt_x</p:attrName>
                                            </p:attrNameLst>
                                          </p:cBhvr>
                                          <p:tavLst>
                                            <p:tav tm="0">
                                              <p:val>
                                                <p:strVal val="#ppt_x"/>
                                              </p:val>
                                            </p:tav>
                                            <p:tav tm="100000">
                                              <p:val>
                                                <p:strVal val="#ppt_x"/>
                                              </p:val>
                                            </p:tav>
                                          </p:tavLst>
                                        </p:anim>
                                        <p:anim calcmode="lin" valueType="num" p14:bounceEnd="67000">
                                          <p:cBhvr additive="base">
                                            <p:cTn id="21" dur="1000" fill="hold"/>
                                            <p:tgtEl>
                                              <p:spTgt spid="45"/>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14:presetBounceEnd="67000">
                                      <p:stCondLst>
                                        <p:cond delay="500"/>
                                      </p:stCondLst>
                                      <p:childTnLst>
                                        <p:set>
                                          <p:cBhvr>
                                            <p:cTn id="23" dur="1" fill="hold">
                                              <p:stCondLst>
                                                <p:cond delay="0"/>
                                              </p:stCondLst>
                                            </p:cTn>
                                            <p:tgtEl>
                                              <p:spTgt spid="46"/>
                                            </p:tgtEl>
                                            <p:attrNameLst>
                                              <p:attrName>style.visibility</p:attrName>
                                            </p:attrNameLst>
                                          </p:cBhvr>
                                          <p:to>
                                            <p:strVal val="visible"/>
                                          </p:to>
                                        </p:set>
                                        <p:anim calcmode="lin" valueType="num" p14:bounceEnd="67000">
                                          <p:cBhvr additive="base">
                                            <p:cTn id="24" dur="1000" fill="hold"/>
                                            <p:tgtEl>
                                              <p:spTgt spid="46"/>
                                            </p:tgtEl>
                                            <p:attrNameLst>
                                              <p:attrName>ppt_x</p:attrName>
                                            </p:attrNameLst>
                                          </p:cBhvr>
                                          <p:tavLst>
                                            <p:tav tm="0">
                                              <p:val>
                                                <p:strVal val="#ppt_x"/>
                                              </p:val>
                                            </p:tav>
                                            <p:tav tm="100000">
                                              <p:val>
                                                <p:strVal val="#ppt_x"/>
                                              </p:val>
                                            </p:tav>
                                          </p:tavLst>
                                        </p:anim>
                                        <p:anim calcmode="lin" valueType="num" p14:bounceEnd="67000">
                                          <p:cBhvr additive="base">
                                            <p:cTn id="25" dur="1000" fill="hold"/>
                                            <p:tgtEl>
                                              <p:spTgt spid="46"/>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14:presetBounceEnd="67000">
                                      <p:stCondLst>
                                        <p:cond delay="500"/>
                                      </p:stCondLst>
                                      <p:childTnLst>
                                        <p:set>
                                          <p:cBhvr>
                                            <p:cTn id="27" dur="1" fill="hold">
                                              <p:stCondLst>
                                                <p:cond delay="0"/>
                                              </p:stCondLst>
                                            </p:cTn>
                                            <p:tgtEl>
                                              <p:spTgt spid="47"/>
                                            </p:tgtEl>
                                            <p:attrNameLst>
                                              <p:attrName>style.visibility</p:attrName>
                                            </p:attrNameLst>
                                          </p:cBhvr>
                                          <p:to>
                                            <p:strVal val="visible"/>
                                          </p:to>
                                        </p:set>
                                        <p:anim calcmode="lin" valueType="num" p14:bounceEnd="67000">
                                          <p:cBhvr additive="base">
                                            <p:cTn id="28" dur="1000" fill="hold"/>
                                            <p:tgtEl>
                                              <p:spTgt spid="47"/>
                                            </p:tgtEl>
                                            <p:attrNameLst>
                                              <p:attrName>ppt_x</p:attrName>
                                            </p:attrNameLst>
                                          </p:cBhvr>
                                          <p:tavLst>
                                            <p:tav tm="0">
                                              <p:val>
                                                <p:strVal val="#ppt_x"/>
                                              </p:val>
                                            </p:tav>
                                            <p:tav tm="100000">
                                              <p:val>
                                                <p:strVal val="#ppt_x"/>
                                              </p:val>
                                            </p:tav>
                                          </p:tavLst>
                                        </p:anim>
                                        <p:anim calcmode="lin" valueType="num" p14:bounceEnd="67000">
                                          <p:cBhvr additive="base">
                                            <p:cTn id="29" dur="1000" fill="hold"/>
                                            <p:tgtEl>
                                              <p:spTgt spid="47"/>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14:presetBounceEnd="67000">
                                      <p:stCondLst>
                                        <p:cond delay="750"/>
                                      </p:stCondLst>
                                      <p:childTnLst>
                                        <p:set>
                                          <p:cBhvr>
                                            <p:cTn id="31" dur="1" fill="hold">
                                              <p:stCondLst>
                                                <p:cond delay="0"/>
                                              </p:stCondLst>
                                            </p:cTn>
                                            <p:tgtEl>
                                              <p:spTgt spid="48"/>
                                            </p:tgtEl>
                                            <p:attrNameLst>
                                              <p:attrName>style.visibility</p:attrName>
                                            </p:attrNameLst>
                                          </p:cBhvr>
                                          <p:to>
                                            <p:strVal val="visible"/>
                                          </p:to>
                                        </p:set>
                                        <p:anim calcmode="lin" valueType="num" p14:bounceEnd="67000">
                                          <p:cBhvr additive="base">
                                            <p:cTn id="32" dur="1000" fill="hold"/>
                                            <p:tgtEl>
                                              <p:spTgt spid="48"/>
                                            </p:tgtEl>
                                            <p:attrNameLst>
                                              <p:attrName>ppt_x</p:attrName>
                                            </p:attrNameLst>
                                          </p:cBhvr>
                                          <p:tavLst>
                                            <p:tav tm="0">
                                              <p:val>
                                                <p:strVal val="#ppt_x"/>
                                              </p:val>
                                            </p:tav>
                                            <p:tav tm="100000">
                                              <p:val>
                                                <p:strVal val="#ppt_x"/>
                                              </p:val>
                                            </p:tav>
                                          </p:tavLst>
                                        </p:anim>
                                        <p:anim calcmode="lin" valueType="num" p14:bounceEnd="67000">
                                          <p:cBhvr additive="base">
                                            <p:cTn id="33" dur="1000" fill="hold"/>
                                            <p:tgtEl>
                                              <p:spTgt spid="48"/>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14:presetBounceEnd="67000">
                                      <p:stCondLst>
                                        <p:cond delay="750"/>
                                      </p:stCondLst>
                                      <p:childTnLst>
                                        <p:set>
                                          <p:cBhvr>
                                            <p:cTn id="35" dur="1" fill="hold">
                                              <p:stCondLst>
                                                <p:cond delay="0"/>
                                              </p:stCondLst>
                                            </p:cTn>
                                            <p:tgtEl>
                                              <p:spTgt spid="49"/>
                                            </p:tgtEl>
                                            <p:attrNameLst>
                                              <p:attrName>style.visibility</p:attrName>
                                            </p:attrNameLst>
                                          </p:cBhvr>
                                          <p:to>
                                            <p:strVal val="visible"/>
                                          </p:to>
                                        </p:set>
                                        <p:anim calcmode="lin" valueType="num" p14:bounceEnd="67000">
                                          <p:cBhvr additive="base">
                                            <p:cTn id="36" dur="1000" fill="hold"/>
                                            <p:tgtEl>
                                              <p:spTgt spid="49"/>
                                            </p:tgtEl>
                                            <p:attrNameLst>
                                              <p:attrName>ppt_x</p:attrName>
                                            </p:attrNameLst>
                                          </p:cBhvr>
                                          <p:tavLst>
                                            <p:tav tm="0">
                                              <p:val>
                                                <p:strVal val="#ppt_x"/>
                                              </p:val>
                                            </p:tav>
                                            <p:tav tm="100000">
                                              <p:val>
                                                <p:strVal val="#ppt_x"/>
                                              </p:val>
                                            </p:tav>
                                          </p:tavLst>
                                        </p:anim>
                                        <p:anim calcmode="lin" valueType="num" p14:bounceEnd="67000">
                                          <p:cBhvr additive="base">
                                            <p:cTn id="37" dur="10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Graphic spid="22" grpId="0">
            <p:bldAsOne/>
          </p:bldGraphic>
          <p:bldGraphic spid="34" grpId="0">
            <p:bldAsOne/>
          </p:bldGraphic>
          <p:bldP spid="44" grpId="0"/>
          <p:bldP spid="45" grpId="0"/>
          <p:bldP spid="46" grpId="0"/>
          <p:bldP spid="47" grpId="0"/>
          <p:bldP spid="48" grpId="0"/>
          <p:bldP spid="4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1500"/>
                                            <p:tgtEl>
                                              <p:spTgt spid="10"/>
                                            </p:tgtEl>
                                          </p:cBhvr>
                                        </p:animEffect>
                                      </p:childTnLst>
                                    </p:cTn>
                                  </p:par>
                                  <p:par>
                                    <p:cTn id="8" presetID="21" presetClass="entr" presetSubtype="1" fill="hold" grpId="0" nodeType="withEffect">
                                      <p:stCondLst>
                                        <p:cond delay="250"/>
                                      </p:stCondLst>
                                      <p:childTnLst>
                                        <p:set>
                                          <p:cBhvr>
                                            <p:cTn id="9" dur="1" fill="hold">
                                              <p:stCondLst>
                                                <p:cond delay="0"/>
                                              </p:stCondLst>
                                            </p:cTn>
                                            <p:tgtEl>
                                              <p:spTgt spid="22"/>
                                            </p:tgtEl>
                                            <p:attrNameLst>
                                              <p:attrName>style.visibility</p:attrName>
                                            </p:attrNameLst>
                                          </p:cBhvr>
                                          <p:to>
                                            <p:strVal val="visible"/>
                                          </p:to>
                                        </p:set>
                                        <p:animEffect transition="in" filter="wheel(1)">
                                          <p:cBhvr>
                                            <p:cTn id="10" dur="1500"/>
                                            <p:tgtEl>
                                              <p:spTgt spid="22"/>
                                            </p:tgtEl>
                                          </p:cBhvr>
                                        </p:animEffect>
                                      </p:childTnLst>
                                    </p:cTn>
                                  </p:par>
                                  <p:par>
                                    <p:cTn id="11" presetID="21" presetClass="entr" presetSubtype="1" fill="hold" grpId="0" nodeType="withEffect">
                                      <p:stCondLst>
                                        <p:cond delay="500"/>
                                      </p:stCondLst>
                                      <p:childTnLst>
                                        <p:set>
                                          <p:cBhvr>
                                            <p:cTn id="12" dur="1" fill="hold">
                                              <p:stCondLst>
                                                <p:cond delay="0"/>
                                              </p:stCondLst>
                                            </p:cTn>
                                            <p:tgtEl>
                                              <p:spTgt spid="34"/>
                                            </p:tgtEl>
                                            <p:attrNameLst>
                                              <p:attrName>style.visibility</p:attrName>
                                            </p:attrNameLst>
                                          </p:cBhvr>
                                          <p:to>
                                            <p:strVal val="visible"/>
                                          </p:to>
                                        </p:set>
                                        <p:animEffect transition="in" filter="wheel(1)">
                                          <p:cBhvr>
                                            <p:cTn id="13" dur="1500"/>
                                            <p:tgtEl>
                                              <p:spTgt spid="34"/>
                                            </p:tgtEl>
                                          </p:cBhvr>
                                        </p:animEffect>
                                      </p:childTnLst>
                                    </p:cTn>
                                  </p:par>
                                  <p:par>
                                    <p:cTn id="14" presetID="2" presetClass="entr" presetSubtype="4" fill="hold" grpId="0" nodeType="withEffect">
                                      <p:stCondLst>
                                        <p:cond delay="250"/>
                                      </p:stCondLst>
                                      <p:childTnLst>
                                        <p:set>
                                          <p:cBhvr>
                                            <p:cTn id="15" dur="1" fill="hold">
                                              <p:stCondLst>
                                                <p:cond delay="0"/>
                                              </p:stCondLst>
                                            </p:cTn>
                                            <p:tgtEl>
                                              <p:spTgt spid="44"/>
                                            </p:tgtEl>
                                            <p:attrNameLst>
                                              <p:attrName>style.visibility</p:attrName>
                                            </p:attrNameLst>
                                          </p:cBhvr>
                                          <p:to>
                                            <p:strVal val="visible"/>
                                          </p:to>
                                        </p:set>
                                        <p:anim calcmode="lin" valueType="num">
                                          <p:cBhvr additive="base">
                                            <p:cTn id="16" dur="1000" fill="hold"/>
                                            <p:tgtEl>
                                              <p:spTgt spid="44"/>
                                            </p:tgtEl>
                                            <p:attrNameLst>
                                              <p:attrName>ppt_x</p:attrName>
                                            </p:attrNameLst>
                                          </p:cBhvr>
                                          <p:tavLst>
                                            <p:tav tm="0">
                                              <p:val>
                                                <p:strVal val="#ppt_x"/>
                                              </p:val>
                                            </p:tav>
                                            <p:tav tm="100000">
                                              <p:val>
                                                <p:strVal val="#ppt_x"/>
                                              </p:val>
                                            </p:tav>
                                          </p:tavLst>
                                        </p:anim>
                                        <p:anim calcmode="lin" valueType="num">
                                          <p:cBhvr additive="base">
                                            <p:cTn id="17" dur="1000" fill="hold"/>
                                            <p:tgtEl>
                                              <p:spTgt spid="44"/>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250"/>
                                      </p:stCondLst>
                                      <p:childTnLst>
                                        <p:set>
                                          <p:cBhvr>
                                            <p:cTn id="19" dur="1" fill="hold">
                                              <p:stCondLst>
                                                <p:cond delay="0"/>
                                              </p:stCondLst>
                                            </p:cTn>
                                            <p:tgtEl>
                                              <p:spTgt spid="45"/>
                                            </p:tgtEl>
                                            <p:attrNameLst>
                                              <p:attrName>style.visibility</p:attrName>
                                            </p:attrNameLst>
                                          </p:cBhvr>
                                          <p:to>
                                            <p:strVal val="visible"/>
                                          </p:to>
                                        </p:set>
                                        <p:anim calcmode="lin" valueType="num">
                                          <p:cBhvr additive="base">
                                            <p:cTn id="20" dur="1000" fill="hold"/>
                                            <p:tgtEl>
                                              <p:spTgt spid="45"/>
                                            </p:tgtEl>
                                            <p:attrNameLst>
                                              <p:attrName>ppt_x</p:attrName>
                                            </p:attrNameLst>
                                          </p:cBhvr>
                                          <p:tavLst>
                                            <p:tav tm="0">
                                              <p:val>
                                                <p:strVal val="#ppt_x"/>
                                              </p:val>
                                            </p:tav>
                                            <p:tav tm="100000">
                                              <p:val>
                                                <p:strVal val="#ppt_x"/>
                                              </p:val>
                                            </p:tav>
                                          </p:tavLst>
                                        </p:anim>
                                        <p:anim calcmode="lin" valueType="num">
                                          <p:cBhvr additive="base">
                                            <p:cTn id="21" dur="1000" fill="hold"/>
                                            <p:tgtEl>
                                              <p:spTgt spid="45"/>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500"/>
                                      </p:stCondLst>
                                      <p:childTnLst>
                                        <p:set>
                                          <p:cBhvr>
                                            <p:cTn id="23" dur="1" fill="hold">
                                              <p:stCondLst>
                                                <p:cond delay="0"/>
                                              </p:stCondLst>
                                            </p:cTn>
                                            <p:tgtEl>
                                              <p:spTgt spid="46"/>
                                            </p:tgtEl>
                                            <p:attrNameLst>
                                              <p:attrName>style.visibility</p:attrName>
                                            </p:attrNameLst>
                                          </p:cBhvr>
                                          <p:to>
                                            <p:strVal val="visible"/>
                                          </p:to>
                                        </p:set>
                                        <p:anim calcmode="lin" valueType="num">
                                          <p:cBhvr additive="base">
                                            <p:cTn id="24" dur="1000" fill="hold"/>
                                            <p:tgtEl>
                                              <p:spTgt spid="46"/>
                                            </p:tgtEl>
                                            <p:attrNameLst>
                                              <p:attrName>ppt_x</p:attrName>
                                            </p:attrNameLst>
                                          </p:cBhvr>
                                          <p:tavLst>
                                            <p:tav tm="0">
                                              <p:val>
                                                <p:strVal val="#ppt_x"/>
                                              </p:val>
                                            </p:tav>
                                            <p:tav tm="100000">
                                              <p:val>
                                                <p:strVal val="#ppt_x"/>
                                              </p:val>
                                            </p:tav>
                                          </p:tavLst>
                                        </p:anim>
                                        <p:anim calcmode="lin" valueType="num">
                                          <p:cBhvr additive="base">
                                            <p:cTn id="25" dur="1000" fill="hold"/>
                                            <p:tgtEl>
                                              <p:spTgt spid="46"/>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500"/>
                                      </p:stCondLst>
                                      <p:childTnLst>
                                        <p:set>
                                          <p:cBhvr>
                                            <p:cTn id="27" dur="1" fill="hold">
                                              <p:stCondLst>
                                                <p:cond delay="0"/>
                                              </p:stCondLst>
                                            </p:cTn>
                                            <p:tgtEl>
                                              <p:spTgt spid="47"/>
                                            </p:tgtEl>
                                            <p:attrNameLst>
                                              <p:attrName>style.visibility</p:attrName>
                                            </p:attrNameLst>
                                          </p:cBhvr>
                                          <p:to>
                                            <p:strVal val="visible"/>
                                          </p:to>
                                        </p:set>
                                        <p:anim calcmode="lin" valueType="num">
                                          <p:cBhvr additive="base">
                                            <p:cTn id="28" dur="1000" fill="hold"/>
                                            <p:tgtEl>
                                              <p:spTgt spid="47"/>
                                            </p:tgtEl>
                                            <p:attrNameLst>
                                              <p:attrName>ppt_x</p:attrName>
                                            </p:attrNameLst>
                                          </p:cBhvr>
                                          <p:tavLst>
                                            <p:tav tm="0">
                                              <p:val>
                                                <p:strVal val="#ppt_x"/>
                                              </p:val>
                                            </p:tav>
                                            <p:tav tm="100000">
                                              <p:val>
                                                <p:strVal val="#ppt_x"/>
                                              </p:val>
                                            </p:tav>
                                          </p:tavLst>
                                        </p:anim>
                                        <p:anim calcmode="lin" valueType="num">
                                          <p:cBhvr additive="base">
                                            <p:cTn id="29" dur="1000" fill="hold"/>
                                            <p:tgtEl>
                                              <p:spTgt spid="47"/>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750"/>
                                      </p:stCondLst>
                                      <p:childTnLst>
                                        <p:set>
                                          <p:cBhvr>
                                            <p:cTn id="31" dur="1" fill="hold">
                                              <p:stCondLst>
                                                <p:cond delay="0"/>
                                              </p:stCondLst>
                                            </p:cTn>
                                            <p:tgtEl>
                                              <p:spTgt spid="48"/>
                                            </p:tgtEl>
                                            <p:attrNameLst>
                                              <p:attrName>style.visibility</p:attrName>
                                            </p:attrNameLst>
                                          </p:cBhvr>
                                          <p:to>
                                            <p:strVal val="visible"/>
                                          </p:to>
                                        </p:set>
                                        <p:anim calcmode="lin" valueType="num">
                                          <p:cBhvr additive="base">
                                            <p:cTn id="32" dur="1000" fill="hold"/>
                                            <p:tgtEl>
                                              <p:spTgt spid="48"/>
                                            </p:tgtEl>
                                            <p:attrNameLst>
                                              <p:attrName>ppt_x</p:attrName>
                                            </p:attrNameLst>
                                          </p:cBhvr>
                                          <p:tavLst>
                                            <p:tav tm="0">
                                              <p:val>
                                                <p:strVal val="#ppt_x"/>
                                              </p:val>
                                            </p:tav>
                                            <p:tav tm="100000">
                                              <p:val>
                                                <p:strVal val="#ppt_x"/>
                                              </p:val>
                                            </p:tav>
                                          </p:tavLst>
                                        </p:anim>
                                        <p:anim calcmode="lin" valueType="num">
                                          <p:cBhvr additive="base">
                                            <p:cTn id="33" dur="1000" fill="hold"/>
                                            <p:tgtEl>
                                              <p:spTgt spid="48"/>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750"/>
                                      </p:stCondLst>
                                      <p:childTnLst>
                                        <p:set>
                                          <p:cBhvr>
                                            <p:cTn id="35" dur="1" fill="hold">
                                              <p:stCondLst>
                                                <p:cond delay="0"/>
                                              </p:stCondLst>
                                            </p:cTn>
                                            <p:tgtEl>
                                              <p:spTgt spid="49"/>
                                            </p:tgtEl>
                                            <p:attrNameLst>
                                              <p:attrName>style.visibility</p:attrName>
                                            </p:attrNameLst>
                                          </p:cBhvr>
                                          <p:to>
                                            <p:strVal val="visible"/>
                                          </p:to>
                                        </p:set>
                                        <p:anim calcmode="lin" valueType="num">
                                          <p:cBhvr additive="base">
                                            <p:cTn id="36" dur="1000" fill="hold"/>
                                            <p:tgtEl>
                                              <p:spTgt spid="49"/>
                                            </p:tgtEl>
                                            <p:attrNameLst>
                                              <p:attrName>ppt_x</p:attrName>
                                            </p:attrNameLst>
                                          </p:cBhvr>
                                          <p:tavLst>
                                            <p:tav tm="0">
                                              <p:val>
                                                <p:strVal val="#ppt_x"/>
                                              </p:val>
                                            </p:tav>
                                            <p:tav tm="100000">
                                              <p:val>
                                                <p:strVal val="#ppt_x"/>
                                              </p:val>
                                            </p:tav>
                                          </p:tavLst>
                                        </p:anim>
                                        <p:anim calcmode="lin" valueType="num">
                                          <p:cBhvr additive="base">
                                            <p:cTn id="37" dur="10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Graphic spid="22" grpId="0">
            <p:bldAsOne/>
          </p:bldGraphic>
          <p:bldGraphic spid="34" grpId="0">
            <p:bldAsOne/>
          </p:bldGraphic>
          <p:bldP spid="44" grpId="0"/>
          <p:bldP spid="45" grpId="0"/>
          <p:bldP spid="46" grpId="0"/>
          <p:bldP spid="47" grpId="0"/>
          <p:bldP spid="48" grpId="0"/>
          <p:bldP spid="49" grpId="0"/>
        </p:bldLst>
      </p:timing>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FD76ABB-3F93-49DC-9A37-93619D62A0AD}"/>
              </a:ext>
            </a:extLst>
          </p:cNvPr>
          <p:cNvSpPr txBox="1"/>
          <p:nvPr/>
        </p:nvSpPr>
        <p:spPr>
          <a:xfrm>
            <a:off x="3339477" y="333188"/>
            <a:ext cx="5513048" cy="461665"/>
          </a:xfrm>
          <a:prstGeom prst="rect">
            <a:avLst/>
          </a:prstGeom>
          <a:noFill/>
        </p:spPr>
        <p:txBody>
          <a:bodyPr wrap="none" rtlCol="0">
            <a:spAutoFit/>
          </a:bodyPr>
          <a:lstStyle/>
          <a:p>
            <a:pPr algn="ctr"/>
            <a:r>
              <a:rPr lang="en-US" sz="2400">
                <a:latin typeface="Montserrat SemiBold" panose="00000700000000000000" pitchFamily="50" charset="-52"/>
              </a:rPr>
              <a:t>EDITABLE HUMAN INFOGRAPHIC</a:t>
            </a:r>
            <a:endParaRPr lang="ru-UA" sz="2400">
              <a:latin typeface="Montserrat SemiBold" panose="00000700000000000000" pitchFamily="50" charset="-52"/>
            </a:endParaRPr>
          </a:p>
        </p:txBody>
      </p:sp>
      <p:grpSp>
        <p:nvGrpSpPr>
          <p:cNvPr id="2" name="Male">
            <a:extLst>
              <a:ext uri="{FF2B5EF4-FFF2-40B4-BE49-F238E27FC236}">
                <a16:creationId xmlns:a16="http://schemas.microsoft.com/office/drawing/2014/main" id="{15230FCB-2134-441A-88CD-4C3C9DCC3569}"/>
              </a:ext>
            </a:extLst>
          </p:cNvPr>
          <p:cNvGrpSpPr/>
          <p:nvPr/>
        </p:nvGrpSpPr>
        <p:grpSpPr>
          <a:xfrm>
            <a:off x="2217302" y="1307218"/>
            <a:ext cx="5262563" cy="5147734"/>
            <a:chOff x="2217302" y="1307218"/>
            <a:chExt cx="5262563" cy="5147734"/>
          </a:xfrm>
        </p:grpSpPr>
        <p:graphicFrame>
          <p:nvGraphicFramePr>
            <p:cNvPr id="4" name="Chart 3">
              <a:extLst>
                <a:ext uri="{FF2B5EF4-FFF2-40B4-BE49-F238E27FC236}">
                  <a16:creationId xmlns:a16="http://schemas.microsoft.com/office/drawing/2014/main" id="{4343045D-F3A6-4589-95B2-DE0BA79A84EB}"/>
                </a:ext>
              </a:extLst>
            </p:cNvPr>
            <p:cNvGraphicFramePr/>
            <p:nvPr>
              <p:extLst>
                <p:ext uri="{D42A27DB-BD31-4B8C-83A1-F6EECF244321}">
                  <p14:modId xmlns:p14="http://schemas.microsoft.com/office/powerpoint/2010/main" val="573532299"/>
                </p:ext>
              </p:extLst>
            </p:nvPr>
          </p:nvGraphicFramePr>
          <p:xfrm>
            <a:off x="2217302" y="1307218"/>
            <a:ext cx="5262563" cy="5147734"/>
          </p:xfrm>
          <a:graphic>
            <a:graphicData uri="http://schemas.openxmlformats.org/drawingml/2006/chart">
              <c:chart xmlns:c="http://schemas.openxmlformats.org/drawingml/2006/chart" xmlns:r="http://schemas.openxmlformats.org/officeDocument/2006/relationships" r:id="rId2"/>
            </a:graphicData>
          </a:graphic>
        </p:graphicFrame>
        <p:sp>
          <p:nvSpPr>
            <p:cNvPr id="11" name="Freeform 5">
              <a:extLst>
                <a:ext uri="{FF2B5EF4-FFF2-40B4-BE49-F238E27FC236}">
                  <a16:creationId xmlns:a16="http://schemas.microsoft.com/office/drawing/2014/main" id="{E51FA41E-754D-4307-B58C-6163F4674BCC}"/>
                </a:ext>
              </a:extLst>
            </p:cNvPr>
            <p:cNvSpPr>
              <a:spLocks noEditPoints="1"/>
            </p:cNvSpPr>
            <p:nvPr/>
          </p:nvSpPr>
          <p:spPr bwMode="auto">
            <a:xfrm>
              <a:off x="3847035" y="1444117"/>
              <a:ext cx="2001210" cy="4878573"/>
            </a:xfrm>
            <a:custGeom>
              <a:avLst/>
              <a:gdLst>
                <a:gd name="T0" fmla="*/ 0 w 1242"/>
                <a:gd name="T1" fmla="*/ 0 h 2962"/>
                <a:gd name="T2" fmla="*/ 0 w 1242"/>
                <a:gd name="T3" fmla="*/ 2962 h 2962"/>
                <a:gd name="T4" fmla="*/ 1242 w 1242"/>
                <a:gd name="T5" fmla="*/ 2962 h 2962"/>
                <a:gd name="T6" fmla="*/ 1242 w 1242"/>
                <a:gd name="T7" fmla="*/ 0 h 2962"/>
                <a:gd name="T8" fmla="*/ 0 w 1242"/>
                <a:gd name="T9" fmla="*/ 0 h 2962"/>
                <a:gd name="T10" fmla="*/ 623 w 1242"/>
                <a:gd name="T11" fmla="*/ 3 h 2962"/>
                <a:gd name="T12" fmla="*/ 902 w 1242"/>
                <a:gd name="T13" fmla="*/ 283 h 2962"/>
                <a:gd name="T14" fmla="*/ 623 w 1242"/>
                <a:gd name="T15" fmla="*/ 563 h 2962"/>
                <a:gd name="T16" fmla="*/ 343 w 1242"/>
                <a:gd name="T17" fmla="*/ 283 h 2962"/>
                <a:gd name="T18" fmla="*/ 623 w 1242"/>
                <a:gd name="T19" fmla="*/ 3 h 2962"/>
                <a:gd name="T20" fmla="*/ 1186 w 1242"/>
                <a:gd name="T21" fmla="*/ 923 h 2962"/>
                <a:gd name="T22" fmla="*/ 1186 w 1242"/>
                <a:gd name="T23" fmla="*/ 1690 h 2962"/>
                <a:gd name="T24" fmla="*/ 1085 w 1242"/>
                <a:gd name="T25" fmla="*/ 1790 h 2962"/>
                <a:gd name="T26" fmla="*/ 985 w 1242"/>
                <a:gd name="T27" fmla="*/ 1690 h 2962"/>
                <a:gd name="T28" fmla="*/ 985 w 1242"/>
                <a:gd name="T29" fmla="*/ 923 h 2962"/>
                <a:gd name="T30" fmla="*/ 922 w 1242"/>
                <a:gd name="T31" fmla="*/ 923 h 2962"/>
                <a:gd name="T32" fmla="*/ 922 w 1242"/>
                <a:gd name="T33" fmla="*/ 923 h 2962"/>
                <a:gd name="T34" fmla="*/ 922 w 1242"/>
                <a:gd name="T35" fmla="*/ 1798 h 2962"/>
                <a:gd name="T36" fmla="*/ 922 w 1242"/>
                <a:gd name="T37" fmla="*/ 2826 h 2962"/>
                <a:gd name="T38" fmla="*/ 797 w 1242"/>
                <a:gd name="T39" fmla="*/ 2951 h 2962"/>
                <a:gd name="T40" fmla="*/ 672 w 1242"/>
                <a:gd name="T41" fmla="*/ 2826 h 2962"/>
                <a:gd name="T42" fmla="*/ 672 w 1242"/>
                <a:gd name="T43" fmla="*/ 1798 h 2962"/>
                <a:gd name="T44" fmla="*/ 574 w 1242"/>
                <a:gd name="T45" fmla="*/ 1798 h 2962"/>
                <a:gd name="T46" fmla="*/ 574 w 1242"/>
                <a:gd name="T47" fmla="*/ 2826 h 2962"/>
                <a:gd name="T48" fmla="*/ 449 w 1242"/>
                <a:gd name="T49" fmla="*/ 2951 h 2962"/>
                <a:gd name="T50" fmla="*/ 324 w 1242"/>
                <a:gd name="T51" fmla="*/ 2826 h 2962"/>
                <a:gd name="T52" fmla="*/ 324 w 1242"/>
                <a:gd name="T53" fmla="*/ 1798 h 2962"/>
                <a:gd name="T54" fmla="*/ 324 w 1242"/>
                <a:gd name="T55" fmla="*/ 923 h 2962"/>
                <a:gd name="T56" fmla="*/ 324 w 1242"/>
                <a:gd name="T57" fmla="*/ 923 h 2962"/>
                <a:gd name="T58" fmla="*/ 261 w 1242"/>
                <a:gd name="T59" fmla="*/ 923 h 2962"/>
                <a:gd name="T60" fmla="*/ 261 w 1242"/>
                <a:gd name="T61" fmla="*/ 1690 h 2962"/>
                <a:gd name="T62" fmla="*/ 160 w 1242"/>
                <a:gd name="T63" fmla="*/ 1790 h 2962"/>
                <a:gd name="T64" fmla="*/ 59 w 1242"/>
                <a:gd name="T65" fmla="*/ 1690 h 2962"/>
                <a:gd name="T66" fmla="*/ 59 w 1242"/>
                <a:gd name="T67" fmla="*/ 923 h 2962"/>
                <a:gd name="T68" fmla="*/ 59 w 1242"/>
                <a:gd name="T69" fmla="*/ 788 h 2962"/>
                <a:gd name="T70" fmla="*/ 324 w 1242"/>
                <a:gd name="T71" fmla="*/ 623 h 2962"/>
                <a:gd name="T72" fmla="*/ 922 w 1242"/>
                <a:gd name="T73" fmla="*/ 623 h 2962"/>
                <a:gd name="T74" fmla="*/ 1186 w 1242"/>
                <a:gd name="T75" fmla="*/ 788 h 2962"/>
                <a:gd name="T76" fmla="*/ 1186 w 1242"/>
                <a:gd name="T77" fmla="*/ 923 h 29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42" h="2962">
                  <a:moveTo>
                    <a:pt x="0" y="0"/>
                  </a:moveTo>
                  <a:cubicBezTo>
                    <a:pt x="0" y="2962"/>
                    <a:pt x="0" y="2962"/>
                    <a:pt x="0" y="2962"/>
                  </a:cubicBezTo>
                  <a:cubicBezTo>
                    <a:pt x="1242" y="2962"/>
                    <a:pt x="1242" y="2962"/>
                    <a:pt x="1242" y="2962"/>
                  </a:cubicBezTo>
                  <a:cubicBezTo>
                    <a:pt x="1242" y="0"/>
                    <a:pt x="1242" y="0"/>
                    <a:pt x="1242" y="0"/>
                  </a:cubicBezTo>
                  <a:lnTo>
                    <a:pt x="0" y="0"/>
                  </a:lnTo>
                  <a:close/>
                  <a:moveTo>
                    <a:pt x="623" y="3"/>
                  </a:moveTo>
                  <a:cubicBezTo>
                    <a:pt x="777" y="3"/>
                    <a:pt x="902" y="129"/>
                    <a:pt x="902" y="283"/>
                  </a:cubicBezTo>
                  <a:cubicBezTo>
                    <a:pt x="902" y="437"/>
                    <a:pt x="777" y="563"/>
                    <a:pt x="623" y="563"/>
                  </a:cubicBezTo>
                  <a:cubicBezTo>
                    <a:pt x="468" y="563"/>
                    <a:pt x="343" y="437"/>
                    <a:pt x="343" y="283"/>
                  </a:cubicBezTo>
                  <a:cubicBezTo>
                    <a:pt x="343" y="129"/>
                    <a:pt x="468" y="3"/>
                    <a:pt x="623" y="3"/>
                  </a:cubicBezTo>
                  <a:close/>
                  <a:moveTo>
                    <a:pt x="1186" y="923"/>
                  </a:moveTo>
                  <a:cubicBezTo>
                    <a:pt x="1186" y="1690"/>
                    <a:pt x="1186" y="1690"/>
                    <a:pt x="1186" y="1690"/>
                  </a:cubicBezTo>
                  <a:cubicBezTo>
                    <a:pt x="1186" y="1745"/>
                    <a:pt x="1141" y="1790"/>
                    <a:pt x="1085" y="1790"/>
                  </a:cubicBezTo>
                  <a:cubicBezTo>
                    <a:pt x="1030" y="1790"/>
                    <a:pt x="985" y="1745"/>
                    <a:pt x="985" y="1690"/>
                  </a:cubicBezTo>
                  <a:cubicBezTo>
                    <a:pt x="985" y="923"/>
                    <a:pt x="985" y="923"/>
                    <a:pt x="985" y="923"/>
                  </a:cubicBezTo>
                  <a:cubicBezTo>
                    <a:pt x="922" y="923"/>
                    <a:pt x="922" y="923"/>
                    <a:pt x="922" y="923"/>
                  </a:cubicBezTo>
                  <a:cubicBezTo>
                    <a:pt x="922" y="923"/>
                    <a:pt x="922" y="923"/>
                    <a:pt x="922" y="923"/>
                  </a:cubicBezTo>
                  <a:cubicBezTo>
                    <a:pt x="922" y="1798"/>
                    <a:pt x="922" y="1798"/>
                    <a:pt x="922" y="1798"/>
                  </a:cubicBezTo>
                  <a:cubicBezTo>
                    <a:pt x="922" y="2826"/>
                    <a:pt x="922" y="2826"/>
                    <a:pt x="922" y="2826"/>
                  </a:cubicBezTo>
                  <a:cubicBezTo>
                    <a:pt x="922" y="2895"/>
                    <a:pt x="866" y="2951"/>
                    <a:pt x="797" y="2951"/>
                  </a:cubicBezTo>
                  <a:cubicBezTo>
                    <a:pt x="728" y="2951"/>
                    <a:pt x="672" y="2895"/>
                    <a:pt x="672" y="2826"/>
                  </a:cubicBezTo>
                  <a:cubicBezTo>
                    <a:pt x="672" y="1798"/>
                    <a:pt x="672" y="1798"/>
                    <a:pt x="672" y="1798"/>
                  </a:cubicBezTo>
                  <a:cubicBezTo>
                    <a:pt x="574" y="1798"/>
                    <a:pt x="574" y="1798"/>
                    <a:pt x="574" y="1798"/>
                  </a:cubicBezTo>
                  <a:cubicBezTo>
                    <a:pt x="574" y="2826"/>
                    <a:pt x="574" y="2826"/>
                    <a:pt x="574" y="2826"/>
                  </a:cubicBezTo>
                  <a:cubicBezTo>
                    <a:pt x="574" y="2895"/>
                    <a:pt x="518" y="2951"/>
                    <a:pt x="449" y="2951"/>
                  </a:cubicBezTo>
                  <a:cubicBezTo>
                    <a:pt x="380" y="2951"/>
                    <a:pt x="324" y="2895"/>
                    <a:pt x="324" y="2826"/>
                  </a:cubicBezTo>
                  <a:cubicBezTo>
                    <a:pt x="324" y="1798"/>
                    <a:pt x="324" y="1798"/>
                    <a:pt x="324" y="1798"/>
                  </a:cubicBezTo>
                  <a:cubicBezTo>
                    <a:pt x="324" y="923"/>
                    <a:pt x="324" y="923"/>
                    <a:pt x="324" y="923"/>
                  </a:cubicBezTo>
                  <a:cubicBezTo>
                    <a:pt x="324" y="923"/>
                    <a:pt x="324" y="923"/>
                    <a:pt x="324" y="923"/>
                  </a:cubicBezTo>
                  <a:cubicBezTo>
                    <a:pt x="261" y="923"/>
                    <a:pt x="261" y="923"/>
                    <a:pt x="261" y="923"/>
                  </a:cubicBezTo>
                  <a:cubicBezTo>
                    <a:pt x="261" y="1690"/>
                    <a:pt x="261" y="1690"/>
                    <a:pt x="261" y="1690"/>
                  </a:cubicBezTo>
                  <a:cubicBezTo>
                    <a:pt x="261" y="1745"/>
                    <a:pt x="216" y="1790"/>
                    <a:pt x="160" y="1790"/>
                  </a:cubicBezTo>
                  <a:cubicBezTo>
                    <a:pt x="105" y="1790"/>
                    <a:pt x="59" y="1745"/>
                    <a:pt x="59" y="1690"/>
                  </a:cubicBezTo>
                  <a:cubicBezTo>
                    <a:pt x="59" y="923"/>
                    <a:pt x="59" y="923"/>
                    <a:pt x="59" y="923"/>
                  </a:cubicBezTo>
                  <a:cubicBezTo>
                    <a:pt x="59" y="788"/>
                    <a:pt x="59" y="788"/>
                    <a:pt x="59" y="788"/>
                  </a:cubicBezTo>
                  <a:cubicBezTo>
                    <a:pt x="59" y="731"/>
                    <a:pt x="110" y="623"/>
                    <a:pt x="324" y="623"/>
                  </a:cubicBezTo>
                  <a:cubicBezTo>
                    <a:pt x="922" y="623"/>
                    <a:pt x="922" y="623"/>
                    <a:pt x="922" y="623"/>
                  </a:cubicBezTo>
                  <a:cubicBezTo>
                    <a:pt x="1135" y="623"/>
                    <a:pt x="1186" y="731"/>
                    <a:pt x="1186" y="788"/>
                  </a:cubicBezTo>
                  <a:lnTo>
                    <a:pt x="1186" y="923"/>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ru-UA"/>
            </a:p>
          </p:txBody>
        </p:sp>
      </p:grpSp>
      <p:grpSp>
        <p:nvGrpSpPr>
          <p:cNvPr id="14" name="Female">
            <a:extLst>
              <a:ext uri="{FF2B5EF4-FFF2-40B4-BE49-F238E27FC236}">
                <a16:creationId xmlns:a16="http://schemas.microsoft.com/office/drawing/2014/main" id="{C2FC3D79-C611-490B-B33B-B116876A264C}"/>
              </a:ext>
            </a:extLst>
          </p:cNvPr>
          <p:cNvGrpSpPr/>
          <p:nvPr/>
        </p:nvGrpSpPr>
        <p:grpSpPr>
          <a:xfrm>
            <a:off x="4473668" y="1307218"/>
            <a:ext cx="6008617" cy="5147734"/>
            <a:chOff x="5362574" y="1500716"/>
            <a:chExt cx="5791200" cy="4961467"/>
          </a:xfrm>
        </p:grpSpPr>
        <p:graphicFrame>
          <p:nvGraphicFramePr>
            <p:cNvPr id="12" name="Chart 11">
              <a:extLst>
                <a:ext uri="{FF2B5EF4-FFF2-40B4-BE49-F238E27FC236}">
                  <a16:creationId xmlns:a16="http://schemas.microsoft.com/office/drawing/2014/main" id="{21A88836-8E52-4CFA-847B-D6F154E3546A}"/>
                </a:ext>
              </a:extLst>
            </p:cNvPr>
            <p:cNvGraphicFramePr/>
            <p:nvPr>
              <p:extLst>
                <p:ext uri="{D42A27DB-BD31-4B8C-83A1-F6EECF244321}">
                  <p14:modId xmlns:p14="http://schemas.microsoft.com/office/powerpoint/2010/main" val="3612653756"/>
                </p:ext>
              </p:extLst>
            </p:nvPr>
          </p:nvGraphicFramePr>
          <p:xfrm>
            <a:off x="5362574" y="1500716"/>
            <a:ext cx="5791200" cy="4961467"/>
          </p:xfrm>
          <a:graphic>
            <a:graphicData uri="http://schemas.openxmlformats.org/drawingml/2006/chart">
              <c:chart xmlns:c="http://schemas.openxmlformats.org/drawingml/2006/chart" xmlns:r="http://schemas.openxmlformats.org/officeDocument/2006/relationships" r:id="rId3"/>
            </a:graphicData>
          </a:graphic>
        </p:graphicFrame>
        <p:sp>
          <p:nvSpPr>
            <p:cNvPr id="13" name="Freeform 6">
              <a:extLst>
                <a:ext uri="{FF2B5EF4-FFF2-40B4-BE49-F238E27FC236}">
                  <a16:creationId xmlns:a16="http://schemas.microsoft.com/office/drawing/2014/main" id="{CBD4E97A-6542-4945-8EFD-4BEBA2E96228}"/>
                </a:ext>
              </a:extLst>
            </p:cNvPr>
            <p:cNvSpPr>
              <a:spLocks noEditPoints="1"/>
            </p:cNvSpPr>
            <p:nvPr/>
          </p:nvSpPr>
          <p:spPr bwMode="auto">
            <a:xfrm>
              <a:off x="7147327" y="1636202"/>
              <a:ext cx="2217177" cy="4693722"/>
            </a:xfrm>
            <a:custGeom>
              <a:avLst/>
              <a:gdLst>
                <a:gd name="T0" fmla="*/ 0 w 1408"/>
                <a:gd name="T1" fmla="*/ 0 h 2962"/>
                <a:gd name="T2" fmla="*/ 0 w 1408"/>
                <a:gd name="T3" fmla="*/ 2962 h 2962"/>
                <a:gd name="T4" fmla="*/ 1408 w 1408"/>
                <a:gd name="T5" fmla="*/ 2962 h 2962"/>
                <a:gd name="T6" fmla="*/ 1408 w 1408"/>
                <a:gd name="T7" fmla="*/ 0 h 2962"/>
                <a:gd name="T8" fmla="*/ 0 w 1408"/>
                <a:gd name="T9" fmla="*/ 0 h 2962"/>
                <a:gd name="T10" fmla="*/ 704 w 1408"/>
                <a:gd name="T11" fmla="*/ 7 h 2962"/>
                <a:gd name="T12" fmla="*/ 984 w 1408"/>
                <a:gd name="T13" fmla="*/ 286 h 2962"/>
                <a:gd name="T14" fmla="*/ 704 w 1408"/>
                <a:gd name="T15" fmla="*/ 566 h 2962"/>
                <a:gd name="T16" fmla="*/ 425 w 1408"/>
                <a:gd name="T17" fmla="*/ 286 h 2962"/>
                <a:gd name="T18" fmla="*/ 704 w 1408"/>
                <a:gd name="T19" fmla="*/ 7 h 2962"/>
                <a:gd name="T20" fmla="*/ 1318 w 1408"/>
                <a:gd name="T21" fmla="*/ 1753 h 2962"/>
                <a:gd name="T22" fmla="*/ 1193 w 1408"/>
                <a:gd name="T23" fmla="*/ 1685 h 2962"/>
                <a:gd name="T24" fmla="*/ 975 w 1408"/>
                <a:gd name="T25" fmla="*/ 911 h 2962"/>
                <a:gd name="T26" fmla="*/ 930 w 1408"/>
                <a:gd name="T27" fmla="*/ 910 h 2962"/>
                <a:gd name="T28" fmla="*/ 1200 w 1408"/>
                <a:gd name="T29" fmla="*/ 1984 h 2962"/>
                <a:gd name="T30" fmla="*/ 999 w 1408"/>
                <a:gd name="T31" fmla="*/ 1984 h 2962"/>
                <a:gd name="T32" fmla="*/ 999 w 1408"/>
                <a:gd name="T33" fmla="*/ 2830 h 2962"/>
                <a:gd name="T34" fmla="*/ 875 w 1408"/>
                <a:gd name="T35" fmla="*/ 2955 h 2962"/>
                <a:gd name="T36" fmla="*/ 750 w 1408"/>
                <a:gd name="T37" fmla="*/ 2830 h 2962"/>
                <a:gd name="T38" fmla="*/ 750 w 1408"/>
                <a:gd name="T39" fmla="*/ 1984 h 2962"/>
                <a:gd name="T40" fmla="*/ 647 w 1408"/>
                <a:gd name="T41" fmla="*/ 1984 h 2962"/>
                <a:gd name="T42" fmla="*/ 647 w 1408"/>
                <a:gd name="T43" fmla="*/ 2830 h 2962"/>
                <a:gd name="T44" fmla="*/ 523 w 1408"/>
                <a:gd name="T45" fmla="*/ 2955 h 2962"/>
                <a:gd name="T46" fmla="*/ 398 w 1408"/>
                <a:gd name="T47" fmla="*/ 2830 h 2962"/>
                <a:gd name="T48" fmla="*/ 398 w 1408"/>
                <a:gd name="T49" fmla="*/ 1984 h 2962"/>
                <a:gd name="T50" fmla="*/ 208 w 1408"/>
                <a:gd name="T51" fmla="*/ 1984 h 2962"/>
                <a:gd name="T52" fmla="*/ 478 w 1408"/>
                <a:gd name="T53" fmla="*/ 910 h 2962"/>
                <a:gd name="T54" fmla="*/ 433 w 1408"/>
                <a:gd name="T55" fmla="*/ 911 h 2962"/>
                <a:gd name="T56" fmla="*/ 216 w 1408"/>
                <a:gd name="T57" fmla="*/ 1685 h 2962"/>
                <a:gd name="T58" fmla="*/ 90 w 1408"/>
                <a:gd name="T59" fmla="*/ 1753 h 2962"/>
                <a:gd name="T60" fmla="*/ 23 w 1408"/>
                <a:gd name="T61" fmla="*/ 1627 h 2962"/>
                <a:gd name="T62" fmla="*/ 281 w 1408"/>
                <a:gd name="T63" fmla="*/ 763 h 2962"/>
                <a:gd name="T64" fmla="*/ 381 w 1408"/>
                <a:gd name="T65" fmla="*/ 626 h 2962"/>
                <a:gd name="T66" fmla="*/ 1027 w 1408"/>
                <a:gd name="T67" fmla="*/ 626 h 2962"/>
                <a:gd name="T68" fmla="*/ 1127 w 1408"/>
                <a:gd name="T69" fmla="*/ 763 h 2962"/>
                <a:gd name="T70" fmla="*/ 1386 w 1408"/>
                <a:gd name="T71" fmla="*/ 1627 h 2962"/>
                <a:gd name="T72" fmla="*/ 1318 w 1408"/>
                <a:gd name="T73" fmla="*/ 1753 h 29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08" h="2962">
                  <a:moveTo>
                    <a:pt x="0" y="0"/>
                  </a:moveTo>
                  <a:cubicBezTo>
                    <a:pt x="0" y="2962"/>
                    <a:pt x="0" y="2962"/>
                    <a:pt x="0" y="2962"/>
                  </a:cubicBezTo>
                  <a:cubicBezTo>
                    <a:pt x="1408" y="2962"/>
                    <a:pt x="1408" y="2962"/>
                    <a:pt x="1408" y="2962"/>
                  </a:cubicBezTo>
                  <a:cubicBezTo>
                    <a:pt x="1408" y="0"/>
                    <a:pt x="1408" y="0"/>
                    <a:pt x="1408" y="0"/>
                  </a:cubicBezTo>
                  <a:lnTo>
                    <a:pt x="0" y="0"/>
                  </a:lnTo>
                  <a:close/>
                  <a:moveTo>
                    <a:pt x="704" y="7"/>
                  </a:moveTo>
                  <a:cubicBezTo>
                    <a:pt x="859" y="7"/>
                    <a:pt x="984" y="132"/>
                    <a:pt x="984" y="286"/>
                  </a:cubicBezTo>
                  <a:cubicBezTo>
                    <a:pt x="984" y="441"/>
                    <a:pt x="859" y="566"/>
                    <a:pt x="704" y="566"/>
                  </a:cubicBezTo>
                  <a:cubicBezTo>
                    <a:pt x="550" y="566"/>
                    <a:pt x="425" y="441"/>
                    <a:pt x="425" y="286"/>
                  </a:cubicBezTo>
                  <a:cubicBezTo>
                    <a:pt x="425" y="132"/>
                    <a:pt x="550" y="7"/>
                    <a:pt x="704" y="7"/>
                  </a:cubicBezTo>
                  <a:close/>
                  <a:moveTo>
                    <a:pt x="1318" y="1753"/>
                  </a:moveTo>
                  <a:cubicBezTo>
                    <a:pt x="1265" y="1769"/>
                    <a:pt x="1209" y="1738"/>
                    <a:pt x="1193" y="1685"/>
                  </a:cubicBezTo>
                  <a:cubicBezTo>
                    <a:pt x="975" y="911"/>
                    <a:pt x="975" y="911"/>
                    <a:pt x="975" y="911"/>
                  </a:cubicBezTo>
                  <a:cubicBezTo>
                    <a:pt x="930" y="910"/>
                    <a:pt x="930" y="910"/>
                    <a:pt x="930" y="910"/>
                  </a:cubicBezTo>
                  <a:cubicBezTo>
                    <a:pt x="1200" y="1984"/>
                    <a:pt x="1200" y="1984"/>
                    <a:pt x="1200" y="1984"/>
                  </a:cubicBezTo>
                  <a:cubicBezTo>
                    <a:pt x="999" y="1984"/>
                    <a:pt x="999" y="1984"/>
                    <a:pt x="999" y="1984"/>
                  </a:cubicBezTo>
                  <a:cubicBezTo>
                    <a:pt x="999" y="2830"/>
                    <a:pt x="999" y="2830"/>
                    <a:pt x="999" y="2830"/>
                  </a:cubicBezTo>
                  <a:cubicBezTo>
                    <a:pt x="999" y="2899"/>
                    <a:pt x="944" y="2955"/>
                    <a:pt x="875" y="2955"/>
                  </a:cubicBezTo>
                  <a:cubicBezTo>
                    <a:pt x="805" y="2955"/>
                    <a:pt x="750" y="2899"/>
                    <a:pt x="750" y="2830"/>
                  </a:cubicBezTo>
                  <a:cubicBezTo>
                    <a:pt x="750" y="1984"/>
                    <a:pt x="750" y="1984"/>
                    <a:pt x="750" y="1984"/>
                  </a:cubicBezTo>
                  <a:cubicBezTo>
                    <a:pt x="647" y="1984"/>
                    <a:pt x="647" y="1984"/>
                    <a:pt x="647" y="1984"/>
                  </a:cubicBezTo>
                  <a:cubicBezTo>
                    <a:pt x="647" y="2830"/>
                    <a:pt x="647" y="2830"/>
                    <a:pt x="647" y="2830"/>
                  </a:cubicBezTo>
                  <a:cubicBezTo>
                    <a:pt x="647" y="2899"/>
                    <a:pt x="592" y="2955"/>
                    <a:pt x="523" y="2955"/>
                  </a:cubicBezTo>
                  <a:cubicBezTo>
                    <a:pt x="454" y="2955"/>
                    <a:pt x="398" y="2899"/>
                    <a:pt x="398" y="2830"/>
                  </a:cubicBezTo>
                  <a:cubicBezTo>
                    <a:pt x="398" y="1984"/>
                    <a:pt x="398" y="1984"/>
                    <a:pt x="398" y="1984"/>
                  </a:cubicBezTo>
                  <a:cubicBezTo>
                    <a:pt x="208" y="1984"/>
                    <a:pt x="208" y="1984"/>
                    <a:pt x="208" y="1984"/>
                  </a:cubicBezTo>
                  <a:cubicBezTo>
                    <a:pt x="478" y="910"/>
                    <a:pt x="478" y="910"/>
                    <a:pt x="478" y="910"/>
                  </a:cubicBezTo>
                  <a:cubicBezTo>
                    <a:pt x="433" y="911"/>
                    <a:pt x="433" y="911"/>
                    <a:pt x="433" y="911"/>
                  </a:cubicBezTo>
                  <a:cubicBezTo>
                    <a:pt x="216" y="1685"/>
                    <a:pt x="216" y="1685"/>
                    <a:pt x="216" y="1685"/>
                  </a:cubicBezTo>
                  <a:cubicBezTo>
                    <a:pt x="200" y="1738"/>
                    <a:pt x="144" y="1769"/>
                    <a:pt x="90" y="1753"/>
                  </a:cubicBezTo>
                  <a:cubicBezTo>
                    <a:pt x="37" y="1737"/>
                    <a:pt x="7" y="1681"/>
                    <a:pt x="23" y="1627"/>
                  </a:cubicBezTo>
                  <a:cubicBezTo>
                    <a:pt x="281" y="763"/>
                    <a:pt x="281" y="763"/>
                    <a:pt x="281" y="763"/>
                  </a:cubicBezTo>
                  <a:cubicBezTo>
                    <a:pt x="293" y="694"/>
                    <a:pt x="339" y="626"/>
                    <a:pt x="381" y="626"/>
                  </a:cubicBezTo>
                  <a:cubicBezTo>
                    <a:pt x="1027" y="626"/>
                    <a:pt x="1027" y="626"/>
                    <a:pt x="1027" y="626"/>
                  </a:cubicBezTo>
                  <a:cubicBezTo>
                    <a:pt x="1069" y="626"/>
                    <a:pt x="1115" y="694"/>
                    <a:pt x="1127" y="763"/>
                  </a:cubicBezTo>
                  <a:cubicBezTo>
                    <a:pt x="1386" y="1627"/>
                    <a:pt x="1386" y="1627"/>
                    <a:pt x="1386" y="1627"/>
                  </a:cubicBezTo>
                  <a:cubicBezTo>
                    <a:pt x="1402" y="1681"/>
                    <a:pt x="1371" y="1737"/>
                    <a:pt x="1318" y="1753"/>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ru-UA"/>
            </a:p>
          </p:txBody>
        </p:sp>
      </p:grpSp>
      <p:sp>
        <p:nvSpPr>
          <p:cNvPr id="17" name="TextBox 16">
            <a:extLst>
              <a:ext uri="{FF2B5EF4-FFF2-40B4-BE49-F238E27FC236}">
                <a16:creationId xmlns:a16="http://schemas.microsoft.com/office/drawing/2014/main" id="{6D370F76-1424-43E9-A266-8E990CAB79E3}"/>
              </a:ext>
            </a:extLst>
          </p:cNvPr>
          <p:cNvSpPr txBox="1"/>
          <p:nvPr/>
        </p:nvSpPr>
        <p:spPr>
          <a:xfrm>
            <a:off x="1490199" y="1915224"/>
            <a:ext cx="1141659" cy="646331"/>
          </a:xfrm>
          <a:prstGeom prst="rect">
            <a:avLst/>
          </a:prstGeom>
          <a:noFill/>
        </p:spPr>
        <p:txBody>
          <a:bodyPr wrap="none" rtlCol="0">
            <a:spAutoFit/>
          </a:bodyPr>
          <a:lstStyle/>
          <a:p>
            <a:pPr algn="ctr"/>
            <a:r>
              <a:rPr lang="en-US" sz="3600" b="1">
                <a:solidFill>
                  <a:schemeClr val="accent3"/>
                </a:solidFill>
                <a:latin typeface="Montserrat SemiBold" panose="00000700000000000000" pitchFamily="50" charset="-52"/>
              </a:rPr>
              <a:t>65%</a:t>
            </a:r>
            <a:endParaRPr lang="ru-UA" sz="3600" b="1">
              <a:solidFill>
                <a:schemeClr val="accent3"/>
              </a:solidFill>
              <a:latin typeface="Montserrat SemiBold" panose="00000700000000000000" pitchFamily="50" charset="-52"/>
            </a:endParaRPr>
          </a:p>
        </p:txBody>
      </p:sp>
      <p:sp>
        <p:nvSpPr>
          <p:cNvPr id="19" name="Text Placeholder 33">
            <a:extLst>
              <a:ext uri="{FF2B5EF4-FFF2-40B4-BE49-F238E27FC236}">
                <a16:creationId xmlns:a16="http://schemas.microsoft.com/office/drawing/2014/main" id="{696FA939-C6A2-4A01-81B9-A894163AD5BE}"/>
              </a:ext>
            </a:extLst>
          </p:cNvPr>
          <p:cNvSpPr txBox="1">
            <a:spLocks/>
          </p:cNvSpPr>
          <p:nvPr/>
        </p:nvSpPr>
        <p:spPr>
          <a:xfrm>
            <a:off x="1023105" y="3275785"/>
            <a:ext cx="2241486" cy="138003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a:t>Lorem ipsum dolor sit amet, consectetur adipiscing elit, sed do eiusmod tempor incididunt ut labore et dolore magna aliqua. Ut enim ad minim veniam, quis nostrud exercitation ullamco</a:t>
            </a:r>
          </a:p>
        </p:txBody>
      </p:sp>
      <p:cxnSp>
        <p:nvCxnSpPr>
          <p:cNvPr id="21" name="Straight Connector 20">
            <a:extLst>
              <a:ext uri="{FF2B5EF4-FFF2-40B4-BE49-F238E27FC236}">
                <a16:creationId xmlns:a16="http://schemas.microsoft.com/office/drawing/2014/main" id="{A4852832-09E3-4E80-83C3-5A529F211846}"/>
              </a:ext>
            </a:extLst>
          </p:cNvPr>
          <p:cNvCxnSpPr/>
          <p:nvPr/>
        </p:nvCxnSpPr>
        <p:spPr>
          <a:xfrm>
            <a:off x="1065071" y="3117575"/>
            <a:ext cx="1991914" cy="0"/>
          </a:xfrm>
          <a:prstGeom prst="line">
            <a:avLst/>
          </a:prstGeom>
          <a:ln w="38100"/>
        </p:spPr>
        <p:style>
          <a:lnRef idx="1">
            <a:schemeClr val="accent3"/>
          </a:lnRef>
          <a:fillRef idx="0">
            <a:schemeClr val="accent3"/>
          </a:fillRef>
          <a:effectRef idx="0">
            <a:schemeClr val="accent3"/>
          </a:effectRef>
          <a:fontRef idx="minor">
            <a:schemeClr val="tx1"/>
          </a:fontRef>
        </p:style>
      </p:cxnSp>
      <p:sp>
        <p:nvSpPr>
          <p:cNvPr id="22" name="TextBox 21">
            <a:extLst>
              <a:ext uri="{FF2B5EF4-FFF2-40B4-BE49-F238E27FC236}">
                <a16:creationId xmlns:a16="http://schemas.microsoft.com/office/drawing/2014/main" id="{43201624-F51E-479C-BE78-FB8A30D0BA0B}"/>
              </a:ext>
            </a:extLst>
          </p:cNvPr>
          <p:cNvSpPr txBox="1"/>
          <p:nvPr/>
        </p:nvSpPr>
        <p:spPr>
          <a:xfrm>
            <a:off x="9580981" y="1953662"/>
            <a:ext cx="1120820" cy="646331"/>
          </a:xfrm>
          <a:prstGeom prst="rect">
            <a:avLst/>
          </a:prstGeom>
          <a:noFill/>
        </p:spPr>
        <p:txBody>
          <a:bodyPr wrap="none" rtlCol="0">
            <a:spAutoFit/>
          </a:bodyPr>
          <a:lstStyle/>
          <a:p>
            <a:pPr algn="ctr"/>
            <a:r>
              <a:rPr lang="en-US" sz="3600" b="1">
                <a:solidFill>
                  <a:schemeClr val="accent1"/>
                </a:solidFill>
                <a:latin typeface="Montserrat SemiBold" panose="00000700000000000000" pitchFamily="50" charset="-52"/>
              </a:rPr>
              <a:t>55%</a:t>
            </a:r>
            <a:endParaRPr lang="ru-UA" sz="3600" b="1">
              <a:solidFill>
                <a:schemeClr val="accent1"/>
              </a:solidFill>
              <a:latin typeface="Montserrat SemiBold" panose="00000700000000000000" pitchFamily="50" charset="-52"/>
            </a:endParaRPr>
          </a:p>
        </p:txBody>
      </p:sp>
      <p:sp>
        <p:nvSpPr>
          <p:cNvPr id="23" name="Text Placeholder 33">
            <a:extLst>
              <a:ext uri="{FF2B5EF4-FFF2-40B4-BE49-F238E27FC236}">
                <a16:creationId xmlns:a16="http://schemas.microsoft.com/office/drawing/2014/main" id="{B5045B3F-D396-4AD2-B183-5C02142BBDC5}"/>
              </a:ext>
            </a:extLst>
          </p:cNvPr>
          <p:cNvSpPr txBox="1">
            <a:spLocks/>
          </p:cNvSpPr>
          <p:nvPr/>
        </p:nvSpPr>
        <p:spPr>
          <a:xfrm>
            <a:off x="9103021" y="3275785"/>
            <a:ext cx="2241486" cy="138003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a:t>Lorem ipsum dolor sit amet, consectetur adipiscing elit, sed do eiusmod tempor incididunt ut labore et dolore magna aliqua. Ut enim ad minim veniam, quis nostrud exercitation ullamco</a:t>
            </a:r>
          </a:p>
        </p:txBody>
      </p:sp>
      <p:cxnSp>
        <p:nvCxnSpPr>
          <p:cNvPr id="24" name="Straight Connector 23">
            <a:extLst>
              <a:ext uri="{FF2B5EF4-FFF2-40B4-BE49-F238E27FC236}">
                <a16:creationId xmlns:a16="http://schemas.microsoft.com/office/drawing/2014/main" id="{5040CFB8-EF0B-4EE0-B127-2C521B2FDAA9}"/>
              </a:ext>
            </a:extLst>
          </p:cNvPr>
          <p:cNvCxnSpPr/>
          <p:nvPr/>
        </p:nvCxnSpPr>
        <p:spPr>
          <a:xfrm>
            <a:off x="9144987" y="3117575"/>
            <a:ext cx="1991914" cy="0"/>
          </a:xfrm>
          <a:prstGeom prst="line">
            <a:avLst/>
          </a:prstGeom>
          <a:ln w="38100">
            <a:solidFill>
              <a:schemeClr val="accent1"/>
            </a:solidFill>
          </a:ln>
        </p:spPr>
        <p:style>
          <a:lnRef idx="1">
            <a:schemeClr val="accent3"/>
          </a:lnRef>
          <a:fillRef idx="0">
            <a:schemeClr val="accent3"/>
          </a:fillRef>
          <a:effectRef idx="0">
            <a:schemeClr val="accent3"/>
          </a:effectRef>
          <a:fontRef idx="minor">
            <a:schemeClr val="tx1"/>
          </a:fontRef>
        </p:style>
      </p:cxnSp>
      <p:sp>
        <p:nvSpPr>
          <p:cNvPr id="16" name="TextBox 15">
            <a:extLst>
              <a:ext uri="{FF2B5EF4-FFF2-40B4-BE49-F238E27FC236}">
                <a16:creationId xmlns:a16="http://schemas.microsoft.com/office/drawing/2014/main" id="{84FD1E10-F846-40D6-BD21-81AE87D3925B}"/>
              </a:ext>
            </a:extLst>
          </p:cNvPr>
          <p:cNvSpPr txBox="1"/>
          <p:nvPr/>
        </p:nvSpPr>
        <p:spPr>
          <a:xfrm>
            <a:off x="1281810" y="2330585"/>
            <a:ext cx="1558440" cy="646331"/>
          </a:xfrm>
          <a:prstGeom prst="rect">
            <a:avLst/>
          </a:prstGeom>
          <a:noFill/>
        </p:spPr>
        <p:txBody>
          <a:bodyPr wrap="none" rtlCol="0">
            <a:spAutoFit/>
          </a:bodyPr>
          <a:lstStyle/>
          <a:p>
            <a:pPr algn="ctr"/>
            <a:r>
              <a:rPr lang="en-US" sz="3600" b="1">
                <a:solidFill>
                  <a:schemeClr val="accent3"/>
                </a:solidFill>
                <a:latin typeface="Montserrat SemiBold" panose="00000700000000000000" pitchFamily="50" charset="-52"/>
              </a:rPr>
              <a:t>MALE</a:t>
            </a:r>
            <a:endParaRPr lang="ru-UA" sz="3600" b="1">
              <a:solidFill>
                <a:schemeClr val="accent3"/>
              </a:solidFill>
              <a:latin typeface="Montserrat SemiBold" panose="00000700000000000000" pitchFamily="50" charset="-52"/>
            </a:endParaRPr>
          </a:p>
        </p:txBody>
      </p:sp>
      <p:sp>
        <p:nvSpPr>
          <p:cNvPr id="18" name="TextBox 17">
            <a:extLst>
              <a:ext uri="{FF2B5EF4-FFF2-40B4-BE49-F238E27FC236}">
                <a16:creationId xmlns:a16="http://schemas.microsoft.com/office/drawing/2014/main" id="{8AF91671-A8E7-4862-B1B2-8254B34F3258}"/>
              </a:ext>
            </a:extLst>
          </p:cNvPr>
          <p:cNvSpPr txBox="1"/>
          <p:nvPr/>
        </p:nvSpPr>
        <p:spPr>
          <a:xfrm>
            <a:off x="9060362" y="2374036"/>
            <a:ext cx="2161168" cy="646331"/>
          </a:xfrm>
          <a:prstGeom prst="rect">
            <a:avLst/>
          </a:prstGeom>
          <a:noFill/>
        </p:spPr>
        <p:txBody>
          <a:bodyPr wrap="none" rtlCol="0">
            <a:spAutoFit/>
          </a:bodyPr>
          <a:lstStyle/>
          <a:p>
            <a:pPr algn="ctr"/>
            <a:r>
              <a:rPr lang="en-US" sz="3600" b="1">
                <a:solidFill>
                  <a:schemeClr val="accent1"/>
                </a:solidFill>
                <a:latin typeface="Montserrat SemiBold" panose="00000700000000000000" pitchFamily="50" charset="-52"/>
              </a:rPr>
              <a:t>FEMALE</a:t>
            </a:r>
            <a:endParaRPr lang="ru-UA" sz="3600" b="1">
              <a:solidFill>
                <a:schemeClr val="accent1"/>
              </a:solidFill>
              <a:latin typeface="Montserrat SemiBold" panose="00000700000000000000" pitchFamily="50" charset="-52"/>
            </a:endParaRPr>
          </a:p>
        </p:txBody>
      </p:sp>
      <p:sp>
        <p:nvSpPr>
          <p:cNvPr id="20" name="TextBox 19">
            <a:extLst>
              <a:ext uri="{FF2B5EF4-FFF2-40B4-BE49-F238E27FC236}">
                <a16:creationId xmlns:a16="http://schemas.microsoft.com/office/drawing/2014/main" id="{1EB5FE28-5300-43D0-9394-3BB80B9FEFD9}"/>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2369370640"/>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14:presetBounceEnd="67000">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14:bounceEnd="67000">
                                          <p:cBhvr additive="base">
                                            <p:cTn id="7" dur="1000" fill="hold"/>
                                            <p:tgtEl>
                                              <p:spTgt spid="14"/>
                                            </p:tgtEl>
                                            <p:attrNameLst>
                                              <p:attrName>ppt_x</p:attrName>
                                            </p:attrNameLst>
                                          </p:cBhvr>
                                          <p:tavLst>
                                            <p:tav tm="0">
                                              <p:val>
                                                <p:strVal val="#ppt_x"/>
                                              </p:val>
                                            </p:tav>
                                            <p:tav tm="100000">
                                              <p:val>
                                                <p:strVal val="#ppt_x"/>
                                              </p:val>
                                            </p:tav>
                                          </p:tavLst>
                                        </p:anim>
                                        <p:anim calcmode="lin" valueType="num" p14:bounceEnd="67000">
                                          <p:cBhvr additive="base">
                                            <p:cTn id="8" dur="10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14:presetBounceEnd="67000">
                                      <p:stCondLst>
                                        <p:cond delay="250"/>
                                      </p:stCondLst>
                                      <p:childTnLst>
                                        <p:set>
                                          <p:cBhvr>
                                            <p:cTn id="10" dur="1" fill="hold">
                                              <p:stCondLst>
                                                <p:cond delay="0"/>
                                              </p:stCondLst>
                                            </p:cTn>
                                            <p:tgtEl>
                                              <p:spTgt spid="2"/>
                                            </p:tgtEl>
                                            <p:attrNameLst>
                                              <p:attrName>style.visibility</p:attrName>
                                            </p:attrNameLst>
                                          </p:cBhvr>
                                          <p:to>
                                            <p:strVal val="visible"/>
                                          </p:to>
                                        </p:set>
                                        <p:anim calcmode="lin" valueType="num" p14:bounceEnd="67000">
                                          <p:cBhvr additive="base">
                                            <p:cTn id="11" dur="1000" fill="hold"/>
                                            <p:tgtEl>
                                              <p:spTgt spid="2"/>
                                            </p:tgtEl>
                                            <p:attrNameLst>
                                              <p:attrName>ppt_x</p:attrName>
                                            </p:attrNameLst>
                                          </p:cBhvr>
                                          <p:tavLst>
                                            <p:tav tm="0">
                                              <p:val>
                                                <p:strVal val="#ppt_x"/>
                                              </p:val>
                                            </p:tav>
                                            <p:tav tm="100000">
                                              <p:val>
                                                <p:strVal val="#ppt_x"/>
                                              </p:val>
                                            </p:tav>
                                          </p:tavLst>
                                        </p:anim>
                                        <p:anim calcmode="lin" valueType="num" p14:bounceEnd="67000">
                                          <p:cBhvr additive="base">
                                            <p:cTn id="12" dur="10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2" fill="hold" grpId="0" nodeType="withEffect" p14:presetBounceEnd="67000">
                                      <p:stCondLst>
                                        <p:cond delay="500"/>
                                      </p:stCondLst>
                                      <p:childTnLst>
                                        <p:set>
                                          <p:cBhvr>
                                            <p:cTn id="14" dur="1" fill="hold">
                                              <p:stCondLst>
                                                <p:cond delay="0"/>
                                              </p:stCondLst>
                                            </p:cTn>
                                            <p:tgtEl>
                                              <p:spTgt spid="22"/>
                                            </p:tgtEl>
                                            <p:attrNameLst>
                                              <p:attrName>style.visibility</p:attrName>
                                            </p:attrNameLst>
                                          </p:cBhvr>
                                          <p:to>
                                            <p:strVal val="visible"/>
                                          </p:to>
                                        </p:set>
                                        <p:anim calcmode="lin" valueType="num" p14:bounceEnd="67000">
                                          <p:cBhvr additive="base">
                                            <p:cTn id="15" dur="1000" fill="hold"/>
                                            <p:tgtEl>
                                              <p:spTgt spid="22"/>
                                            </p:tgtEl>
                                            <p:attrNameLst>
                                              <p:attrName>ppt_x</p:attrName>
                                            </p:attrNameLst>
                                          </p:cBhvr>
                                          <p:tavLst>
                                            <p:tav tm="0">
                                              <p:val>
                                                <p:strVal val="1+#ppt_w/2"/>
                                              </p:val>
                                            </p:tav>
                                            <p:tav tm="100000">
                                              <p:val>
                                                <p:strVal val="#ppt_x"/>
                                              </p:val>
                                            </p:tav>
                                          </p:tavLst>
                                        </p:anim>
                                        <p:anim calcmode="lin" valueType="num" p14:bounceEnd="67000">
                                          <p:cBhvr additive="base">
                                            <p:cTn id="16" dur="1000" fill="hold"/>
                                            <p:tgtEl>
                                              <p:spTgt spid="22"/>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14:presetBounceEnd="67000">
                                      <p:stCondLst>
                                        <p:cond delay="500"/>
                                      </p:stCondLst>
                                      <p:childTnLst>
                                        <p:set>
                                          <p:cBhvr>
                                            <p:cTn id="18" dur="1" fill="hold">
                                              <p:stCondLst>
                                                <p:cond delay="0"/>
                                              </p:stCondLst>
                                            </p:cTn>
                                            <p:tgtEl>
                                              <p:spTgt spid="23"/>
                                            </p:tgtEl>
                                            <p:attrNameLst>
                                              <p:attrName>style.visibility</p:attrName>
                                            </p:attrNameLst>
                                          </p:cBhvr>
                                          <p:to>
                                            <p:strVal val="visible"/>
                                          </p:to>
                                        </p:set>
                                        <p:anim calcmode="lin" valueType="num" p14:bounceEnd="67000">
                                          <p:cBhvr additive="base">
                                            <p:cTn id="19" dur="1000" fill="hold"/>
                                            <p:tgtEl>
                                              <p:spTgt spid="23"/>
                                            </p:tgtEl>
                                            <p:attrNameLst>
                                              <p:attrName>ppt_x</p:attrName>
                                            </p:attrNameLst>
                                          </p:cBhvr>
                                          <p:tavLst>
                                            <p:tav tm="0">
                                              <p:val>
                                                <p:strVal val="1+#ppt_w/2"/>
                                              </p:val>
                                            </p:tav>
                                            <p:tav tm="100000">
                                              <p:val>
                                                <p:strVal val="#ppt_x"/>
                                              </p:val>
                                            </p:tav>
                                          </p:tavLst>
                                        </p:anim>
                                        <p:anim calcmode="lin" valueType="num" p14:bounceEnd="67000">
                                          <p:cBhvr additive="base">
                                            <p:cTn id="20" dur="1000" fill="hold"/>
                                            <p:tgtEl>
                                              <p:spTgt spid="23"/>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14:presetBounceEnd="67000">
                                      <p:stCondLst>
                                        <p:cond delay="500"/>
                                      </p:stCondLst>
                                      <p:childTnLst>
                                        <p:set>
                                          <p:cBhvr>
                                            <p:cTn id="22" dur="1" fill="hold">
                                              <p:stCondLst>
                                                <p:cond delay="0"/>
                                              </p:stCondLst>
                                            </p:cTn>
                                            <p:tgtEl>
                                              <p:spTgt spid="24"/>
                                            </p:tgtEl>
                                            <p:attrNameLst>
                                              <p:attrName>style.visibility</p:attrName>
                                            </p:attrNameLst>
                                          </p:cBhvr>
                                          <p:to>
                                            <p:strVal val="visible"/>
                                          </p:to>
                                        </p:set>
                                        <p:anim calcmode="lin" valueType="num" p14:bounceEnd="67000">
                                          <p:cBhvr additive="base">
                                            <p:cTn id="23" dur="1000" fill="hold"/>
                                            <p:tgtEl>
                                              <p:spTgt spid="24"/>
                                            </p:tgtEl>
                                            <p:attrNameLst>
                                              <p:attrName>ppt_x</p:attrName>
                                            </p:attrNameLst>
                                          </p:cBhvr>
                                          <p:tavLst>
                                            <p:tav tm="0">
                                              <p:val>
                                                <p:strVal val="1+#ppt_w/2"/>
                                              </p:val>
                                            </p:tav>
                                            <p:tav tm="100000">
                                              <p:val>
                                                <p:strVal val="#ppt_x"/>
                                              </p:val>
                                            </p:tav>
                                          </p:tavLst>
                                        </p:anim>
                                        <p:anim calcmode="lin" valueType="num" p14:bounceEnd="67000">
                                          <p:cBhvr additive="base">
                                            <p:cTn id="24" dur="1000" fill="hold"/>
                                            <p:tgtEl>
                                              <p:spTgt spid="24"/>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14:presetBounceEnd="67000">
                                      <p:stCondLst>
                                        <p:cond delay="500"/>
                                      </p:stCondLst>
                                      <p:childTnLst>
                                        <p:set>
                                          <p:cBhvr>
                                            <p:cTn id="26" dur="1" fill="hold">
                                              <p:stCondLst>
                                                <p:cond delay="0"/>
                                              </p:stCondLst>
                                            </p:cTn>
                                            <p:tgtEl>
                                              <p:spTgt spid="18"/>
                                            </p:tgtEl>
                                            <p:attrNameLst>
                                              <p:attrName>style.visibility</p:attrName>
                                            </p:attrNameLst>
                                          </p:cBhvr>
                                          <p:to>
                                            <p:strVal val="visible"/>
                                          </p:to>
                                        </p:set>
                                        <p:anim calcmode="lin" valueType="num" p14:bounceEnd="67000">
                                          <p:cBhvr additive="base">
                                            <p:cTn id="27" dur="1000" fill="hold"/>
                                            <p:tgtEl>
                                              <p:spTgt spid="18"/>
                                            </p:tgtEl>
                                            <p:attrNameLst>
                                              <p:attrName>ppt_x</p:attrName>
                                            </p:attrNameLst>
                                          </p:cBhvr>
                                          <p:tavLst>
                                            <p:tav tm="0">
                                              <p:val>
                                                <p:strVal val="1+#ppt_w/2"/>
                                              </p:val>
                                            </p:tav>
                                            <p:tav tm="100000">
                                              <p:val>
                                                <p:strVal val="#ppt_x"/>
                                              </p:val>
                                            </p:tav>
                                          </p:tavLst>
                                        </p:anim>
                                        <p:anim calcmode="lin" valueType="num" p14:bounceEnd="67000">
                                          <p:cBhvr additive="base">
                                            <p:cTn id="28" dur="1000" fill="hold"/>
                                            <p:tgtEl>
                                              <p:spTgt spid="18"/>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14:presetBounceEnd="67000">
                                      <p:stCondLst>
                                        <p:cond delay="750"/>
                                      </p:stCondLst>
                                      <p:childTnLst>
                                        <p:set>
                                          <p:cBhvr>
                                            <p:cTn id="30" dur="1" fill="hold">
                                              <p:stCondLst>
                                                <p:cond delay="0"/>
                                              </p:stCondLst>
                                            </p:cTn>
                                            <p:tgtEl>
                                              <p:spTgt spid="17"/>
                                            </p:tgtEl>
                                            <p:attrNameLst>
                                              <p:attrName>style.visibility</p:attrName>
                                            </p:attrNameLst>
                                          </p:cBhvr>
                                          <p:to>
                                            <p:strVal val="visible"/>
                                          </p:to>
                                        </p:set>
                                        <p:anim calcmode="lin" valueType="num" p14:bounceEnd="67000">
                                          <p:cBhvr additive="base">
                                            <p:cTn id="31" dur="1000" fill="hold"/>
                                            <p:tgtEl>
                                              <p:spTgt spid="17"/>
                                            </p:tgtEl>
                                            <p:attrNameLst>
                                              <p:attrName>ppt_x</p:attrName>
                                            </p:attrNameLst>
                                          </p:cBhvr>
                                          <p:tavLst>
                                            <p:tav tm="0">
                                              <p:val>
                                                <p:strVal val="0-#ppt_w/2"/>
                                              </p:val>
                                            </p:tav>
                                            <p:tav tm="100000">
                                              <p:val>
                                                <p:strVal val="#ppt_x"/>
                                              </p:val>
                                            </p:tav>
                                          </p:tavLst>
                                        </p:anim>
                                        <p:anim calcmode="lin" valueType="num" p14:bounceEnd="67000">
                                          <p:cBhvr additive="base">
                                            <p:cTn id="32" dur="1000" fill="hold"/>
                                            <p:tgtEl>
                                              <p:spTgt spid="17"/>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14:presetBounceEnd="67000">
                                      <p:stCondLst>
                                        <p:cond delay="750"/>
                                      </p:stCondLst>
                                      <p:childTnLst>
                                        <p:set>
                                          <p:cBhvr>
                                            <p:cTn id="34" dur="1" fill="hold">
                                              <p:stCondLst>
                                                <p:cond delay="0"/>
                                              </p:stCondLst>
                                            </p:cTn>
                                            <p:tgtEl>
                                              <p:spTgt spid="19"/>
                                            </p:tgtEl>
                                            <p:attrNameLst>
                                              <p:attrName>style.visibility</p:attrName>
                                            </p:attrNameLst>
                                          </p:cBhvr>
                                          <p:to>
                                            <p:strVal val="visible"/>
                                          </p:to>
                                        </p:set>
                                        <p:anim calcmode="lin" valueType="num" p14:bounceEnd="67000">
                                          <p:cBhvr additive="base">
                                            <p:cTn id="35" dur="1000" fill="hold"/>
                                            <p:tgtEl>
                                              <p:spTgt spid="19"/>
                                            </p:tgtEl>
                                            <p:attrNameLst>
                                              <p:attrName>ppt_x</p:attrName>
                                            </p:attrNameLst>
                                          </p:cBhvr>
                                          <p:tavLst>
                                            <p:tav tm="0">
                                              <p:val>
                                                <p:strVal val="0-#ppt_w/2"/>
                                              </p:val>
                                            </p:tav>
                                            <p:tav tm="100000">
                                              <p:val>
                                                <p:strVal val="#ppt_x"/>
                                              </p:val>
                                            </p:tav>
                                          </p:tavLst>
                                        </p:anim>
                                        <p:anim calcmode="lin" valueType="num" p14:bounceEnd="67000">
                                          <p:cBhvr additive="base">
                                            <p:cTn id="36" dur="1000" fill="hold"/>
                                            <p:tgtEl>
                                              <p:spTgt spid="19"/>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14:presetBounceEnd="67000">
                                      <p:stCondLst>
                                        <p:cond delay="750"/>
                                      </p:stCondLst>
                                      <p:childTnLst>
                                        <p:set>
                                          <p:cBhvr>
                                            <p:cTn id="38" dur="1" fill="hold">
                                              <p:stCondLst>
                                                <p:cond delay="0"/>
                                              </p:stCondLst>
                                            </p:cTn>
                                            <p:tgtEl>
                                              <p:spTgt spid="21"/>
                                            </p:tgtEl>
                                            <p:attrNameLst>
                                              <p:attrName>style.visibility</p:attrName>
                                            </p:attrNameLst>
                                          </p:cBhvr>
                                          <p:to>
                                            <p:strVal val="visible"/>
                                          </p:to>
                                        </p:set>
                                        <p:anim calcmode="lin" valueType="num" p14:bounceEnd="67000">
                                          <p:cBhvr additive="base">
                                            <p:cTn id="39" dur="1000" fill="hold"/>
                                            <p:tgtEl>
                                              <p:spTgt spid="21"/>
                                            </p:tgtEl>
                                            <p:attrNameLst>
                                              <p:attrName>ppt_x</p:attrName>
                                            </p:attrNameLst>
                                          </p:cBhvr>
                                          <p:tavLst>
                                            <p:tav tm="0">
                                              <p:val>
                                                <p:strVal val="0-#ppt_w/2"/>
                                              </p:val>
                                            </p:tav>
                                            <p:tav tm="100000">
                                              <p:val>
                                                <p:strVal val="#ppt_x"/>
                                              </p:val>
                                            </p:tav>
                                          </p:tavLst>
                                        </p:anim>
                                        <p:anim calcmode="lin" valueType="num" p14:bounceEnd="67000">
                                          <p:cBhvr additive="base">
                                            <p:cTn id="40" dur="1000" fill="hold"/>
                                            <p:tgtEl>
                                              <p:spTgt spid="21"/>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14:presetBounceEnd="67000">
                                      <p:stCondLst>
                                        <p:cond delay="750"/>
                                      </p:stCondLst>
                                      <p:childTnLst>
                                        <p:set>
                                          <p:cBhvr>
                                            <p:cTn id="42" dur="1" fill="hold">
                                              <p:stCondLst>
                                                <p:cond delay="0"/>
                                              </p:stCondLst>
                                            </p:cTn>
                                            <p:tgtEl>
                                              <p:spTgt spid="16"/>
                                            </p:tgtEl>
                                            <p:attrNameLst>
                                              <p:attrName>style.visibility</p:attrName>
                                            </p:attrNameLst>
                                          </p:cBhvr>
                                          <p:to>
                                            <p:strVal val="visible"/>
                                          </p:to>
                                        </p:set>
                                        <p:anim calcmode="lin" valueType="num" p14:bounceEnd="67000">
                                          <p:cBhvr additive="base">
                                            <p:cTn id="43" dur="1000" fill="hold"/>
                                            <p:tgtEl>
                                              <p:spTgt spid="16"/>
                                            </p:tgtEl>
                                            <p:attrNameLst>
                                              <p:attrName>ppt_x</p:attrName>
                                            </p:attrNameLst>
                                          </p:cBhvr>
                                          <p:tavLst>
                                            <p:tav tm="0">
                                              <p:val>
                                                <p:strVal val="0-#ppt_w/2"/>
                                              </p:val>
                                            </p:tav>
                                            <p:tav tm="100000">
                                              <p:val>
                                                <p:strVal val="#ppt_x"/>
                                              </p:val>
                                            </p:tav>
                                          </p:tavLst>
                                        </p:anim>
                                        <p:anim calcmode="lin" valueType="num" p14:bounceEnd="67000">
                                          <p:cBhvr additive="base">
                                            <p:cTn id="44" dur="10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2" grpId="0"/>
          <p:bldP spid="23" grpId="0"/>
          <p:bldP spid="16" grpId="0"/>
          <p:bldP spid="1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fill="hold"/>
                                            <p:tgtEl>
                                              <p:spTgt spid="14"/>
                                            </p:tgtEl>
                                            <p:attrNameLst>
                                              <p:attrName>ppt_x</p:attrName>
                                            </p:attrNameLst>
                                          </p:cBhvr>
                                          <p:tavLst>
                                            <p:tav tm="0">
                                              <p:val>
                                                <p:strVal val="#ppt_x"/>
                                              </p:val>
                                            </p:tav>
                                            <p:tav tm="100000">
                                              <p:val>
                                                <p:strVal val="#ppt_x"/>
                                              </p:val>
                                            </p:tav>
                                          </p:tavLst>
                                        </p:anim>
                                        <p:anim calcmode="lin" valueType="num">
                                          <p:cBhvr additive="base">
                                            <p:cTn id="8" dur="10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25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00" fill="hold"/>
                                            <p:tgtEl>
                                              <p:spTgt spid="2"/>
                                            </p:tgtEl>
                                            <p:attrNameLst>
                                              <p:attrName>ppt_x</p:attrName>
                                            </p:attrNameLst>
                                          </p:cBhvr>
                                          <p:tavLst>
                                            <p:tav tm="0">
                                              <p:val>
                                                <p:strVal val="#ppt_x"/>
                                              </p:val>
                                            </p:tav>
                                            <p:tav tm="100000">
                                              <p:val>
                                                <p:strVal val="#ppt_x"/>
                                              </p:val>
                                            </p:tav>
                                          </p:tavLst>
                                        </p:anim>
                                        <p:anim calcmode="lin" valueType="num">
                                          <p:cBhvr additive="base">
                                            <p:cTn id="12" dur="10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2" fill="hold" grpId="0" nodeType="withEffect">
                                      <p:stCondLst>
                                        <p:cond delay="50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1000" fill="hold"/>
                                            <p:tgtEl>
                                              <p:spTgt spid="22"/>
                                            </p:tgtEl>
                                            <p:attrNameLst>
                                              <p:attrName>ppt_x</p:attrName>
                                            </p:attrNameLst>
                                          </p:cBhvr>
                                          <p:tavLst>
                                            <p:tav tm="0">
                                              <p:val>
                                                <p:strVal val="1+#ppt_w/2"/>
                                              </p:val>
                                            </p:tav>
                                            <p:tav tm="100000">
                                              <p:val>
                                                <p:strVal val="#ppt_x"/>
                                              </p:val>
                                            </p:tav>
                                          </p:tavLst>
                                        </p:anim>
                                        <p:anim calcmode="lin" valueType="num">
                                          <p:cBhvr additive="base">
                                            <p:cTn id="16" dur="1000" fill="hold"/>
                                            <p:tgtEl>
                                              <p:spTgt spid="22"/>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50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1000" fill="hold"/>
                                            <p:tgtEl>
                                              <p:spTgt spid="23"/>
                                            </p:tgtEl>
                                            <p:attrNameLst>
                                              <p:attrName>ppt_x</p:attrName>
                                            </p:attrNameLst>
                                          </p:cBhvr>
                                          <p:tavLst>
                                            <p:tav tm="0">
                                              <p:val>
                                                <p:strVal val="1+#ppt_w/2"/>
                                              </p:val>
                                            </p:tav>
                                            <p:tav tm="100000">
                                              <p:val>
                                                <p:strVal val="#ppt_x"/>
                                              </p:val>
                                            </p:tav>
                                          </p:tavLst>
                                        </p:anim>
                                        <p:anim calcmode="lin" valueType="num">
                                          <p:cBhvr additive="base">
                                            <p:cTn id="20" dur="1000" fill="hold"/>
                                            <p:tgtEl>
                                              <p:spTgt spid="23"/>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50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1000" fill="hold"/>
                                            <p:tgtEl>
                                              <p:spTgt spid="24"/>
                                            </p:tgtEl>
                                            <p:attrNameLst>
                                              <p:attrName>ppt_x</p:attrName>
                                            </p:attrNameLst>
                                          </p:cBhvr>
                                          <p:tavLst>
                                            <p:tav tm="0">
                                              <p:val>
                                                <p:strVal val="1+#ppt_w/2"/>
                                              </p:val>
                                            </p:tav>
                                            <p:tav tm="100000">
                                              <p:val>
                                                <p:strVal val="#ppt_x"/>
                                              </p:val>
                                            </p:tav>
                                          </p:tavLst>
                                        </p:anim>
                                        <p:anim calcmode="lin" valueType="num">
                                          <p:cBhvr additive="base">
                                            <p:cTn id="24" dur="1000" fill="hold"/>
                                            <p:tgtEl>
                                              <p:spTgt spid="24"/>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50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1000" fill="hold"/>
                                            <p:tgtEl>
                                              <p:spTgt spid="18"/>
                                            </p:tgtEl>
                                            <p:attrNameLst>
                                              <p:attrName>ppt_x</p:attrName>
                                            </p:attrNameLst>
                                          </p:cBhvr>
                                          <p:tavLst>
                                            <p:tav tm="0">
                                              <p:val>
                                                <p:strVal val="1+#ppt_w/2"/>
                                              </p:val>
                                            </p:tav>
                                            <p:tav tm="100000">
                                              <p:val>
                                                <p:strVal val="#ppt_x"/>
                                              </p:val>
                                            </p:tav>
                                          </p:tavLst>
                                        </p:anim>
                                        <p:anim calcmode="lin" valueType="num">
                                          <p:cBhvr additive="base">
                                            <p:cTn id="28" dur="1000" fill="hold"/>
                                            <p:tgtEl>
                                              <p:spTgt spid="18"/>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75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1000" fill="hold"/>
                                            <p:tgtEl>
                                              <p:spTgt spid="17"/>
                                            </p:tgtEl>
                                            <p:attrNameLst>
                                              <p:attrName>ppt_x</p:attrName>
                                            </p:attrNameLst>
                                          </p:cBhvr>
                                          <p:tavLst>
                                            <p:tav tm="0">
                                              <p:val>
                                                <p:strVal val="0-#ppt_w/2"/>
                                              </p:val>
                                            </p:tav>
                                            <p:tav tm="100000">
                                              <p:val>
                                                <p:strVal val="#ppt_x"/>
                                              </p:val>
                                            </p:tav>
                                          </p:tavLst>
                                        </p:anim>
                                        <p:anim calcmode="lin" valueType="num">
                                          <p:cBhvr additive="base">
                                            <p:cTn id="32" dur="1000" fill="hold"/>
                                            <p:tgtEl>
                                              <p:spTgt spid="17"/>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75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1000" fill="hold"/>
                                            <p:tgtEl>
                                              <p:spTgt spid="19"/>
                                            </p:tgtEl>
                                            <p:attrNameLst>
                                              <p:attrName>ppt_x</p:attrName>
                                            </p:attrNameLst>
                                          </p:cBhvr>
                                          <p:tavLst>
                                            <p:tav tm="0">
                                              <p:val>
                                                <p:strVal val="0-#ppt_w/2"/>
                                              </p:val>
                                            </p:tav>
                                            <p:tav tm="100000">
                                              <p:val>
                                                <p:strVal val="#ppt_x"/>
                                              </p:val>
                                            </p:tav>
                                          </p:tavLst>
                                        </p:anim>
                                        <p:anim calcmode="lin" valueType="num">
                                          <p:cBhvr additive="base">
                                            <p:cTn id="36" dur="1000" fill="hold"/>
                                            <p:tgtEl>
                                              <p:spTgt spid="19"/>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stCondLst>
                                        <p:cond delay="75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1000" fill="hold"/>
                                            <p:tgtEl>
                                              <p:spTgt spid="21"/>
                                            </p:tgtEl>
                                            <p:attrNameLst>
                                              <p:attrName>ppt_x</p:attrName>
                                            </p:attrNameLst>
                                          </p:cBhvr>
                                          <p:tavLst>
                                            <p:tav tm="0">
                                              <p:val>
                                                <p:strVal val="0-#ppt_w/2"/>
                                              </p:val>
                                            </p:tav>
                                            <p:tav tm="100000">
                                              <p:val>
                                                <p:strVal val="#ppt_x"/>
                                              </p:val>
                                            </p:tav>
                                          </p:tavLst>
                                        </p:anim>
                                        <p:anim calcmode="lin" valueType="num">
                                          <p:cBhvr additive="base">
                                            <p:cTn id="40" dur="1000" fill="hold"/>
                                            <p:tgtEl>
                                              <p:spTgt spid="21"/>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75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1000" fill="hold"/>
                                            <p:tgtEl>
                                              <p:spTgt spid="16"/>
                                            </p:tgtEl>
                                            <p:attrNameLst>
                                              <p:attrName>ppt_x</p:attrName>
                                            </p:attrNameLst>
                                          </p:cBhvr>
                                          <p:tavLst>
                                            <p:tav tm="0">
                                              <p:val>
                                                <p:strVal val="0-#ppt_w/2"/>
                                              </p:val>
                                            </p:tav>
                                            <p:tav tm="100000">
                                              <p:val>
                                                <p:strVal val="#ppt_x"/>
                                              </p:val>
                                            </p:tav>
                                          </p:tavLst>
                                        </p:anim>
                                        <p:anim calcmode="lin" valueType="num">
                                          <p:cBhvr additive="base">
                                            <p:cTn id="44" dur="10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2" grpId="0"/>
          <p:bldP spid="23" grpId="0"/>
          <p:bldP spid="16" grpId="0"/>
          <p:bldP spid="18" grpId="0"/>
        </p:bld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67FBE16E-B8B3-481D-BB4F-49CA05E5C14A}"/>
              </a:ext>
            </a:extLst>
          </p:cNvPr>
          <p:cNvGraphicFramePr/>
          <p:nvPr>
            <p:extLst>
              <p:ext uri="{D42A27DB-BD31-4B8C-83A1-F6EECF244321}">
                <p14:modId xmlns:p14="http://schemas.microsoft.com/office/powerpoint/2010/main" val="1528722238"/>
              </p:ext>
            </p:extLst>
          </p:nvPr>
        </p:nvGraphicFramePr>
        <p:xfrm>
          <a:off x="1949145" y="1283876"/>
          <a:ext cx="81280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7" name="Freeform: Shape 6">
            <a:extLst>
              <a:ext uri="{FF2B5EF4-FFF2-40B4-BE49-F238E27FC236}">
                <a16:creationId xmlns:a16="http://schemas.microsoft.com/office/drawing/2014/main" id="{2F9E9940-FB24-413C-A284-FA84C6D40B40}"/>
              </a:ext>
            </a:extLst>
          </p:cNvPr>
          <p:cNvSpPr>
            <a:spLocks/>
          </p:cNvSpPr>
          <p:nvPr/>
        </p:nvSpPr>
        <p:spPr bwMode="auto">
          <a:xfrm>
            <a:off x="3529981" y="1361267"/>
            <a:ext cx="5355270" cy="5325513"/>
          </a:xfrm>
          <a:custGeom>
            <a:avLst/>
            <a:gdLst>
              <a:gd name="connsiteX0" fmla="*/ 0 w 4937760"/>
              <a:gd name="connsiteY0" fmla="*/ 0 h 4910323"/>
              <a:gd name="connsiteX1" fmla="*/ 4937760 w 4937760"/>
              <a:gd name="connsiteY1" fmla="*/ 0 h 4910323"/>
              <a:gd name="connsiteX2" fmla="*/ 4937760 w 4937760"/>
              <a:gd name="connsiteY2" fmla="*/ 4910323 h 4910323"/>
              <a:gd name="connsiteX3" fmla="*/ 0 w 4937760"/>
              <a:gd name="connsiteY3" fmla="*/ 4910323 h 4910323"/>
              <a:gd name="connsiteX4" fmla="*/ 0 w 4937760"/>
              <a:gd name="connsiteY4" fmla="*/ 0 h 4910323"/>
              <a:gd name="connsiteX5" fmla="*/ 2390177 w 4937760"/>
              <a:gd name="connsiteY5" fmla="*/ 84029 h 4910323"/>
              <a:gd name="connsiteX6" fmla="*/ 969091 w 4937760"/>
              <a:gd name="connsiteY6" fmla="*/ 770378 h 4910323"/>
              <a:gd name="connsiteX7" fmla="*/ 847864 w 4937760"/>
              <a:gd name="connsiteY7" fmla="*/ 1034419 h 4910323"/>
              <a:gd name="connsiteX8" fmla="*/ 670685 w 4937760"/>
              <a:gd name="connsiteY8" fmla="*/ 1929051 h 4910323"/>
              <a:gd name="connsiteX9" fmla="*/ 692444 w 4937760"/>
              <a:gd name="connsiteY9" fmla="*/ 1981859 h 4910323"/>
              <a:gd name="connsiteX10" fmla="*/ 832322 w 4937760"/>
              <a:gd name="connsiteY10" fmla="*/ 2183772 h 4910323"/>
              <a:gd name="connsiteX11" fmla="*/ 387822 w 4937760"/>
              <a:gd name="connsiteY11" fmla="*/ 2929299 h 4910323"/>
              <a:gd name="connsiteX12" fmla="*/ 356738 w 4937760"/>
              <a:gd name="connsiteY12" fmla="*/ 3025596 h 4910323"/>
              <a:gd name="connsiteX13" fmla="*/ 701769 w 4937760"/>
              <a:gd name="connsiteY13" fmla="*/ 3202659 h 4910323"/>
              <a:gd name="connsiteX14" fmla="*/ 673794 w 4937760"/>
              <a:gd name="connsiteY14" fmla="*/ 3438742 h 4910323"/>
              <a:gd name="connsiteX15" fmla="*/ 841647 w 4937760"/>
              <a:gd name="connsiteY15" fmla="*/ 3631337 h 4910323"/>
              <a:gd name="connsiteX16" fmla="*/ 832322 w 4937760"/>
              <a:gd name="connsiteY16" fmla="*/ 3842569 h 4910323"/>
              <a:gd name="connsiteX17" fmla="*/ 847864 w 4937760"/>
              <a:gd name="connsiteY17" fmla="*/ 3879846 h 4910323"/>
              <a:gd name="connsiteX18" fmla="*/ 801238 w 4937760"/>
              <a:gd name="connsiteY18" fmla="*/ 4212227 h 4910323"/>
              <a:gd name="connsiteX19" fmla="*/ 1255063 w 4937760"/>
              <a:gd name="connsiteY19" fmla="*/ 4426566 h 4910323"/>
              <a:gd name="connsiteX20" fmla="*/ 1839440 w 4937760"/>
              <a:gd name="connsiteY20" fmla="*/ 4355119 h 4910323"/>
              <a:gd name="connsiteX21" fmla="*/ 1702671 w 4937760"/>
              <a:gd name="connsiteY21" fmla="*/ 4827286 h 4910323"/>
              <a:gd name="connsiteX22" fmla="*/ 4316828 w 4937760"/>
              <a:gd name="connsiteY22" fmla="*/ 4827286 h 4910323"/>
              <a:gd name="connsiteX23" fmla="*/ 3564597 w 4937760"/>
              <a:gd name="connsiteY23" fmla="*/ 3879846 h 4910323"/>
              <a:gd name="connsiteX24" fmla="*/ 3555272 w 4937760"/>
              <a:gd name="connsiteY24" fmla="*/ 3743166 h 4910323"/>
              <a:gd name="connsiteX25" fmla="*/ 3999772 w 4937760"/>
              <a:gd name="connsiteY25" fmla="*/ 2929299 h 4910323"/>
              <a:gd name="connsiteX26" fmla="*/ 4335478 w 4937760"/>
              <a:gd name="connsiteY26" fmla="*/ 1981859 h 4910323"/>
              <a:gd name="connsiteX27" fmla="*/ 4351020 w 4937760"/>
              <a:gd name="connsiteY27" fmla="*/ 1720925 h 4910323"/>
              <a:gd name="connsiteX28" fmla="*/ 4148975 w 4937760"/>
              <a:gd name="connsiteY28" fmla="*/ 1034419 h 4910323"/>
              <a:gd name="connsiteX29" fmla="*/ 2883860 w 4937760"/>
              <a:gd name="connsiteY29" fmla="*/ 114935 h 4910323"/>
              <a:gd name="connsiteX30" fmla="*/ 2390177 w 4937760"/>
              <a:gd name="connsiteY30" fmla="*/ 84029 h 4910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937760" h="4910323">
                <a:moveTo>
                  <a:pt x="0" y="0"/>
                </a:moveTo>
                <a:lnTo>
                  <a:pt x="4937760" y="0"/>
                </a:lnTo>
                <a:lnTo>
                  <a:pt x="4937760" y="4910323"/>
                </a:lnTo>
                <a:lnTo>
                  <a:pt x="0" y="4910323"/>
                </a:lnTo>
                <a:lnTo>
                  <a:pt x="0" y="0"/>
                </a:lnTo>
                <a:close/>
                <a:moveTo>
                  <a:pt x="2390177" y="84029"/>
                </a:moveTo>
                <a:cubicBezTo>
                  <a:pt x="1715555" y="88604"/>
                  <a:pt x="1214071" y="308501"/>
                  <a:pt x="969091" y="770378"/>
                </a:cubicBezTo>
                <a:cubicBezTo>
                  <a:pt x="922465" y="860462"/>
                  <a:pt x="882056" y="947440"/>
                  <a:pt x="847864" y="1034419"/>
                </a:cubicBezTo>
                <a:cubicBezTo>
                  <a:pt x="661360" y="1484841"/>
                  <a:pt x="645818" y="1851392"/>
                  <a:pt x="670685" y="1929051"/>
                </a:cubicBezTo>
                <a:cubicBezTo>
                  <a:pt x="673794" y="1947689"/>
                  <a:pt x="683119" y="1966327"/>
                  <a:pt x="692444" y="1981859"/>
                </a:cubicBezTo>
                <a:cubicBezTo>
                  <a:pt x="742178" y="2078156"/>
                  <a:pt x="826105" y="2118539"/>
                  <a:pt x="832322" y="2183772"/>
                </a:cubicBezTo>
                <a:cubicBezTo>
                  <a:pt x="854081" y="2382580"/>
                  <a:pt x="499724" y="2742917"/>
                  <a:pt x="387822" y="2929299"/>
                </a:cubicBezTo>
                <a:cubicBezTo>
                  <a:pt x="362955" y="2969682"/>
                  <a:pt x="350521" y="3003852"/>
                  <a:pt x="356738" y="3025596"/>
                </a:cubicBezTo>
                <a:cubicBezTo>
                  <a:pt x="384713" y="3140532"/>
                  <a:pt x="701769" y="3202659"/>
                  <a:pt x="701769" y="3202659"/>
                </a:cubicBezTo>
                <a:cubicBezTo>
                  <a:pt x="701769" y="3202659"/>
                  <a:pt x="757720" y="3295850"/>
                  <a:pt x="673794" y="3438742"/>
                </a:cubicBezTo>
                <a:cubicBezTo>
                  <a:pt x="555675" y="3634443"/>
                  <a:pt x="819888" y="3631337"/>
                  <a:pt x="841647" y="3631337"/>
                </a:cubicBezTo>
                <a:cubicBezTo>
                  <a:pt x="819888" y="3631337"/>
                  <a:pt x="577434" y="3643762"/>
                  <a:pt x="832322" y="3842569"/>
                </a:cubicBezTo>
                <a:cubicBezTo>
                  <a:pt x="841647" y="3848782"/>
                  <a:pt x="847864" y="3861208"/>
                  <a:pt x="847864" y="3879846"/>
                </a:cubicBezTo>
                <a:cubicBezTo>
                  <a:pt x="854081" y="3957505"/>
                  <a:pt x="767046" y="4122142"/>
                  <a:pt x="801238" y="4212227"/>
                </a:cubicBezTo>
                <a:cubicBezTo>
                  <a:pt x="888273" y="4435885"/>
                  <a:pt x="1034367" y="4454523"/>
                  <a:pt x="1255063" y="4426566"/>
                </a:cubicBezTo>
                <a:cubicBezTo>
                  <a:pt x="1475759" y="4398608"/>
                  <a:pt x="1767947" y="4320949"/>
                  <a:pt x="1839440" y="4355119"/>
                </a:cubicBezTo>
                <a:cubicBezTo>
                  <a:pt x="1982426" y="4631585"/>
                  <a:pt x="1836332" y="4743414"/>
                  <a:pt x="1702671" y="4827286"/>
                </a:cubicBezTo>
                <a:cubicBezTo>
                  <a:pt x="4316828" y="4827286"/>
                  <a:pt x="4316828" y="4827286"/>
                  <a:pt x="4316828" y="4827286"/>
                </a:cubicBezTo>
                <a:cubicBezTo>
                  <a:pt x="4164517" y="4578777"/>
                  <a:pt x="3636090" y="4376864"/>
                  <a:pt x="3564597" y="3879846"/>
                </a:cubicBezTo>
                <a:cubicBezTo>
                  <a:pt x="3558380" y="3836357"/>
                  <a:pt x="3555272" y="3789761"/>
                  <a:pt x="3555272" y="3743166"/>
                </a:cubicBezTo>
                <a:cubicBezTo>
                  <a:pt x="3561489" y="3528827"/>
                  <a:pt x="3788401" y="3283424"/>
                  <a:pt x="3999772" y="2929299"/>
                </a:cubicBezTo>
                <a:cubicBezTo>
                  <a:pt x="4152083" y="2677684"/>
                  <a:pt x="4291961" y="2370154"/>
                  <a:pt x="4335478" y="1981859"/>
                </a:cubicBezTo>
                <a:cubicBezTo>
                  <a:pt x="4344803" y="1897987"/>
                  <a:pt x="4351020" y="1811009"/>
                  <a:pt x="4351020" y="1720925"/>
                </a:cubicBezTo>
                <a:cubicBezTo>
                  <a:pt x="4351020" y="1522117"/>
                  <a:pt x="4279527" y="1273608"/>
                  <a:pt x="4148975" y="1034419"/>
                </a:cubicBezTo>
                <a:cubicBezTo>
                  <a:pt x="3909629" y="599528"/>
                  <a:pt x="3474454" y="189488"/>
                  <a:pt x="2883860" y="114935"/>
                </a:cubicBezTo>
                <a:cubicBezTo>
                  <a:pt x="2710762" y="93385"/>
                  <a:pt x="2545859" y="82974"/>
                  <a:pt x="2390177" y="84029"/>
                </a:cubicBez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p>
            <a:endParaRPr lang="ru-UA"/>
          </a:p>
        </p:txBody>
      </p:sp>
      <p:sp>
        <p:nvSpPr>
          <p:cNvPr id="15" name="Text Placeholder 33">
            <a:extLst>
              <a:ext uri="{FF2B5EF4-FFF2-40B4-BE49-F238E27FC236}">
                <a16:creationId xmlns:a16="http://schemas.microsoft.com/office/drawing/2014/main" id="{D579440E-1D34-4C7A-908F-FC82797B5A24}"/>
              </a:ext>
            </a:extLst>
          </p:cNvPr>
          <p:cNvSpPr txBox="1">
            <a:spLocks/>
          </p:cNvSpPr>
          <p:nvPr/>
        </p:nvSpPr>
        <p:spPr>
          <a:xfrm>
            <a:off x="1963420" y="5294877"/>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21" name="TextBox 20">
            <a:extLst>
              <a:ext uri="{FF2B5EF4-FFF2-40B4-BE49-F238E27FC236}">
                <a16:creationId xmlns:a16="http://schemas.microsoft.com/office/drawing/2014/main" id="{212DE222-2355-481A-ADED-96CD7BD87C00}"/>
              </a:ext>
            </a:extLst>
          </p:cNvPr>
          <p:cNvSpPr txBox="1"/>
          <p:nvPr/>
        </p:nvSpPr>
        <p:spPr>
          <a:xfrm>
            <a:off x="1363346" y="5294877"/>
            <a:ext cx="732154" cy="665188"/>
          </a:xfrm>
          <a:prstGeom prst="rect">
            <a:avLst/>
          </a:prstGeom>
          <a:noFill/>
        </p:spPr>
        <p:txBody>
          <a:bodyPr wrap="square" rtlCol="0">
            <a:spAutoFit/>
          </a:bodyPr>
          <a:lstStyle/>
          <a:p>
            <a:r>
              <a:rPr lang="en-US" sz="3600">
                <a:solidFill>
                  <a:schemeClr val="accent1"/>
                </a:solidFill>
                <a:latin typeface="Montserrat SemiBold" panose="00000700000000000000" pitchFamily="50" charset="-52"/>
              </a:rPr>
              <a:t>01</a:t>
            </a:r>
            <a:endParaRPr lang="ru-UA" sz="3600">
              <a:solidFill>
                <a:schemeClr val="accent1"/>
              </a:solidFill>
              <a:latin typeface="Montserrat SemiBold" panose="00000700000000000000" pitchFamily="50" charset="-52"/>
            </a:endParaRPr>
          </a:p>
        </p:txBody>
      </p:sp>
      <p:sp>
        <p:nvSpPr>
          <p:cNvPr id="22" name="Text Placeholder 33">
            <a:extLst>
              <a:ext uri="{FF2B5EF4-FFF2-40B4-BE49-F238E27FC236}">
                <a16:creationId xmlns:a16="http://schemas.microsoft.com/office/drawing/2014/main" id="{8059FCCD-2363-400A-8DAE-78AC769C2D73}"/>
              </a:ext>
            </a:extLst>
          </p:cNvPr>
          <p:cNvSpPr txBox="1">
            <a:spLocks/>
          </p:cNvSpPr>
          <p:nvPr/>
        </p:nvSpPr>
        <p:spPr>
          <a:xfrm>
            <a:off x="1963420" y="3657365"/>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24" name="TextBox 23">
            <a:extLst>
              <a:ext uri="{FF2B5EF4-FFF2-40B4-BE49-F238E27FC236}">
                <a16:creationId xmlns:a16="http://schemas.microsoft.com/office/drawing/2014/main" id="{5BCA0792-3C57-4F55-A716-83C6B11D775E}"/>
              </a:ext>
            </a:extLst>
          </p:cNvPr>
          <p:cNvSpPr txBox="1"/>
          <p:nvPr/>
        </p:nvSpPr>
        <p:spPr>
          <a:xfrm>
            <a:off x="1284289" y="3657365"/>
            <a:ext cx="785494" cy="646331"/>
          </a:xfrm>
          <a:prstGeom prst="rect">
            <a:avLst/>
          </a:prstGeom>
          <a:noFill/>
        </p:spPr>
        <p:txBody>
          <a:bodyPr wrap="square" rtlCol="0">
            <a:spAutoFit/>
          </a:bodyPr>
          <a:lstStyle/>
          <a:p>
            <a:r>
              <a:rPr lang="ru-RU" sz="3600">
                <a:solidFill>
                  <a:schemeClr val="accent2"/>
                </a:solidFill>
                <a:latin typeface="Montserrat SemiBold" panose="00000700000000000000" pitchFamily="50" charset="-52"/>
              </a:rPr>
              <a:t>02</a:t>
            </a:r>
            <a:endParaRPr lang="ru-UA" sz="3600">
              <a:solidFill>
                <a:schemeClr val="accent2"/>
              </a:solidFill>
              <a:latin typeface="Montserrat SemiBold" panose="00000700000000000000" pitchFamily="50" charset="-52"/>
            </a:endParaRPr>
          </a:p>
        </p:txBody>
      </p:sp>
      <p:sp>
        <p:nvSpPr>
          <p:cNvPr id="29" name="Text Placeholder 33">
            <a:extLst>
              <a:ext uri="{FF2B5EF4-FFF2-40B4-BE49-F238E27FC236}">
                <a16:creationId xmlns:a16="http://schemas.microsoft.com/office/drawing/2014/main" id="{99D94277-73DB-47EB-9752-C45F0DF88D07}"/>
              </a:ext>
            </a:extLst>
          </p:cNvPr>
          <p:cNvSpPr txBox="1">
            <a:spLocks/>
          </p:cNvSpPr>
          <p:nvPr/>
        </p:nvSpPr>
        <p:spPr>
          <a:xfrm>
            <a:off x="1963420" y="2019853"/>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30" name="TextBox 29">
            <a:extLst>
              <a:ext uri="{FF2B5EF4-FFF2-40B4-BE49-F238E27FC236}">
                <a16:creationId xmlns:a16="http://schemas.microsoft.com/office/drawing/2014/main" id="{65FED4AA-DBD9-40C7-B97B-4B5EC91AAD67}"/>
              </a:ext>
            </a:extLst>
          </p:cNvPr>
          <p:cNvSpPr txBox="1"/>
          <p:nvPr/>
        </p:nvSpPr>
        <p:spPr>
          <a:xfrm>
            <a:off x="1284289" y="2019853"/>
            <a:ext cx="785494" cy="646331"/>
          </a:xfrm>
          <a:prstGeom prst="rect">
            <a:avLst/>
          </a:prstGeom>
          <a:noFill/>
        </p:spPr>
        <p:txBody>
          <a:bodyPr wrap="square" rtlCol="0">
            <a:spAutoFit/>
          </a:bodyPr>
          <a:lstStyle/>
          <a:p>
            <a:r>
              <a:rPr lang="ru-RU" sz="3600">
                <a:solidFill>
                  <a:schemeClr val="accent3"/>
                </a:solidFill>
                <a:latin typeface="Montserrat SemiBold" panose="00000700000000000000" pitchFamily="50" charset="-52"/>
              </a:rPr>
              <a:t>03</a:t>
            </a:r>
            <a:endParaRPr lang="ru-UA" sz="3600">
              <a:solidFill>
                <a:schemeClr val="accent3"/>
              </a:solidFill>
              <a:latin typeface="Montserrat SemiBold" panose="00000700000000000000" pitchFamily="50" charset="-52"/>
            </a:endParaRPr>
          </a:p>
        </p:txBody>
      </p:sp>
      <p:sp>
        <p:nvSpPr>
          <p:cNvPr id="32" name="Text Placeholder 33">
            <a:extLst>
              <a:ext uri="{FF2B5EF4-FFF2-40B4-BE49-F238E27FC236}">
                <a16:creationId xmlns:a16="http://schemas.microsoft.com/office/drawing/2014/main" id="{D02B9E77-E41D-4AD3-A1C9-29A32590A31A}"/>
              </a:ext>
            </a:extLst>
          </p:cNvPr>
          <p:cNvSpPr txBox="1">
            <a:spLocks/>
          </p:cNvSpPr>
          <p:nvPr/>
        </p:nvSpPr>
        <p:spPr>
          <a:xfrm>
            <a:off x="9491052" y="4620037"/>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35" name="TextBox 34">
            <a:extLst>
              <a:ext uri="{FF2B5EF4-FFF2-40B4-BE49-F238E27FC236}">
                <a16:creationId xmlns:a16="http://schemas.microsoft.com/office/drawing/2014/main" id="{631488DA-AE1E-440A-87E3-A604D16DD680}"/>
              </a:ext>
            </a:extLst>
          </p:cNvPr>
          <p:cNvSpPr txBox="1"/>
          <p:nvPr/>
        </p:nvSpPr>
        <p:spPr>
          <a:xfrm>
            <a:off x="8781436" y="4620037"/>
            <a:ext cx="884554" cy="646331"/>
          </a:xfrm>
          <a:prstGeom prst="rect">
            <a:avLst/>
          </a:prstGeom>
          <a:noFill/>
        </p:spPr>
        <p:txBody>
          <a:bodyPr wrap="square" rtlCol="0">
            <a:spAutoFit/>
          </a:bodyPr>
          <a:lstStyle/>
          <a:p>
            <a:r>
              <a:rPr lang="en-US" sz="3600">
                <a:solidFill>
                  <a:schemeClr val="accent4"/>
                </a:solidFill>
                <a:latin typeface="Montserrat SemiBold" panose="00000700000000000000" pitchFamily="50" charset="-52"/>
              </a:rPr>
              <a:t>0</a:t>
            </a:r>
            <a:r>
              <a:rPr lang="ru-RU" sz="3600">
                <a:solidFill>
                  <a:schemeClr val="accent4"/>
                </a:solidFill>
                <a:latin typeface="Montserrat SemiBold" panose="00000700000000000000" pitchFamily="50" charset="-52"/>
              </a:rPr>
              <a:t>4</a:t>
            </a:r>
            <a:endParaRPr lang="ru-UA" sz="3600">
              <a:solidFill>
                <a:schemeClr val="accent4"/>
              </a:solidFill>
              <a:latin typeface="Montserrat SemiBold" panose="00000700000000000000" pitchFamily="50" charset="-52"/>
            </a:endParaRPr>
          </a:p>
        </p:txBody>
      </p:sp>
      <p:sp>
        <p:nvSpPr>
          <p:cNvPr id="36" name="Text Placeholder 33">
            <a:extLst>
              <a:ext uri="{FF2B5EF4-FFF2-40B4-BE49-F238E27FC236}">
                <a16:creationId xmlns:a16="http://schemas.microsoft.com/office/drawing/2014/main" id="{C20B6406-B602-4140-97C3-AC985E22CAD2}"/>
              </a:ext>
            </a:extLst>
          </p:cNvPr>
          <p:cNvSpPr txBox="1">
            <a:spLocks/>
          </p:cNvSpPr>
          <p:nvPr/>
        </p:nvSpPr>
        <p:spPr>
          <a:xfrm>
            <a:off x="9491052" y="2446637"/>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37" name="TextBox 36">
            <a:extLst>
              <a:ext uri="{FF2B5EF4-FFF2-40B4-BE49-F238E27FC236}">
                <a16:creationId xmlns:a16="http://schemas.microsoft.com/office/drawing/2014/main" id="{C71A251C-E524-42F4-BBBD-0072C5D7F052}"/>
              </a:ext>
            </a:extLst>
          </p:cNvPr>
          <p:cNvSpPr txBox="1"/>
          <p:nvPr/>
        </p:nvSpPr>
        <p:spPr>
          <a:xfrm>
            <a:off x="8807862" y="2446637"/>
            <a:ext cx="785494" cy="646331"/>
          </a:xfrm>
          <a:prstGeom prst="rect">
            <a:avLst/>
          </a:prstGeom>
          <a:noFill/>
        </p:spPr>
        <p:txBody>
          <a:bodyPr wrap="square" rtlCol="0">
            <a:spAutoFit/>
          </a:bodyPr>
          <a:lstStyle/>
          <a:p>
            <a:r>
              <a:rPr lang="ru-RU" sz="3600">
                <a:solidFill>
                  <a:schemeClr val="accent5"/>
                </a:solidFill>
                <a:latin typeface="Montserrat SemiBold" panose="00000700000000000000" pitchFamily="50" charset="-52"/>
              </a:rPr>
              <a:t>05</a:t>
            </a:r>
            <a:endParaRPr lang="ru-UA" sz="3600">
              <a:solidFill>
                <a:schemeClr val="accent5"/>
              </a:solidFill>
              <a:latin typeface="Montserrat SemiBold" panose="00000700000000000000" pitchFamily="50" charset="-52"/>
            </a:endParaRPr>
          </a:p>
        </p:txBody>
      </p:sp>
      <p:sp>
        <p:nvSpPr>
          <p:cNvPr id="39" name="TextBox 38">
            <a:extLst>
              <a:ext uri="{FF2B5EF4-FFF2-40B4-BE49-F238E27FC236}">
                <a16:creationId xmlns:a16="http://schemas.microsoft.com/office/drawing/2014/main" id="{E299051D-43B5-432A-A94B-43279529C87A}"/>
              </a:ext>
            </a:extLst>
          </p:cNvPr>
          <p:cNvSpPr txBox="1"/>
          <p:nvPr/>
        </p:nvSpPr>
        <p:spPr>
          <a:xfrm>
            <a:off x="3501385" y="362797"/>
            <a:ext cx="5189242" cy="461665"/>
          </a:xfrm>
          <a:prstGeom prst="rect">
            <a:avLst/>
          </a:prstGeom>
          <a:noFill/>
        </p:spPr>
        <p:txBody>
          <a:bodyPr wrap="none" rtlCol="0">
            <a:spAutoFit/>
          </a:bodyPr>
          <a:lstStyle/>
          <a:p>
            <a:pPr algn="ctr"/>
            <a:r>
              <a:rPr lang="en-US" sz="2400">
                <a:latin typeface="Montserrat SemiBold" panose="00000700000000000000" pitchFamily="50" charset="-52"/>
              </a:rPr>
              <a:t>EDITABLE HEAD INFOGRAPHIC</a:t>
            </a:r>
            <a:endParaRPr lang="ru-UA" sz="2400">
              <a:latin typeface="Montserrat SemiBold" panose="00000700000000000000" pitchFamily="50" charset="-52"/>
            </a:endParaRPr>
          </a:p>
        </p:txBody>
      </p:sp>
      <p:sp>
        <p:nvSpPr>
          <p:cNvPr id="41" name="TextBox 40">
            <a:extLst>
              <a:ext uri="{FF2B5EF4-FFF2-40B4-BE49-F238E27FC236}">
                <a16:creationId xmlns:a16="http://schemas.microsoft.com/office/drawing/2014/main" id="{CC9B71C8-C697-4FDD-9299-126D165921CF}"/>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3368215973"/>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graphicEl>
                                                  <a:chart seriesIdx="-3" categoryIdx="-3" bldStep="gridLegend"/>
                                                </p:graphicEl>
                                              </p:spTgt>
                                            </p:tgtEl>
                                            <p:attrNameLst>
                                              <p:attrName>style.visibility</p:attrName>
                                            </p:attrNameLst>
                                          </p:cBhvr>
                                          <p:to>
                                            <p:strVal val="visible"/>
                                          </p:to>
                                        </p:set>
                                        <p:animEffect transition="in" filter="wipe(left)">
                                          <p:cBhvr>
                                            <p:cTn id="7" dur="500"/>
                                            <p:tgtEl>
                                              <p:spTgt spid="4">
                                                <p:graphicEl>
                                                  <a:chart seriesIdx="-3" categoryIdx="-3" bldStep="gridLegend"/>
                                                </p:graphicEl>
                                              </p:spTgt>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4">
                                                <p:graphicEl>
                                                  <a:chart seriesIdx="0" categoryIdx="0" bldStep="ptInSeries"/>
                                                </p:graphicEl>
                                              </p:spTgt>
                                            </p:tgtEl>
                                            <p:attrNameLst>
                                              <p:attrName>style.visibility</p:attrName>
                                            </p:attrNameLst>
                                          </p:cBhvr>
                                          <p:to>
                                            <p:strVal val="visible"/>
                                          </p:to>
                                        </p:set>
                                        <p:animEffect transition="in" filter="wipe(left)">
                                          <p:cBhvr>
                                            <p:cTn id="10" dur="500"/>
                                            <p:tgtEl>
                                              <p:spTgt spid="4">
                                                <p:graphicEl>
                                                  <a:chart seriesIdx="0" categoryIdx="0" bldStep="ptInSeries"/>
                                                </p:graphicEl>
                                              </p:spTgt>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4">
                                                <p:graphicEl>
                                                  <a:chart seriesIdx="1" categoryIdx="0" bldStep="ptInSeries"/>
                                                </p:graphicEl>
                                              </p:spTgt>
                                            </p:tgtEl>
                                            <p:attrNameLst>
                                              <p:attrName>style.visibility</p:attrName>
                                            </p:attrNameLst>
                                          </p:cBhvr>
                                          <p:to>
                                            <p:strVal val="visible"/>
                                          </p:to>
                                        </p:set>
                                        <p:animEffect transition="in" filter="wipe(left)">
                                          <p:cBhvr>
                                            <p:cTn id="13" dur="500"/>
                                            <p:tgtEl>
                                              <p:spTgt spid="4">
                                                <p:graphicEl>
                                                  <a:chart seriesIdx="1" categoryIdx="0" bldStep="ptInSeries"/>
                                                </p:graphicEl>
                                              </p:spTgt>
                                            </p:tgtEl>
                                          </p:cBhvr>
                                        </p:animEffect>
                                      </p:childTnLst>
                                    </p:cTn>
                                  </p:par>
                                  <p:par>
                                    <p:cTn id="14" presetID="22" presetClass="entr" presetSubtype="8" fill="hold" grpId="0" nodeType="withEffect">
                                      <p:stCondLst>
                                        <p:cond delay="750"/>
                                      </p:stCondLst>
                                      <p:childTnLst>
                                        <p:set>
                                          <p:cBhvr>
                                            <p:cTn id="15" dur="1" fill="hold">
                                              <p:stCondLst>
                                                <p:cond delay="0"/>
                                              </p:stCondLst>
                                            </p:cTn>
                                            <p:tgtEl>
                                              <p:spTgt spid="4">
                                                <p:graphicEl>
                                                  <a:chart seriesIdx="2" categoryIdx="0" bldStep="ptInSeries"/>
                                                </p:graphicEl>
                                              </p:spTgt>
                                            </p:tgtEl>
                                            <p:attrNameLst>
                                              <p:attrName>style.visibility</p:attrName>
                                            </p:attrNameLst>
                                          </p:cBhvr>
                                          <p:to>
                                            <p:strVal val="visible"/>
                                          </p:to>
                                        </p:set>
                                        <p:animEffect transition="in" filter="wipe(left)">
                                          <p:cBhvr>
                                            <p:cTn id="16" dur="500"/>
                                            <p:tgtEl>
                                              <p:spTgt spid="4">
                                                <p:graphicEl>
                                                  <a:chart seriesIdx="2" categoryIdx="0" bldStep="ptInSeries"/>
                                                </p:graphicEl>
                                              </p:spTgt>
                                            </p:tgtEl>
                                          </p:cBhvr>
                                        </p:animEffect>
                                      </p:childTnLst>
                                    </p:cTn>
                                  </p:par>
                                  <p:par>
                                    <p:cTn id="17" presetID="22" presetClass="entr" presetSubtype="8" fill="hold" grpId="0" nodeType="withEffect">
                                      <p:stCondLst>
                                        <p:cond delay="1000"/>
                                      </p:stCondLst>
                                      <p:childTnLst>
                                        <p:set>
                                          <p:cBhvr>
                                            <p:cTn id="18" dur="1" fill="hold">
                                              <p:stCondLst>
                                                <p:cond delay="0"/>
                                              </p:stCondLst>
                                            </p:cTn>
                                            <p:tgtEl>
                                              <p:spTgt spid="4">
                                                <p:graphicEl>
                                                  <a:chart seriesIdx="3" categoryIdx="0" bldStep="ptInSeries"/>
                                                </p:graphicEl>
                                              </p:spTgt>
                                            </p:tgtEl>
                                            <p:attrNameLst>
                                              <p:attrName>style.visibility</p:attrName>
                                            </p:attrNameLst>
                                          </p:cBhvr>
                                          <p:to>
                                            <p:strVal val="visible"/>
                                          </p:to>
                                        </p:set>
                                        <p:animEffect transition="in" filter="wipe(left)">
                                          <p:cBhvr>
                                            <p:cTn id="19" dur="500"/>
                                            <p:tgtEl>
                                              <p:spTgt spid="4">
                                                <p:graphicEl>
                                                  <a:chart seriesIdx="3" categoryIdx="0" bldStep="ptInSeries"/>
                                                </p:graphicEl>
                                              </p:spTgt>
                                            </p:tgtEl>
                                          </p:cBhvr>
                                        </p:animEffect>
                                      </p:childTnLst>
                                    </p:cTn>
                                  </p:par>
                                  <p:par>
                                    <p:cTn id="20" presetID="22" presetClass="entr" presetSubtype="8" fill="hold" grpId="0" nodeType="withEffect">
                                      <p:stCondLst>
                                        <p:cond delay="1250"/>
                                      </p:stCondLst>
                                      <p:childTnLst>
                                        <p:set>
                                          <p:cBhvr>
                                            <p:cTn id="21" dur="1" fill="hold">
                                              <p:stCondLst>
                                                <p:cond delay="0"/>
                                              </p:stCondLst>
                                            </p:cTn>
                                            <p:tgtEl>
                                              <p:spTgt spid="4">
                                                <p:graphicEl>
                                                  <a:chart seriesIdx="4" categoryIdx="0" bldStep="ptInSeries"/>
                                                </p:graphicEl>
                                              </p:spTgt>
                                            </p:tgtEl>
                                            <p:attrNameLst>
                                              <p:attrName>style.visibility</p:attrName>
                                            </p:attrNameLst>
                                          </p:cBhvr>
                                          <p:to>
                                            <p:strVal val="visible"/>
                                          </p:to>
                                        </p:set>
                                        <p:animEffect transition="in" filter="wipe(left)">
                                          <p:cBhvr>
                                            <p:cTn id="22" dur="500"/>
                                            <p:tgtEl>
                                              <p:spTgt spid="4">
                                                <p:graphicEl>
                                                  <a:chart seriesIdx="4" categoryIdx="0" bldStep="ptInSeries"/>
                                                </p:graphicEl>
                                              </p:spTgt>
                                            </p:tgtEl>
                                          </p:cBhvr>
                                        </p:animEffect>
                                      </p:childTnLst>
                                    </p:cTn>
                                  </p:par>
                                  <p:par>
                                    <p:cTn id="23" presetID="2" presetClass="entr" presetSubtype="8" fill="hold" grpId="0" nodeType="withEffect" p14:presetBounceEnd="67000">
                                      <p:stCondLst>
                                        <p:cond delay="250"/>
                                      </p:stCondLst>
                                      <p:childTnLst>
                                        <p:set>
                                          <p:cBhvr>
                                            <p:cTn id="24" dur="1" fill="hold">
                                              <p:stCondLst>
                                                <p:cond delay="0"/>
                                              </p:stCondLst>
                                            </p:cTn>
                                            <p:tgtEl>
                                              <p:spTgt spid="15"/>
                                            </p:tgtEl>
                                            <p:attrNameLst>
                                              <p:attrName>style.visibility</p:attrName>
                                            </p:attrNameLst>
                                          </p:cBhvr>
                                          <p:to>
                                            <p:strVal val="visible"/>
                                          </p:to>
                                        </p:set>
                                        <p:anim calcmode="lin" valueType="num" p14:bounceEnd="67000">
                                          <p:cBhvr additive="base">
                                            <p:cTn id="25" dur="1000" fill="hold"/>
                                            <p:tgtEl>
                                              <p:spTgt spid="15"/>
                                            </p:tgtEl>
                                            <p:attrNameLst>
                                              <p:attrName>ppt_x</p:attrName>
                                            </p:attrNameLst>
                                          </p:cBhvr>
                                          <p:tavLst>
                                            <p:tav tm="0">
                                              <p:val>
                                                <p:strVal val="0-#ppt_w/2"/>
                                              </p:val>
                                            </p:tav>
                                            <p:tav tm="100000">
                                              <p:val>
                                                <p:strVal val="#ppt_x"/>
                                              </p:val>
                                            </p:tav>
                                          </p:tavLst>
                                        </p:anim>
                                        <p:anim calcmode="lin" valueType="num" p14:bounceEnd="67000">
                                          <p:cBhvr additive="base">
                                            <p:cTn id="26" dur="1000" fill="hold"/>
                                            <p:tgtEl>
                                              <p:spTgt spid="15"/>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14:presetBounceEnd="67000">
                                      <p:stCondLst>
                                        <p:cond delay="250"/>
                                      </p:stCondLst>
                                      <p:childTnLst>
                                        <p:set>
                                          <p:cBhvr>
                                            <p:cTn id="28" dur="1" fill="hold">
                                              <p:stCondLst>
                                                <p:cond delay="0"/>
                                              </p:stCondLst>
                                            </p:cTn>
                                            <p:tgtEl>
                                              <p:spTgt spid="21"/>
                                            </p:tgtEl>
                                            <p:attrNameLst>
                                              <p:attrName>style.visibility</p:attrName>
                                            </p:attrNameLst>
                                          </p:cBhvr>
                                          <p:to>
                                            <p:strVal val="visible"/>
                                          </p:to>
                                        </p:set>
                                        <p:anim calcmode="lin" valueType="num" p14:bounceEnd="67000">
                                          <p:cBhvr additive="base">
                                            <p:cTn id="29" dur="1000" fill="hold"/>
                                            <p:tgtEl>
                                              <p:spTgt spid="21"/>
                                            </p:tgtEl>
                                            <p:attrNameLst>
                                              <p:attrName>ppt_x</p:attrName>
                                            </p:attrNameLst>
                                          </p:cBhvr>
                                          <p:tavLst>
                                            <p:tav tm="0">
                                              <p:val>
                                                <p:strVal val="0-#ppt_w/2"/>
                                              </p:val>
                                            </p:tav>
                                            <p:tav tm="100000">
                                              <p:val>
                                                <p:strVal val="#ppt_x"/>
                                              </p:val>
                                            </p:tav>
                                          </p:tavLst>
                                        </p:anim>
                                        <p:anim calcmode="lin" valueType="num" p14:bounceEnd="67000">
                                          <p:cBhvr additive="base">
                                            <p:cTn id="30" dur="1000" fill="hold"/>
                                            <p:tgtEl>
                                              <p:spTgt spid="21"/>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14:presetBounceEnd="67000">
                                      <p:stCondLst>
                                        <p:cond delay="500"/>
                                      </p:stCondLst>
                                      <p:childTnLst>
                                        <p:set>
                                          <p:cBhvr>
                                            <p:cTn id="32" dur="1" fill="hold">
                                              <p:stCondLst>
                                                <p:cond delay="0"/>
                                              </p:stCondLst>
                                            </p:cTn>
                                            <p:tgtEl>
                                              <p:spTgt spid="22"/>
                                            </p:tgtEl>
                                            <p:attrNameLst>
                                              <p:attrName>style.visibility</p:attrName>
                                            </p:attrNameLst>
                                          </p:cBhvr>
                                          <p:to>
                                            <p:strVal val="visible"/>
                                          </p:to>
                                        </p:set>
                                        <p:anim calcmode="lin" valueType="num" p14:bounceEnd="67000">
                                          <p:cBhvr additive="base">
                                            <p:cTn id="33" dur="1000" fill="hold"/>
                                            <p:tgtEl>
                                              <p:spTgt spid="22"/>
                                            </p:tgtEl>
                                            <p:attrNameLst>
                                              <p:attrName>ppt_x</p:attrName>
                                            </p:attrNameLst>
                                          </p:cBhvr>
                                          <p:tavLst>
                                            <p:tav tm="0">
                                              <p:val>
                                                <p:strVal val="0-#ppt_w/2"/>
                                              </p:val>
                                            </p:tav>
                                            <p:tav tm="100000">
                                              <p:val>
                                                <p:strVal val="#ppt_x"/>
                                              </p:val>
                                            </p:tav>
                                          </p:tavLst>
                                        </p:anim>
                                        <p:anim calcmode="lin" valueType="num" p14:bounceEnd="67000">
                                          <p:cBhvr additive="base">
                                            <p:cTn id="34" dur="1000" fill="hold"/>
                                            <p:tgtEl>
                                              <p:spTgt spid="22"/>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14:presetBounceEnd="67000">
                                      <p:stCondLst>
                                        <p:cond delay="500"/>
                                      </p:stCondLst>
                                      <p:childTnLst>
                                        <p:set>
                                          <p:cBhvr>
                                            <p:cTn id="36" dur="1" fill="hold">
                                              <p:stCondLst>
                                                <p:cond delay="0"/>
                                              </p:stCondLst>
                                            </p:cTn>
                                            <p:tgtEl>
                                              <p:spTgt spid="24"/>
                                            </p:tgtEl>
                                            <p:attrNameLst>
                                              <p:attrName>style.visibility</p:attrName>
                                            </p:attrNameLst>
                                          </p:cBhvr>
                                          <p:to>
                                            <p:strVal val="visible"/>
                                          </p:to>
                                        </p:set>
                                        <p:anim calcmode="lin" valueType="num" p14:bounceEnd="67000">
                                          <p:cBhvr additive="base">
                                            <p:cTn id="37" dur="1000" fill="hold"/>
                                            <p:tgtEl>
                                              <p:spTgt spid="24"/>
                                            </p:tgtEl>
                                            <p:attrNameLst>
                                              <p:attrName>ppt_x</p:attrName>
                                            </p:attrNameLst>
                                          </p:cBhvr>
                                          <p:tavLst>
                                            <p:tav tm="0">
                                              <p:val>
                                                <p:strVal val="0-#ppt_w/2"/>
                                              </p:val>
                                            </p:tav>
                                            <p:tav tm="100000">
                                              <p:val>
                                                <p:strVal val="#ppt_x"/>
                                              </p:val>
                                            </p:tav>
                                          </p:tavLst>
                                        </p:anim>
                                        <p:anim calcmode="lin" valueType="num" p14:bounceEnd="67000">
                                          <p:cBhvr additive="base">
                                            <p:cTn id="38" dur="1000" fill="hold"/>
                                            <p:tgtEl>
                                              <p:spTgt spid="24"/>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14:presetBounceEnd="67000">
                                      <p:stCondLst>
                                        <p:cond delay="750"/>
                                      </p:stCondLst>
                                      <p:childTnLst>
                                        <p:set>
                                          <p:cBhvr>
                                            <p:cTn id="40" dur="1" fill="hold">
                                              <p:stCondLst>
                                                <p:cond delay="0"/>
                                              </p:stCondLst>
                                            </p:cTn>
                                            <p:tgtEl>
                                              <p:spTgt spid="29"/>
                                            </p:tgtEl>
                                            <p:attrNameLst>
                                              <p:attrName>style.visibility</p:attrName>
                                            </p:attrNameLst>
                                          </p:cBhvr>
                                          <p:to>
                                            <p:strVal val="visible"/>
                                          </p:to>
                                        </p:set>
                                        <p:anim calcmode="lin" valueType="num" p14:bounceEnd="67000">
                                          <p:cBhvr additive="base">
                                            <p:cTn id="41" dur="1000" fill="hold"/>
                                            <p:tgtEl>
                                              <p:spTgt spid="29"/>
                                            </p:tgtEl>
                                            <p:attrNameLst>
                                              <p:attrName>ppt_x</p:attrName>
                                            </p:attrNameLst>
                                          </p:cBhvr>
                                          <p:tavLst>
                                            <p:tav tm="0">
                                              <p:val>
                                                <p:strVal val="0-#ppt_w/2"/>
                                              </p:val>
                                            </p:tav>
                                            <p:tav tm="100000">
                                              <p:val>
                                                <p:strVal val="#ppt_x"/>
                                              </p:val>
                                            </p:tav>
                                          </p:tavLst>
                                        </p:anim>
                                        <p:anim calcmode="lin" valueType="num" p14:bounceEnd="67000">
                                          <p:cBhvr additive="base">
                                            <p:cTn id="42" dur="1000" fill="hold"/>
                                            <p:tgtEl>
                                              <p:spTgt spid="29"/>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14:presetBounceEnd="67000">
                                      <p:stCondLst>
                                        <p:cond delay="750"/>
                                      </p:stCondLst>
                                      <p:childTnLst>
                                        <p:set>
                                          <p:cBhvr>
                                            <p:cTn id="44" dur="1" fill="hold">
                                              <p:stCondLst>
                                                <p:cond delay="0"/>
                                              </p:stCondLst>
                                            </p:cTn>
                                            <p:tgtEl>
                                              <p:spTgt spid="30"/>
                                            </p:tgtEl>
                                            <p:attrNameLst>
                                              <p:attrName>style.visibility</p:attrName>
                                            </p:attrNameLst>
                                          </p:cBhvr>
                                          <p:to>
                                            <p:strVal val="visible"/>
                                          </p:to>
                                        </p:set>
                                        <p:anim calcmode="lin" valueType="num" p14:bounceEnd="67000">
                                          <p:cBhvr additive="base">
                                            <p:cTn id="45" dur="1000" fill="hold"/>
                                            <p:tgtEl>
                                              <p:spTgt spid="30"/>
                                            </p:tgtEl>
                                            <p:attrNameLst>
                                              <p:attrName>ppt_x</p:attrName>
                                            </p:attrNameLst>
                                          </p:cBhvr>
                                          <p:tavLst>
                                            <p:tav tm="0">
                                              <p:val>
                                                <p:strVal val="0-#ppt_w/2"/>
                                              </p:val>
                                            </p:tav>
                                            <p:tav tm="100000">
                                              <p:val>
                                                <p:strVal val="#ppt_x"/>
                                              </p:val>
                                            </p:tav>
                                          </p:tavLst>
                                        </p:anim>
                                        <p:anim calcmode="lin" valueType="num" p14:bounceEnd="67000">
                                          <p:cBhvr additive="base">
                                            <p:cTn id="46" dur="1000" fill="hold"/>
                                            <p:tgtEl>
                                              <p:spTgt spid="30"/>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14:presetBounceEnd="67000">
                                      <p:stCondLst>
                                        <p:cond delay="1000"/>
                                      </p:stCondLst>
                                      <p:childTnLst>
                                        <p:set>
                                          <p:cBhvr>
                                            <p:cTn id="48" dur="1" fill="hold">
                                              <p:stCondLst>
                                                <p:cond delay="0"/>
                                              </p:stCondLst>
                                            </p:cTn>
                                            <p:tgtEl>
                                              <p:spTgt spid="32"/>
                                            </p:tgtEl>
                                            <p:attrNameLst>
                                              <p:attrName>style.visibility</p:attrName>
                                            </p:attrNameLst>
                                          </p:cBhvr>
                                          <p:to>
                                            <p:strVal val="visible"/>
                                          </p:to>
                                        </p:set>
                                        <p:anim calcmode="lin" valueType="num" p14:bounceEnd="67000">
                                          <p:cBhvr additive="base">
                                            <p:cTn id="49" dur="1000" fill="hold"/>
                                            <p:tgtEl>
                                              <p:spTgt spid="32"/>
                                            </p:tgtEl>
                                            <p:attrNameLst>
                                              <p:attrName>ppt_x</p:attrName>
                                            </p:attrNameLst>
                                          </p:cBhvr>
                                          <p:tavLst>
                                            <p:tav tm="0">
                                              <p:val>
                                                <p:strVal val="1+#ppt_w/2"/>
                                              </p:val>
                                            </p:tav>
                                            <p:tav tm="100000">
                                              <p:val>
                                                <p:strVal val="#ppt_x"/>
                                              </p:val>
                                            </p:tav>
                                          </p:tavLst>
                                        </p:anim>
                                        <p:anim calcmode="lin" valueType="num" p14:bounceEnd="67000">
                                          <p:cBhvr additive="base">
                                            <p:cTn id="50" dur="1000" fill="hold"/>
                                            <p:tgtEl>
                                              <p:spTgt spid="32"/>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14:presetBounceEnd="67000">
                                      <p:stCondLst>
                                        <p:cond delay="1000"/>
                                      </p:stCondLst>
                                      <p:childTnLst>
                                        <p:set>
                                          <p:cBhvr>
                                            <p:cTn id="52" dur="1" fill="hold">
                                              <p:stCondLst>
                                                <p:cond delay="0"/>
                                              </p:stCondLst>
                                            </p:cTn>
                                            <p:tgtEl>
                                              <p:spTgt spid="35"/>
                                            </p:tgtEl>
                                            <p:attrNameLst>
                                              <p:attrName>style.visibility</p:attrName>
                                            </p:attrNameLst>
                                          </p:cBhvr>
                                          <p:to>
                                            <p:strVal val="visible"/>
                                          </p:to>
                                        </p:set>
                                        <p:anim calcmode="lin" valueType="num" p14:bounceEnd="67000">
                                          <p:cBhvr additive="base">
                                            <p:cTn id="53" dur="1000" fill="hold"/>
                                            <p:tgtEl>
                                              <p:spTgt spid="35"/>
                                            </p:tgtEl>
                                            <p:attrNameLst>
                                              <p:attrName>ppt_x</p:attrName>
                                            </p:attrNameLst>
                                          </p:cBhvr>
                                          <p:tavLst>
                                            <p:tav tm="0">
                                              <p:val>
                                                <p:strVal val="1+#ppt_w/2"/>
                                              </p:val>
                                            </p:tav>
                                            <p:tav tm="100000">
                                              <p:val>
                                                <p:strVal val="#ppt_x"/>
                                              </p:val>
                                            </p:tav>
                                          </p:tavLst>
                                        </p:anim>
                                        <p:anim calcmode="lin" valueType="num" p14:bounceEnd="67000">
                                          <p:cBhvr additive="base">
                                            <p:cTn id="54" dur="1000" fill="hold"/>
                                            <p:tgtEl>
                                              <p:spTgt spid="35"/>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14:presetBounceEnd="67000">
                                      <p:stCondLst>
                                        <p:cond delay="1250"/>
                                      </p:stCondLst>
                                      <p:childTnLst>
                                        <p:set>
                                          <p:cBhvr>
                                            <p:cTn id="56" dur="1" fill="hold">
                                              <p:stCondLst>
                                                <p:cond delay="0"/>
                                              </p:stCondLst>
                                            </p:cTn>
                                            <p:tgtEl>
                                              <p:spTgt spid="36"/>
                                            </p:tgtEl>
                                            <p:attrNameLst>
                                              <p:attrName>style.visibility</p:attrName>
                                            </p:attrNameLst>
                                          </p:cBhvr>
                                          <p:to>
                                            <p:strVal val="visible"/>
                                          </p:to>
                                        </p:set>
                                        <p:anim calcmode="lin" valueType="num" p14:bounceEnd="67000">
                                          <p:cBhvr additive="base">
                                            <p:cTn id="57" dur="1000" fill="hold"/>
                                            <p:tgtEl>
                                              <p:spTgt spid="36"/>
                                            </p:tgtEl>
                                            <p:attrNameLst>
                                              <p:attrName>ppt_x</p:attrName>
                                            </p:attrNameLst>
                                          </p:cBhvr>
                                          <p:tavLst>
                                            <p:tav tm="0">
                                              <p:val>
                                                <p:strVal val="1+#ppt_w/2"/>
                                              </p:val>
                                            </p:tav>
                                            <p:tav tm="100000">
                                              <p:val>
                                                <p:strVal val="#ppt_x"/>
                                              </p:val>
                                            </p:tav>
                                          </p:tavLst>
                                        </p:anim>
                                        <p:anim calcmode="lin" valueType="num" p14:bounceEnd="67000">
                                          <p:cBhvr additive="base">
                                            <p:cTn id="58" dur="1000" fill="hold"/>
                                            <p:tgtEl>
                                              <p:spTgt spid="36"/>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14:presetBounceEnd="67000">
                                      <p:stCondLst>
                                        <p:cond delay="1250"/>
                                      </p:stCondLst>
                                      <p:childTnLst>
                                        <p:set>
                                          <p:cBhvr>
                                            <p:cTn id="60" dur="1" fill="hold">
                                              <p:stCondLst>
                                                <p:cond delay="0"/>
                                              </p:stCondLst>
                                            </p:cTn>
                                            <p:tgtEl>
                                              <p:spTgt spid="37"/>
                                            </p:tgtEl>
                                            <p:attrNameLst>
                                              <p:attrName>style.visibility</p:attrName>
                                            </p:attrNameLst>
                                          </p:cBhvr>
                                          <p:to>
                                            <p:strVal val="visible"/>
                                          </p:to>
                                        </p:set>
                                        <p:anim calcmode="lin" valueType="num" p14:bounceEnd="67000">
                                          <p:cBhvr additive="base">
                                            <p:cTn id="61" dur="1000" fill="hold"/>
                                            <p:tgtEl>
                                              <p:spTgt spid="37"/>
                                            </p:tgtEl>
                                            <p:attrNameLst>
                                              <p:attrName>ppt_x</p:attrName>
                                            </p:attrNameLst>
                                          </p:cBhvr>
                                          <p:tavLst>
                                            <p:tav tm="0">
                                              <p:val>
                                                <p:strVal val="1+#ppt_w/2"/>
                                              </p:val>
                                            </p:tav>
                                            <p:tav tm="100000">
                                              <p:val>
                                                <p:strVal val="#ppt_x"/>
                                              </p:val>
                                            </p:tav>
                                          </p:tavLst>
                                        </p:anim>
                                        <p:anim calcmode="lin" valueType="num" p14:bounceEnd="67000">
                                          <p:cBhvr additive="base">
                                            <p:cTn id="62" dur="1000" fill="hold"/>
                                            <p:tgtEl>
                                              <p:spTgt spid="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Chart bld="seriesEl"/>
            </p:bldSub>
          </p:bldGraphic>
          <p:bldP spid="15" grpId="0"/>
          <p:bldP spid="21" grpId="0"/>
          <p:bldP spid="22" grpId="0"/>
          <p:bldP spid="24" grpId="0"/>
          <p:bldP spid="29" grpId="0"/>
          <p:bldP spid="30" grpId="0"/>
          <p:bldP spid="32" grpId="0"/>
          <p:bldP spid="35" grpId="0"/>
          <p:bldP spid="36" grpId="0"/>
          <p:bldP spid="3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graphicEl>
                                                  <a:chart seriesIdx="-3" categoryIdx="-3" bldStep="gridLegend"/>
                                                </p:graphicEl>
                                              </p:spTgt>
                                            </p:tgtEl>
                                            <p:attrNameLst>
                                              <p:attrName>style.visibility</p:attrName>
                                            </p:attrNameLst>
                                          </p:cBhvr>
                                          <p:to>
                                            <p:strVal val="visible"/>
                                          </p:to>
                                        </p:set>
                                        <p:animEffect transition="in" filter="wipe(left)">
                                          <p:cBhvr>
                                            <p:cTn id="7" dur="500"/>
                                            <p:tgtEl>
                                              <p:spTgt spid="4">
                                                <p:graphicEl>
                                                  <a:chart seriesIdx="-3" categoryIdx="-3" bldStep="gridLegend"/>
                                                </p:graphicEl>
                                              </p:spTgt>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4">
                                                <p:graphicEl>
                                                  <a:chart seriesIdx="0" categoryIdx="0" bldStep="ptInSeries"/>
                                                </p:graphicEl>
                                              </p:spTgt>
                                            </p:tgtEl>
                                            <p:attrNameLst>
                                              <p:attrName>style.visibility</p:attrName>
                                            </p:attrNameLst>
                                          </p:cBhvr>
                                          <p:to>
                                            <p:strVal val="visible"/>
                                          </p:to>
                                        </p:set>
                                        <p:animEffect transition="in" filter="wipe(left)">
                                          <p:cBhvr>
                                            <p:cTn id="10" dur="500"/>
                                            <p:tgtEl>
                                              <p:spTgt spid="4">
                                                <p:graphicEl>
                                                  <a:chart seriesIdx="0" categoryIdx="0" bldStep="ptInSeries"/>
                                                </p:graphicEl>
                                              </p:spTgt>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4">
                                                <p:graphicEl>
                                                  <a:chart seriesIdx="1" categoryIdx="0" bldStep="ptInSeries"/>
                                                </p:graphicEl>
                                              </p:spTgt>
                                            </p:tgtEl>
                                            <p:attrNameLst>
                                              <p:attrName>style.visibility</p:attrName>
                                            </p:attrNameLst>
                                          </p:cBhvr>
                                          <p:to>
                                            <p:strVal val="visible"/>
                                          </p:to>
                                        </p:set>
                                        <p:animEffect transition="in" filter="wipe(left)">
                                          <p:cBhvr>
                                            <p:cTn id="13" dur="500"/>
                                            <p:tgtEl>
                                              <p:spTgt spid="4">
                                                <p:graphicEl>
                                                  <a:chart seriesIdx="1" categoryIdx="0" bldStep="ptInSeries"/>
                                                </p:graphicEl>
                                              </p:spTgt>
                                            </p:tgtEl>
                                          </p:cBhvr>
                                        </p:animEffect>
                                      </p:childTnLst>
                                    </p:cTn>
                                  </p:par>
                                  <p:par>
                                    <p:cTn id="14" presetID="22" presetClass="entr" presetSubtype="8" fill="hold" grpId="0" nodeType="withEffect">
                                      <p:stCondLst>
                                        <p:cond delay="750"/>
                                      </p:stCondLst>
                                      <p:childTnLst>
                                        <p:set>
                                          <p:cBhvr>
                                            <p:cTn id="15" dur="1" fill="hold">
                                              <p:stCondLst>
                                                <p:cond delay="0"/>
                                              </p:stCondLst>
                                            </p:cTn>
                                            <p:tgtEl>
                                              <p:spTgt spid="4">
                                                <p:graphicEl>
                                                  <a:chart seriesIdx="2" categoryIdx="0" bldStep="ptInSeries"/>
                                                </p:graphicEl>
                                              </p:spTgt>
                                            </p:tgtEl>
                                            <p:attrNameLst>
                                              <p:attrName>style.visibility</p:attrName>
                                            </p:attrNameLst>
                                          </p:cBhvr>
                                          <p:to>
                                            <p:strVal val="visible"/>
                                          </p:to>
                                        </p:set>
                                        <p:animEffect transition="in" filter="wipe(left)">
                                          <p:cBhvr>
                                            <p:cTn id="16" dur="500"/>
                                            <p:tgtEl>
                                              <p:spTgt spid="4">
                                                <p:graphicEl>
                                                  <a:chart seriesIdx="2" categoryIdx="0" bldStep="ptInSeries"/>
                                                </p:graphicEl>
                                              </p:spTgt>
                                            </p:tgtEl>
                                          </p:cBhvr>
                                        </p:animEffect>
                                      </p:childTnLst>
                                    </p:cTn>
                                  </p:par>
                                  <p:par>
                                    <p:cTn id="17" presetID="22" presetClass="entr" presetSubtype="8" fill="hold" grpId="0" nodeType="withEffect">
                                      <p:stCondLst>
                                        <p:cond delay="1000"/>
                                      </p:stCondLst>
                                      <p:childTnLst>
                                        <p:set>
                                          <p:cBhvr>
                                            <p:cTn id="18" dur="1" fill="hold">
                                              <p:stCondLst>
                                                <p:cond delay="0"/>
                                              </p:stCondLst>
                                            </p:cTn>
                                            <p:tgtEl>
                                              <p:spTgt spid="4">
                                                <p:graphicEl>
                                                  <a:chart seriesIdx="3" categoryIdx="0" bldStep="ptInSeries"/>
                                                </p:graphicEl>
                                              </p:spTgt>
                                            </p:tgtEl>
                                            <p:attrNameLst>
                                              <p:attrName>style.visibility</p:attrName>
                                            </p:attrNameLst>
                                          </p:cBhvr>
                                          <p:to>
                                            <p:strVal val="visible"/>
                                          </p:to>
                                        </p:set>
                                        <p:animEffect transition="in" filter="wipe(left)">
                                          <p:cBhvr>
                                            <p:cTn id="19" dur="500"/>
                                            <p:tgtEl>
                                              <p:spTgt spid="4">
                                                <p:graphicEl>
                                                  <a:chart seriesIdx="3" categoryIdx="0" bldStep="ptInSeries"/>
                                                </p:graphicEl>
                                              </p:spTgt>
                                            </p:tgtEl>
                                          </p:cBhvr>
                                        </p:animEffect>
                                      </p:childTnLst>
                                    </p:cTn>
                                  </p:par>
                                  <p:par>
                                    <p:cTn id="20" presetID="22" presetClass="entr" presetSubtype="8" fill="hold" grpId="0" nodeType="withEffect">
                                      <p:stCondLst>
                                        <p:cond delay="1250"/>
                                      </p:stCondLst>
                                      <p:childTnLst>
                                        <p:set>
                                          <p:cBhvr>
                                            <p:cTn id="21" dur="1" fill="hold">
                                              <p:stCondLst>
                                                <p:cond delay="0"/>
                                              </p:stCondLst>
                                            </p:cTn>
                                            <p:tgtEl>
                                              <p:spTgt spid="4">
                                                <p:graphicEl>
                                                  <a:chart seriesIdx="4" categoryIdx="0" bldStep="ptInSeries"/>
                                                </p:graphicEl>
                                              </p:spTgt>
                                            </p:tgtEl>
                                            <p:attrNameLst>
                                              <p:attrName>style.visibility</p:attrName>
                                            </p:attrNameLst>
                                          </p:cBhvr>
                                          <p:to>
                                            <p:strVal val="visible"/>
                                          </p:to>
                                        </p:set>
                                        <p:animEffect transition="in" filter="wipe(left)">
                                          <p:cBhvr>
                                            <p:cTn id="22" dur="500"/>
                                            <p:tgtEl>
                                              <p:spTgt spid="4">
                                                <p:graphicEl>
                                                  <a:chart seriesIdx="4" categoryIdx="0" bldStep="ptInSeries"/>
                                                </p:graphicEl>
                                              </p:spTgt>
                                            </p:tgtEl>
                                          </p:cBhvr>
                                        </p:animEffect>
                                      </p:childTnLst>
                                    </p:cTn>
                                  </p:par>
                                  <p:par>
                                    <p:cTn id="23" presetID="2" presetClass="entr" presetSubtype="8" fill="hold" grpId="0" nodeType="withEffect">
                                      <p:stCondLst>
                                        <p:cond delay="25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1000" fill="hold"/>
                                            <p:tgtEl>
                                              <p:spTgt spid="15"/>
                                            </p:tgtEl>
                                            <p:attrNameLst>
                                              <p:attrName>ppt_x</p:attrName>
                                            </p:attrNameLst>
                                          </p:cBhvr>
                                          <p:tavLst>
                                            <p:tav tm="0">
                                              <p:val>
                                                <p:strVal val="0-#ppt_w/2"/>
                                              </p:val>
                                            </p:tav>
                                            <p:tav tm="100000">
                                              <p:val>
                                                <p:strVal val="#ppt_x"/>
                                              </p:val>
                                            </p:tav>
                                          </p:tavLst>
                                        </p:anim>
                                        <p:anim calcmode="lin" valueType="num">
                                          <p:cBhvr additive="base">
                                            <p:cTn id="26" dur="1000" fill="hold"/>
                                            <p:tgtEl>
                                              <p:spTgt spid="15"/>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25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1000" fill="hold"/>
                                            <p:tgtEl>
                                              <p:spTgt spid="21"/>
                                            </p:tgtEl>
                                            <p:attrNameLst>
                                              <p:attrName>ppt_x</p:attrName>
                                            </p:attrNameLst>
                                          </p:cBhvr>
                                          <p:tavLst>
                                            <p:tav tm="0">
                                              <p:val>
                                                <p:strVal val="0-#ppt_w/2"/>
                                              </p:val>
                                            </p:tav>
                                            <p:tav tm="100000">
                                              <p:val>
                                                <p:strVal val="#ppt_x"/>
                                              </p:val>
                                            </p:tav>
                                          </p:tavLst>
                                        </p:anim>
                                        <p:anim calcmode="lin" valueType="num">
                                          <p:cBhvr additive="base">
                                            <p:cTn id="30" dur="1000" fill="hold"/>
                                            <p:tgtEl>
                                              <p:spTgt spid="21"/>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500"/>
                                      </p:stCondLst>
                                      <p:childTnLst>
                                        <p:set>
                                          <p:cBhvr>
                                            <p:cTn id="32" dur="1" fill="hold">
                                              <p:stCondLst>
                                                <p:cond delay="0"/>
                                              </p:stCondLst>
                                            </p:cTn>
                                            <p:tgtEl>
                                              <p:spTgt spid="22"/>
                                            </p:tgtEl>
                                            <p:attrNameLst>
                                              <p:attrName>style.visibility</p:attrName>
                                            </p:attrNameLst>
                                          </p:cBhvr>
                                          <p:to>
                                            <p:strVal val="visible"/>
                                          </p:to>
                                        </p:set>
                                        <p:anim calcmode="lin" valueType="num">
                                          <p:cBhvr additive="base">
                                            <p:cTn id="33" dur="1000" fill="hold"/>
                                            <p:tgtEl>
                                              <p:spTgt spid="22"/>
                                            </p:tgtEl>
                                            <p:attrNameLst>
                                              <p:attrName>ppt_x</p:attrName>
                                            </p:attrNameLst>
                                          </p:cBhvr>
                                          <p:tavLst>
                                            <p:tav tm="0">
                                              <p:val>
                                                <p:strVal val="0-#ppt_w/2"/>
                                              </p:val>
                                            </p:tav>
                                            <p:tav tm="100000">
                                              <p:val>
                                                <p:strVal val="#ppt_x"/>
                                              </p:val>
                                            </p:tav>
                                          </p:tavLst>
                                        </p:anim>
                                        <p:anim calcmode="lin" valueType="num">
                                          <p:cBhvr additive="base">
                                            <p:cTn id="34" dur="1000" fill="hold"/>
                                            <p:tgtEl>
                                              <p:spTgt spid="22"/>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500"/>
                                      </p:stCondLst>
                                      <p:childTnLst>
                                        <p:set>
                                          <p:cBhvr>
                                            <p:cTn id="36" dur="1" fill="hold">
                                              <p:stCondLst>
                                                <p:cond delay="0"/>
                                              </p:stCondLst>
                                            </p:cTn>
                                            <p:tgtEl>
                                              <p:spTgt spid="24"/>
                                            </p:tgtEl>
                                            <p:attrNameLst>
                                              <p:attrName>style.visibility</p:attrName>
                                            </p:attrNameLst>
                                          </p:cBhvr>
                                          <p:to>
                                            <p:strVal val="visible"/>
                                          </p:to>
                                        </p:set>
                                        <p:anim calcmode="lin" valueType="num">
                                          <p:cBhvr additive="base">
                                            <p:cTn id="37" dur="1000" fill="hold"/>
                                            <p:tgtEl>
                                              <p:spTgt spid="24"/>
                                            </p:tgtEl>
                                            <p:attrNameLst>
                                              <p:attrName>ppt_x</p:attrName>
                                            </p:attrNameLst>
                                          </p:cBhvr>
                                          <p:tavLst>
                                            <p:tav tm="0">
                                              <p:val>
                                                <p:strVal val="0-#ppt_w/2"/>
                                              </p:val>
                                            </p:tav>
                                            <p:tav tm="100000">
                                              <p:val>
                                                <p:strVal val="#ppt_x"/>
                                              </p:val>
                                            </p:tav>
                                          </p:tavLst>
                                        </p:anim>
                                        <p:anim calcmode="lin" valueType="num">
                                          <p:cBhvr additive="base">
                                            <p:cTn id="38" dur="1000" fill="hold"/>
                                            <p:tgtEl>
                                              <p:spTgt spid="24"/>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750"/>
                                      </p:stCondLst>
                                      <p:childTnLst>
                                        <p:set>
                                          <p:cBhvr>
                                            <p:cTn id="40" dur="1" fill="hold">
                                              <p:stCondLst>
                                                <p:cond delay="0"/>
                                              </p:stCondLst>
                                            </p:cTn>
                                            <p:tgtEl>
                                              <p:spTgt spid="29"/>
                                            </p:tgtEl>
                                            <p:attrNameLst>
                                              <p:attrName>style.visibility</p:attrName>
                                            </p:attrNameLst>
                                          </p:cBhvr>
                                          <p:to>
                                            <p:strVal val="visible"/>
                                          </p:to>
                                        </p:set>
                                        <p:anim calcmode="lin" valueType="num">
                                          <p:cBhvr additive="base">
                                            <p:cTn id="41" dur="1000" fill="hold"/>
                                            <p:tgtEl>
                                              <p:spTgt spid="29"/>
                                            </p:tgtEl>
                                            <p:attrNameLst>
                                              <p:attrName>ppt_x</p:attrName>
                                            </p:attrNameLst>
                                          </p:cBhvr>
                                          <p:tavLst>
                                            <p:tav tm="0">
                                              <p:val>
                                                <p:strVal val="0-#ppt_w/2"/>
                                              </p:val>
                                            </p:tav>
                                            <p:tav tm="100000">
                                              <p:val>
                                                <p:strVal val="#ppt_x"/>
                                              </p:val>
                                            </p:tav>
                                          </p:tavLst>
                                        </p:anim>
                                        <p:anim calcmode="lin" valueType="num">
                                          <p:cBhvr additive="base">
                                            <p:cTn id="42" dur="1000" fill="hold"/>
                                            <p:tgtEl>
                                              <p:spTgt spid="29"/>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750"/>
                                      </p:stCondLst>
                                      <p:childTnLst>
                                        <p:set>
                                          <p:cBhvr>
                                            <p:cTn id="44" dur="1" fill="hold">
                                              <p:stCondLst>
                                                <p:cond delay="0"/>
                                              </p:stCondLst>
                                            </p:cTn>
                                            <p:tgtEl>
                                              <p:spTgt spid="30"/>
                                            </p:tgtEl>
                                            <p:attrNameLst>
                                              <p:attrName>style.visibility</p:attrName>
                                            </p:attrNameLst>
                                          </p:cBhvr>
                                          <p:to>
                                            <p:strVal val="visible"/>
                                          </p:to>
                                        </p:set>
                                        <p:anim calcmode="lin" valueType="num">
                                          <p:cBhvr additive="base">
                                            <p:cTn id="45" dur="1000" fill="hold"/>
                                            <p:tgtEl>
                                              <p:spTgt spid="30"/>
                                            </p:tgtEl>
                                            <p:attrNameLst>
                                              <p:attrName>ppt_x</p:attrName>
                                            </p:attrNameLst>
                                          </p:cBhvr>
                                          <p:tavLst>
                                            <p:tav tm="0">
                                              <p:val>
                                                <p:strVal val="0-#ppt_w/2"/>
                                              </p:val>
                                            </p:tav>
                                            <p:tav tm="100000">
                                              <p:val>
                                                <p:strVal val="#ppt_x"/>
                                              </p:val>
                                            </p:tav>
                                          </p:tavLst>
                                        </p:anim>
                                        <p:anim calcmode="lin" valueType="num">
                                          <p:cBhvr additive="base">
                                            <p:cTn id="46" dur="1000" fill="hold"/>
                                            <p:tgtEl>
                                              <p:spTgt spid="30"/>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1000"/>
                                      </p:stCondLst>
                                      <p:childTnLst>
                                        <p:set>
                                          <p:cBhvr>
                                            <p:cTn id="48" dur="1" fill="hold">
                                              <p:stCondLst>
                                                <p:cond delay="0"/>
                                              </p:stCondLst>
                                            </p:cTn>
                                            <p:tgtEl>
                                              <p:spTgt spid="32"/>
                                            </p:tgtEl>
                                            <p:attrNameLst>
                                              <p:attrName>style.visibility</p:attrName>
                                            </p:attrNameLst>
                                          </p:cBhvr>
                                          <p:to>
                                            <p:strVal val="visible"/>
                                          </p:to>
                                        </p:set>
                                        <p:anim calcmode="lin" valueType="num">
                                          <p:cBhvr additive="base">
                                            <p:cTn id="49" dur="1000" fill="hold"/>
                                            <p:tgtEl>
                                              <p:spTgt spid="32"/>
                                            </p:tgtEl>
                                            <p:attrNameLst>
                                              <p:attrName>ppt_x</p:attrName>
                                            </p:attrNameLst>
                                          </p:cBhvr>
                                          <p:tavLst>
                                            <p:tav tm="0">
                                              <p:val>
                                                <p:strVal val="1+#ppt_w/2"/>
                                              </p:val>
                                            </p:tav>
                                            <p:tav tm="100000">
                                              <p:val>
                                                <p:strVal val="#ppt_x"/>
                                              </p:val>
                                            </p:tav>
                                          </p:tavLst>
                                        </p:anim>
                                        <p:anim calcmode="lin" valueType="num">
                                          <p:cBhvr additive="base">
                                            <p:cTn id="50" dur="1000" fill="hold"/>
                                            <p:tgtEl>
                                              <p:spTgt spid="32"/>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1000"/>
                                      </p:stCondLst>
                                      <p:childTnLst>
                                        <p:set>
                                          <p:cBhvr>
                                            <p:cTn id="52" dur="1" fill="hold">
                                              <p:stCondLst>
                                                <p:cond delay="0"/>
                                              </p:stCondLst>
                                            </p:cTn>
                                            <p:tgtEl>
                                              <p:spTgt spid="35"/>
                                            </p:tgtEl>
                                            <p:attrNameLst>
                                              <p:attrName>style.visibility</p:attrName>
                                            </p:attrNameLst>
                                          </p:cBhvr>
                                          <p:to>
                                            <p:strVal val="visible"/>
                                          </p:to>
                                        </p:set>
                                        <p:anim calcmode="lin" valueType="num">
                                          <p:cBhvr additive="base">
                                            <p:cTn id="53" dur="1000" fill="hold"/>
                                            <p:tgtEl>
                                              <p:spTgt spid="35"/>
                                            </p:tgtEl>
                                            <p:attrNameLst>
                                              <p:attrName>ppt_x</p:attrName>
                                            </p:attrNameLst>
                                          </p:cBhvr>
                                          <p:tavLst>
                                            <p:tav tm="0">
                                              <p:val>
                                                <p:strVal val="1+#ppt_w/2"/>
                                              </p:val>
                                            </p:tav>
                                            <p:tav tm="100000">
                                              <p:val>
                                                <p:strVal val="#ppt_x"/>
                                              </p:val>
                                            </p:tav>
                                          </p:tavLst>
                                        </p:anim>
                                        <p:anim calcmode="lin" valueType="num">
                                          <p:cBhvr additive="base">
                                            <p:cTn id="54" dur="1000" fill="hold"/>
                                            <p:tgtEl>
                                              <p:spTgt spid="35"/>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1250"/>
                                      </p:stCondLst>
                                      <p:childTnLst>
                                        <p:set>
                                          <p:cBhvr>
                                            <p:cTn id="56" dur="1" fill="hold">
                                              <p:stCondLst>
                                                <p:cond delay="0"/>
                                              </p:stCondLst>
                                            </p:cTn>
                                            <p:tgtEl>
                                              <p:spTgt spid="36"/>
                                            </p:tgtEl>
                                            <p:attrNameLst>
                                              <p:attrName>style.visibility</p:attrName>
                                            </p:attrNameLst>
                                          </p:cBhvr>
                                          <p:to>
                                            <p:strVal val="visible"/>
                                          </p:to>
                                        </p:set>
                                        <p:anim calcmode="lin" valueType="num">
                                          <p:cBhvr additive="base">
                                            <p:cTn id="57" dur="1000" fill="hold"/>
                                            <p:tgtEl>
                                              <p:spTgt spid="36"/>
                                            </p:tgtEl>
                                            <p:attrNameLst>
                                              <p:attrName>ppt_x</p:attrName>
                                            </p:attrNameLst>
                                          </p:cBhvr>
                                          <p:tavLst>
                                            <p:tav tm="0">
                                              <p:val>
                                                <p:strVal val="1+#ppt_w/2"/>
                                              </p:val>
                                            </p:tav>
                                            <p:tav tm="100000">
                                              <p:val>
                                                <p:strVal val="#ppt_x"/>
                                              </p:val>
                                            </p:tav>
                                          </p:tavLst>
                                        </p:anim>
                                        <p:anim calcmode="lin" valueType="num">
                                          <p:cBhvr additive="base">
                                            <p:cTn id="58" dur="1000" fill="hold"/>
                                            <p:tgtEl>
                                              <p:spTgt spid="36"/>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stCondLst>
                                        <p:cond delay="1250"/>
                                      </p:stCondLst>
                                      <p:childTnLst>
                                        <p:set>
                                          <p:cBhvr>
                                            <p:cTn id="60" dur="1" fill="hold">
                                              <p:stCondLst>
                                                <p:cond delay="0"/>
                                              </p:stCondLst>
                                            </p:cTn>
                                            <p:tgtEl>
                                              <p:spTgt spid="37"/>
                                            </p:tgtEl>
                                            <p:attrNameLst>
                                              <p:attrName>style.visibility</p:attrName>
                                            </p:attrNameLst>
                                          </p:cBhvr>
                                          <p:to>
                                            <p:strVal val="visible"/>
                                          </p:to>
                                        </p:set>
                                        <p:anim calcmode="lin" valueType="num">
                                          <p:cBhvr additive="base">
                                            <p:cTn id="61" dur="1000" fill="hold"/>
                                            <p:tgtEl>
                                              <p:spTgt spid="37"/>
                                            </p:tgtEl>
                                            <p:attrNameLst>
                                              <p:attrName>ppt_x</p:attrName>
                                            </p:attrNameLst>
                                          </p:cBhvr>
                                          <p:tavLst>
                                            <p:tav tm="0">
                                              <p:val>
                                                <p:strVal val="1+#ppt_w/2"/>
                                              </p:val>
                                            </p:tav>
                                            <p:tav tm="100000">
                                              <p:val>
                                                <p:strVal val="#ppt_x"/>
                                              </p:val>
                                            </p:tav>
                                          </p:tavLst>
                                        </p:anim>
                                        <p:anim calcmode="lin" valueType="num">
                                          <p:cBhvr additive="base">
                                            <p:cTn id="62" dur="1000" fill="hold"/>
                                            <p:tgtEl>
                                              <p:spTgt spid="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Chart bld="seriesEl"/>
            </p:bldSub>
          </p:bldGraphic>
          <p:bldP spid="15" grpId="0"/>
          <p:bldP spid="21" grpId="0"/>
          <p:bldP spid="22" grpId="0"/>
          <p:bldP spid="24" grpId="0"/>
          <p:bldP spid="29" grpId="0"/>
          <p:bldP spid="30" grpId="0"/>
          <p:bldP spid="32" grpId="0"/>
          <p:bldP spid="35" grpId="0"/>
          <p:bldP spid="36" grpId="0"/>
          <p:bldP spid="37" grpId="0"/>
        </p:bld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FC10A04C-28BA-4551-9F7C-E682B6D110FB}"/>
              </a:ext>
            </a:extLst>
          </p:cNvPr>
          <p:cNvSpPr txBox="1"/>
          <p:nvPr/>
        </p:nvSpPr>
        <p:spPr>
          <a:xfrm>
            <a:off x="3339479" y="333188"/>
            <a:ext cx="5513048" cy="461665"/>
          </a:xfrm>
          <a:prstGeom prst="rect">
            <a:avLst/>
          </a:prstGeom>
          <a:noFill/>
        </p:spPr>
        <p:txBody>
          <a:bodyPr wrap="none" rtlCol="0">
            <a:spAutoFit/>
          </a:bodyPr>
          <a:lstStyle/>
          <a:p>
            <a:pPr algn="ctr"/>
            <a:r>
              <a:rPr lang="en-US" sz="2400">
                <a:latin typeface="Montserrat SemiBold" panose="00000700000000000000" pitchFamily="50" charset="-52"/>
              </a:rPr>
              <a:t>EDITABLE HUMAN INFOGRAPHIC</a:t>
            </a:r>
            <a:endParaRPr lang="ru-UA" sz="2400">
              <a:latin typeface="Montserrat SemiBold" panose="00000700000000000000" pitchFamily="50" charset="-52"/>
            </a:endParaRPr>
          </a:p>
        </p:txBody>
      </p:sp>
      <p:grpSp>
        <p:nvGrpSpPr>
          <p:cNvPr id="28" name="Group 27">
            <a:extLst>
              <a:ext uri="{FF2B5EF4-FFF2-40B4-BE49-F238E27FC236}">
                <a16:creationId xmlns:a16="http://schemas.microsoft.com/office/drawing/2014/main" id="{7AD62D20-2C12-464B-89C1-9B87412C5FC2}"/>
              </a:ext>
            </a:extLst>
          </p:cNvPr>
          <p:cNvGrpSpPr/>
          <p:nvPr/>
        </p:nvGrpSpPr>
        <p:grpSpPr>
          <a:xfrm>
            <a:off x="3344068" y="1162050"/>
            <a:ext cx="5262563" cy="5362762"/>
            <a:chOff x="236102" y="1162050"/>
            <a:chExt cx="5262563" cy="5362762"/>
          </a:xfrm>
        </p:grpSpPr>
        <p:graphicFrame>
          <p:nvGraphicFramePr>
            <p:cNvPr id="24" name="Chart 23">
              <a:extLst>
                <a:ext uri="{FF2B5EF4-FFF2-40B4-BE49-F238E27FC236}">
                  <a16:creationId xmlns:a16="http://schemas.microsoft.com/office/drawing/2014/main" id="{D258FCE8-8231-41F0-8B59-A315F8C1B8C1}"/>
                </a:ext>
              </a:extLst>
            </p:cNvPr>
            <p:cNvGraphicFramePr/>
            <p:nvPr>
              <p:extLst>
                <p:ext uri="{D42A27DB-BD31-4B8C-83A1-F6EECF244321}">
                  <p14:modId xmlns:p14="http://schemas.microsoft.com/office/powerpoint/2010/main" val="1967901783"/>
                </p:ext>
              </p:extLst>
            </p:nvPr>
          </p:nvGraphicFramePr>
          <p:xfrm>
            <a:off x="236102" y="1308498"/>
            <a:ext cx="5262563" cy="5147734"/>
          </p:xfrm>
          <a:graphic>
            <a:graphicData uri="http://schemas.openxmlformats.org/drawingml/2006/chart">
              <c:chart xmlns:c="http://schemas.openxmlformats.org/drawingml/2006/chart" xmlns:r="http://schemas.openxmlformats.org/officeDocument/2006/relationships" r:id="rId2"/>
            </a:graphicData>
          </a:graphic>
        </p:graphicFrame>
        <p:sp>
          <p:nvSpPr>
            <p:cNvPr id="26" name="Freeform: Shape 25">
              <a:extLst>
                <a:ext uri="{FF2B5EF4-FFF2-40B4-BE49-F238E27FC236}">
                  <a16:creationId xmlns:a16="http://schemas.microsoft.com/office/drawing/2014/main" id="{01BAEC54-EBD0-472E-96AC-E388BA540736}"/>
                </a:ext>
              </a:extLst>
            </p:cNvPr>
            <p:cNvSpPr/>
            <p:nvPr/>
          </p:nvSpPr>
          <p:spPr>
            <a:xfrm>
              <a:off x="1581508" y="1162050"/>
              <a:ext cx="2571750" cy="5362762"/>
            </a:xfrm>
            <a:custGeom>
              <a:avLst/>
              <a:gdLst>
                <a:gd name="connsiteX0" fmla="*/ 0 w 2571750"/>
                <a:gd name="connsiteY0" fmla="*/ 0 h 5362762"/>
                <a:gd name="connsiteX1" fmla="*/ 2571750 w 2571750"/>
                <a:gd name="connsiteY1" fmla="*/ 0 h 5362762"/>
                <a:gd name="connsiteX2" fmla="*/ 2571750 w 2571750"/>
                <a:gd name="connsiteY2" fmla="*/ 5362762 h 5362762"/>
                <a:gd name="connsiteX3" fmla="*/ 0 w 2571750"/>
                <a:gd name="connsiteY3" fmla="*/ 5362762 h 5362762"/>
                <a:gd name="connsiteX4" fmla="*/ 0 w 2571750"/>
                <a:gd name="connsiteY4" fmla="*/ 0 h 5362762"/>
                <a:gd name="connsiteX5" fmla="*/ 1327342 w 2571750"/>
                <a:gd name="connsiteY5" fmla="*/ 293370 h 5362762"/>
                <a:gd name="connsiteX6" fmla="*/ 1104738 w 2571750"/>
                <a:gd name="connsiteY6" fmla="*/ 595353 h 5362762"/>
                <a:gd name="connsiteX7" fmla="*/ 1147823 w 2571750"/>
                <a:gd name="connsiteY7" fmla="*/ 764320 h 5362762"/>
                <a:gd name="connsiteX8" fmla="*/ 1169365 w 2571750"/>
                <a:gd name="connsiteY8" fmla="*/ 980022 h 5362762"/>
                <a:gd name="connsiteX9" fmla="*/ 943170 w 2571750"/>
                <a:gd name="connsiteY9" fmla="*/ 1084278 h 5362762"/>
                <a:gd name="connsiteX10" fmla="*/ 734928 w 2571750"/>
                <a:gd name="connsiteY10" fmla="*/ 1156178 h 5362762"/>
                <a:gd name="connsiteX11" fmla="*/ 681072 w 2571750"/>
                <a:gd name="connsiteY11" fmla="*/ 1364691 h 5362762"/>
                <a:gd name="connsiteX12" fmla="*/ 616445 w 2571750"/>
                <a:gd name="connsiteY12" fmla="*/ 1997417 h 5362762"/>
                <a:gd name="connsiteX13" fmla="*/ 440516 w 2571750"/>
                <a:gd name="connsiteY13" fmla="*/ 2684068 h 5362762"/>
                <a:gd name="connsiteX14" fmla="*/ 454878 w 2571750"/>
                <a:gd name="connsiteY14" fmla="*/ 3108282 h 5362762"/>
                <a:gd name="connsiteX15" fmla="*/ 512324 w 2571750"/>
                <a:gd name="connsiteY15" fmla="*/ 3004026 h 5362762"/>
                <a:gd name="connsiteX16" fmla="*/ 576951 w 2571750"/>
                <a:gd name="connsiteY16" fmla="*/ 2777539 h 5362762"/>
                <a:gd name="connsiteX17" fmla="*/ 576951 w 2571750"/>
                <a:gd name="connsiteY17" fmla="*/ 2935721 h 5362762"/>
                <a:gd name="connsiteX18" fmla="*/ 634397 w 2571750"/>
                <a:gd name="connsiteY18" fmla="*/ 2745184 h 5362762"/>
                <a:gd name="connsiteX19" fmla="*/ 792374 w 2571750"/>
                <a:gd name="connsiteY19" fmla="*/ 2328160 h 5362762"/>
                <a:gd name="connsiteX20" fmla="*/ 839049 w 2571750"/>
                <a:gd name="connsiteY20" fmla="*/ 2072912 h 5362762"/>
                <a:gd name="connsiteX21" fmla="*/ 903676 w 2571750"/>
                <a:gd name="connsiteY21" fmla="*/ 1867995 h 5362762"/>
                <a:gd name="connsiteX22" fmla="*/ 914447 w 2571750"/>
                <a:gd name="connsiteY22" fmla="*/ 2475556 h 5362762"/>
                <a:gd name="connsiteX23" fmla="*/ 842640 w 2571750"/>
                <a:gd name="connsiteY23" fmla="*/ 3190968 h 5362762"/>
                <a:gd name="connsiteX24" fmla="*/ 957532 w 2571750"/>
                <a:gd name="connsiteY24" fmla="*/ 3953115 h 5362762"/>
                <a:gd name="connsiteX25" fmla="*/ 982665 w 2571750"/>
                <a:gd name="connsiteY25" fmla="*/ 4495966 h 5362762"/>
                <a:gd name="connsiteX26" fmla="*/ 1047292 w 2571750"/>
                <a:gd name="connsiteY26" fmla="*/ 4794354 h 5362762"/>
                <a:gd name="connsiteX27" fmla="*/ 1007797 w 2571750"/>
                <a:gd name="connsiteY27" fmla="*/ 5042411 h 5362762"/>
                <a:gd name="connsiteX28" fmla="*/ 1280667 w 2571750"/>
                <a:gd name="connsiteY28" fmla="*/ 5139477 h 5362762"/>
                <a:gd name="connsiteX29" fmla="*/ 1216040 w 2571750"/>
                <a:gd name="connsiteY29" fmla="*/ 4808734 h 5362762"/>
                <a:gd name="connsiteX30" fmla="*/ 1216040 w 2571750"/>
                <a:gd name="connsiteY30" fmla="*/ 4226338 h 5362762"/>
                <a:gd name="connsiteX31" fmla="*/ 1190907 w 2571750"/>
                <a:gd name="connsiteY31" fmla="*/ 3963901 h 5362762"/>
                <a:gd name="connsiteX32" fmla="*/ 1223221 w 2571750"/>
                <a:gd name="connsiteY32" fmla="*/ 3723033 h 5362762"/>
                <a:gd name="connsiteX33" fmla="*/ 1327342 w 2571750"/>
                <a:gd name="connsiteY33" fmla="*/ 2996836 h 5362762"/>
                <a:gd name="connsiteX34" fmla="*/ 1427873 w 2571750"/>
                <a:gd name="connsiteY34" fmla="*/ 3705058 h 5362762"/>
                <a:gd name="connsiteX35" fmla="*/ 1460186 w 2571750"/>
                <a:gd name="connsiteY35" fmla="*/ 3920760 h 5362762"/>
                <a:gd name="connsiteX36" fmla="*/ 1442234 w 2571750"/>
                <a:gd name="connsiteY36" fmla="*/ 4190388 h 5362762"/>
                <a:gd name="connsiteX37" fmla="*/ 1445825 w 2571750"/>
                <a:gd name="connsiteY37" fmla="*/ 4776379 h 5362762"/>
                <a:gd name="connsiteX38" fmla="*/ 1359656 w 2571750"/>
                <a:gd name="connsiteY38" fmla="*/ 5139477 h 5362762"/>
                <a:gd name="connsiteX39" fmla="*/ 1650477 w 2571750"/>
                <a:gd name="connsiteY39" fmla="*/ 5071171 h 5362762"/>
                <a:gd name="connsiteX40" fmla="*/ 1603802 w 2571750"/>
                <a:gd name="connsiteY40" fmla="*/ 4823114 h 5362762"/>
                <a:gd name="connsiteX41" fmla="*/ 1664838 w 2571750"/>
                <a:gd name="connsiteY41" fmla="*/ 4524726 h 5362762"/>
                <a:gd name="connsiteX42" fmla="*/ 1697152 w 2571750"/>
                <a:gd name="connsiteY42" fmla="*/ 3953115 h 5362762"/>
                <a:gd name="connsiteX43" fmla="*/ 1808454 w 2571750"/>
                <a:gd name="connsiteY43" fmla="*/ 3234108 h 5362762"/>
                <a:gd name="connsiteX44" fmla="*/ 1740237 w 2571750"/>
                <a:gd name="connsiteY44" fmla="*/ 2475556 h 5362762"/>
                <a:gd name="connsiteX45" fmla="*/ 1751008 w 2571750"/>
                <a:gd name="connsiteY45" fmla="*/ 1867995 h 5362762"/>
                <a:gd name="connsiteX46" fmla="*/ 1815635 w 2571750"/>
                <a:gd name="connsiteY46" fmla="*/ 2054937 h 5362762"/>
                <a:gd name="connsiteX47" fmla="*/ 1851539 w 2571750"/>
                <a:gd name="connsiteY47" fmla="*/ 2288614 h 5362762"/>
                <a:gd name="connsiteX48" fmla="*/ 2020287 w 2571750"/>
                <a:gd name="connsiteY48" fmla="*/ 2745184 h 5362762"/>
                <a:gd name="connsiteX49" fmla="*/ 2077733 w 2571750"/>
                <a:gd name="connsiteY49" fmla="*/ 2935721 h 5362762"/>
                <a:gd name="connsiteX50" fmla="*/ 2077733 w 2571750"/>
                <a:gd name="connsiteY50" fmla="*/ 2777539 h 5362762"/>
                <a:gd name="connsiteX51" fmla="*/ 2142360 w 2571750"/>
                <a:gd name="connsiteY51" fmla="*/ 3004026 h 5362762"/>
                <a:gd name="connsiteX52" fmla="*/ 2199806 w 2571750"/>
                <a:gd name="connsiteY52" fmla="*/ 3108282 h 5362762"/>
                <a:gd name="connsiteX53" fmla="*/ 2214168 w 2571750"/>
                <a:gd name="connsiteY53" fmla="*/ 2684068 h 5362762"/>
                <a:gd name="connsiteX54" fmla="*/ 2052600 w 2571750"/>
                <a:gd name="connsiteY54" fmla="*/ 2033367 h 5362762"/>
                <a:gd name="connsiteX55" fmla="*/ 1977202 w 2571750"/>
                <a:gd name="connsiteY55" fmla="*/ 1397046 h 5362762"/>
                <a:gd name="connsiteX56" fmla="*/ 1937708 w 2571750"/>
                <a:gd name="connsiteY56" fmla="*/ 1174154 h 5362762"/>
                <a:gd name="connsiteX57" fmla="*/ 1740237 w 2571750"/>
                <a:gd name="connsiteY57" fmla="*/ 1091468 h 5362762"/>
                <a:gd name="connsiteX58" fmla="*/ 1496090 w 2571750"/>
                <a:gd name="connsiteY58" fmla="*/ 994402 h 5362762"/>
                <a:gd name="connsiteX59" fmla="*/ 1506861 w 2571750"/>
                <a:gd name="connsiteY59" fmla="*/ 764320 h 5362762"/>
                <a:gd name="connsiteX60" fmla="*/ 1549946 w 2571750"/>
                <a:gd name="connsiteY60" fmla="*/ 595353 h 5362762"/>
                <a:gd name="connsiteX61" fmla="*/ 1327342 w 2571750"/>
                <a:gd name="connsiteY61" fmla="*/ 293370 h 536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571750" h="5362762">
                  <a:moveTo>
                    <a:pt x="0" y="0"/>
                  </a:moveTo>
                  <a:lnTo>
                    <a:pt x="2571750" y="0"/>
                  </a:lnTo>
                  <a:lnTo>
                    <a:pt x="2571750" y="5362762"/>
                  </a:lnTo>
                  <a:lnTo>
                    <a:pt x="0" y="5362762"/>
                  </a:lnTo>
                  <a:lnTo>
                    <a:pt x="0" y="0"/>
                  </a:lnTo>
                  <a:close/>
                  <a:moveTo>
                    <a:pt x="1327342" y="293370"/>
                  </a:moveTo>
                  <a:cubicBezTo>
                    <a:pt x="1147823" y="300560"/>
                    <a:pt x="1068834" y="429981"/>
                    <a:pt x="1104738" y="595353"/>
                  </a:cubicBezTo>
                  <a:cubicBezTo>
                    <a:pt x="1068834" y="706799"/>
                    <a:pt x="1144232" y="731964"/>
                    <a:pt x="1147823" y="764320"/>
                  </a:cubicBezTo>
                  <a:cubicBezTo>
                    <a:pt x="1169365" y="829030"/>
                    <a:pt x="1212450" y="915311"/>
                    <a:pt x="1169365" y="980022"/>
                  </a:cubicBezTo>
                  <a:cubicBezTo>
                    <a:pt x="1126280" y="1044732"/>
                    <a:pt x="1014978" y="1066303"/>
                    <a:pt x="943170" y="1084278"/>
                  </a:cubicBezTo>
                  <a:cubicBezTo>
                    <a:pt x="878543" y="1102253"/>
                    <a:pt x="792374" y="1113038"/>
                    <a:pt x="734928" y="1156178"/>
                  </a:cubicBezTo>
                  <a:cubicBezTo>
                    <a:pt x="681072" y="1192129"/>
                    <a:pt x="684663" y="1307170"/>
                    <a:pt x="681072" y="1364691"/>
                  </a:cubicBezTo>
                  <a:cubicBezTo>
                    <a:pt x="663120" y="1576798"/>
                    <a:pt x="684663" y="1792500"/>
                    <a:pt x="616445" y="1997417"/>
                  </a:cubicBezTo>
                  <a:cubicBezTo>
                    <a:pt x="537457" y="2223904"/>
                    <a:pt x="490782" y="2450391"/>
                    <a:pt x="440516" y="2684068"/>
                  </a:cubicBezTo>
                  <a:cubicBezTo>
                    <a:pt x="411793" y="2795514"/>
                    <a:pt x="347166" y="3025596"/>
                    <a:pt x="454878" y="3108282"/>
                  </a:cubicBezTo>
                  <a:cubicBezTo>
                    <a:pt x="512324" y="3151423"/>
                    <a:pt x="508734" y="3032787"/>
                    <a:pt x="512324" y="3004026"/>
                  </a:cubicBezTo>
                  <a:cubicBezTo>
                    <a:pt x="515914" y="2932126"/>
                    <a:pt x="515914" y="2827870"/>
                    <a:pt x="576951" y="2777539"/>
                  </a:cubicBezTo>
                  <a:cubicBezTo>
                    <a:pt x="576951" y="2795514"/>
                    <a:pt x="558999" y="2939316"/>
                    <a:pt x="576951" y="2935721"/>
                  </a:cubicBezTo>
                  <a:cubicBezTo>
                    <a:pt x="645168" y="2914150"/>
                    <a:pt x="652349" y="2799109"/>
                    <a:pt x="634397" y="2745184"/>
                  </a:cubicBezTo>
                  <a:cubicBezTo>
                    <a:pt x="616445" y="2576217"/>
                    <a:pt x="734928" y="2482746"/>
                    <a:pt x="792374" y="2328160"/>
                  </a:cubicBezTo>
                  <a:cubicBezTo>
                    <a:pt x="821097" y="2245474"/>
                    <a:pt x="835459" y="2159193"/>
                    <a:pt x="839049" y="2072912"/>
                  </a:cubicBezTo>
                  <a:cubicBezTo>
                    <a:pt x="842640" y="2004607"/>
                    <a:pt x="903676" y="1929111"/>
                    <a:pt x="903676" y="1867995"/>
                  </a:cubicBezTo>
                  <a:cubicBezTo>
                    <a:pt x="903676" y="2072912"/>
                    <a:pt x="943170" y="2270639"/>
                    <a:pt x="914447" y="2475556"/>
                  </a:cubicBezTo>
                  <a:cubicBezTo>
                    <a:pt x="831868" y="2705638"/>
                    <a:pt x="821097" y="2950101"/>
                    <a:pt x="842640" y="3190968"/>
                  </a:cubicBezTo>
                  <a:cubicBezTo>
                    <a:pt x="867772" y="3449811"/>
                    <a:pt x="961122" y="3690678"/>
                    <a:pt x="957532" y="3953115"/>
                  </a:cubicBezTo>
                  <a:cubicBezTo>
                    <a:pt x="950351" y="4136462"/>
                    <a:pt x="943170" y="4319809"/>
                    <a:pt x="982665" y="4495966"/>
                  </a:cubicBezTo>
                  <a:cubicBezTo>
                    <a:pt x="1007797" y="4596627"/>
                    <a:pt x="1036521" y="4693693"/>
                    <a:pt x="1047292" y="4794354"/>
                  </a:cubicBezTo>
                  <a:cubicBezTo>
                    <a:pt x="1058063" y="4884230"/>
                    <a:pt x="1025749" y="4956130"/>
                    <a:pt x="1007797" y="5042411"/>
                  </a:cubicBezTo>
                  <a:cubicBezTo>
                    <a:pt x="979074" y="5164642"/>
                    <a:pt x="1201678" y="5143072"/>
                    <a:pt x="1280667" y="5139477"/>
                  </a:cubicBezTo>
                  <a:cubicBezTo>
                    <a:pt x="1363246" y="5135882"/>
                    <a:pt x="1226811" y="4866254"/>
                    <a:pt x="1216040" y="4808734"/>
                  </a:cubicBezTo>
                  <a:cubicBezTo>
                    <a:pt x="1180136" y="4614602"/>
                    <a:pt x="1219630" y="4420470"/>
                    <a:pt x="1216040" y="4226338"/>
                  </a:cubicBezTo>
                  <a:cubicBezTo>
                    <a:pt x="1212450" y="4136462"/>
                    <a:pt x="1180136" y="4053776"/>
                    <a:pt x="1190907" y="3963901"/>
                  </a:cubicBezTo>
                  <a:cubicBezTo>
                    <a:pt x="1198088" y="3881215"/>
                    <a:pt x="1212450" y="3802124"/>
                    <a:pt x="1223221" y="3723033"/>
                  </a:cubicBezTo>
                  <a:cubicBezTo>
                    <a:pt x="1255534" y="3482166"/>
                    <a:pt x="1291438" y="3237704"/>
                    <a:pt x="1327342" y="2996836"/>
                  </a:cubicBezTo>
                  <a:cubicBezTo>
                    <a:pt x="1363246" y="3234108"/>
                    <a:pt x="1395559" y="3467786"/>
                    <a:pt x="1427873" y="3705058"/>
                  </a:cubicBezTo>
                  <a:cubicBezTo>
                    <a:pt x="1438644" y="3776959"/>
                    <a:pt x="1449415" y="3848859"/>
                    <a:pt x="1460186" y="3920760"/>
                  </a:cubicBezTo>
                  <a:cubicBezTo>
                    <a:pt x="1470958" y="4017826"/>
                    <a:pt x="1445825" y="4096917"/>
                    <a:pt x="1442234" y="4190388"/>
                  </a:cubicBezTo>
                  <a:cubicBezTo>
                    <a:pt x="1427873" y="4388115"/>
                    <a:pt x="1470958" y="4578652"/>
                    <a:pt x="1445825" y="4776379"/>
                  </a:cubicBezTo>
                  <a:cubicBezTo>
                    <a:pt x="1438644" y="4826709"/>
                    <a:pt x="1312980" y="5135882"/>
                    <a:pt x="1359656" y="5139477"/>
                  </a:cubicBezTo>
                  <a:cubicBezTo>
                    <a:pt x="1420692" y="5143072"/>
                    <a:pt x="1657658" y="5157452"/>
                    <a:pt x="1650477" y="5071171"/>
                  </a:cubicBezTo>
                  <a:cubicBezTo>
                    <a:pt x="1643296" y="4984891"/>
                    <a:pt x="1600212" y="4912990"/>
                    <a:pt x="1603802" y="4823114"/>
                  </a:cubicBezTo>
                  <a:cubicBezTo>
                    <a:pt x="1607392" y="4722453"/>
                    <a:pt x="1639706" y="4621792"/>
                    <a:pt x="1664838" y="4524726"/>
                  </a:cubicBezTo>
                  <a:cubicBezTo>
                    <a:pt x="1711514" y="4337784"/>
                    <a:pt x="1704333" y="4147247"/>
                    <a:pt x="1697152" y="3953115"/>
                  </a:cubicBezTo>
                  <a:cubicBezTo>
                    <a:pt x="1693562" y="3705058"/>
                    <a:pt x="1776140" y="3474976"/>
                    <a:pt x="1808454" y="3234108"/>
                  </a:cubicBezTo>
                  <a:cubicBezTo>
                    <a:pt x="1837177" y="2978861"/>
                    <a:pt x="1826406" y="2716424"/>
                    <a:pt x="1740237" y="2475556"/>
                  </a:cubicBezTo>
                  <a:cubicBezTo>
                    <a:pt x="1711514" y="2270639"/>
                    <a:pt x="1751008" y="2072912"/>
                    <a:pt x="1751008" y="1867995"/>
                  </a:cubicBezTo>
                  <a:cubicBezTo>
                    <a:pt x="1751008" y="1925516"/>
                    <a:pt x="1812044" y="1990227"/>
                    <a:pt x="1815635" y="2054937"/>
                  </a:cubicBezTo>
                  <a:cubicBezTo>
                    <a:pt x="1815635" y="2134028"/>
                    <a:pt x="1826406" y="2213119"/>
                    <a:pt x="1851539" y="2288614"/>
                  </a:cubicBezTo>
                  <a:cubicBezTo>
                    <a:pt x="1901804" y="2457581"/>
                    <a:pt x="2038239" y="2565432"/>
                    <a:pt x="2020287" y="2745184"/>
                  </a:cubicBezTo>
                  <a:cubicBezTo>
                    <a:pt x="2002335" y="2799109"/>
                    <a:pt x="2009516" y="2914150"/>
                    <a:pt x="2077733" y="2935721"/>
                  </a:cubicBezTo>
                  <a:cubicBezTo>
                    <a:pt x="2095685" y="2939316"/>
                    <a:pt x="2077733" y="2795514"/>
                    <a:pt x="2077733" y="2777539"/>
                  </a:cubicBezTo>
                  <a:cubicBezTo>
                    <a:pt x="2138770" y="2827870"/>
                    <a:pt x="2138770" y="2932126"/>
                    <a:pt x="2142360" y="3004026"/>
                  </a:cubicBezTo>
                  <a:cubicBezTo>
                    <a:pt x="2145950" y="3032787"/>
                    <a:pt x="2142360" y="3151423"/>
                    <a:pt x="2199806" y="3108282"/>
                  </a:cubicBezTo>
                  <a:cubicBezTo>
                    <a:pt x="2307518" y="3025596"/>
                    <a:pt x="2242891" y="2795514"/>
                    <a:pt x="2214168" y="2684068"/>
                  </a:cubicBezTo>
                  <a:cubicBezTo>
                    <a:pt x="2167493" y="2464771"/>
                    <a:pt x="2131589" y="2245474"/>
                    <a:pt x="2052600" y="2033367"/>
                  </a:cubicBezTo>
                  <a:cubicBezTo>
                    <a:pt x="1973612" y="1824855"/>
                    <a:pt x="1991564" y="1612748"/>
                    <a:pt x="1977202" y="1397046"/>
                  </a:cubicBezTo>
                  <a:cubicBezTo>
                    <a:pt x="1973612" y="1325145"/>
                    <a:pt x="1973612" y="1238864"/>
                    <a:pt x="1937708" y="1174154"/>
                  </a:cubicBezTo>
                  <a:cubicBezTo>
                    <a:pt x="1905394" y="1120228"/>
                    <a:pt x="1794092" y="1109443"/>
                    <a:pt x="1740237" y="1091468"/>
                  </a:cubicBezTo>
                  <a:cubicBezTo>
                    <a:pt x="1661248" y="1073493"/>
                    <a:pt x="1557127" y="1055518"/>
                    <a:pt x="1496090" y="994402"/>
                  </a:cubicBezTo>
                  <a:cubicBezTo>
                    <a:pt x="1435054" y="933286"/>
                    <a:pt x="1485319" y="832625"/>
                    <a:pt x="1506861" y="764320"/>
                  </a:cubicBezTo>
                  <a:cubicBezTo>
                    <a:pt x="1510452" y="731964"/>
                    <a:pt x="1585850" y="706799"/>
                    <a:pt x="1549946" y="595353"/>
                  </a:cubicBezTo>
                  <a:cubicBezTo>
                    <a:pt x="1585850" y="429981"/>
                    <a:pt x="1506861" y="300560"/>
                    <a:pt x="1327342" y="29337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p>
          </p:txBody>
        </p:sp>
      </p:grpSp>
      <p:graphicFrame>
        <p:nvGraphicFramePr>
          <p:cNvPr id="53" name="Chart 52">
            <a:extLst>
              <a:ext uri="{FF2B5EF4-FFF2-40B4-BE49-F238E27FC236}">
                <a16:creationId xmlns:a16="http://schemas.microsoft.com/office/drawing/2014/main" id="{AF34F213-6E98-417E-B0D6-8155E54081AC}"/>
              </a:ext>
            </a:extLst>
          </p:cNvPr>
          <p:cNvGraphicFramePr/>
          <p:nvPr>
            <p:extLst>
              <p:ext uri="{D42A27DB-BD31-4B8C-83A1-F6EECF244321}">
                <p14:modId xmlns:p14="http://schemas.microsoft.com/office/powerpoint/2010/main" val="2307368276"/>
              </p:ext>
            </p:extLst>
          </p:nvPr>
        </p:nvGraphicFramePr>
        <p:xfrm>
          <a:off x="2698707" y="1326883"/>
          <a:ext cx="2211386" cy="135916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4" name="Chart 53">
            <a:extLst>
              <a:ext uri="{FF2B5EF4-FFF2-40B4-BE49-F238E27FC236}">
                <a16:creationId xmlns:a16="http://schemas.microsoft.com/office/drawing/2014/main" id="{1D892E96-2BCA-441C-AB03-406251D4B1FC}"/>
              </a:ext>
            </a:extLst>
          </p:cNvPr>
          <p:cNvGraphicFramePr/>
          <p:nvPr/>
        </p:nvGraphicFramePr>
        <p:xfrm>
          <a:off x="2698707" y="3019425"/>
          <a:ext cx="2211386" cy="135916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5" name="Chart 54">
            <a:extLst>
              <a:ext uri="{FF2B5EF4-FFF2-40B4-BE49-F238E27FC236}">
                <a16:creationId xmlns:a16="http://schemas.microsoft.com/office/drawing/2014/main" id="{9D5CE281-BFD7-49BB-A6CF-13C416303950}"/>
              </a:ext>
            </a:extLst>
          </p:cNvPr>
          <p:cNvGraphicFramePr/>
          <p:nvPr/>
        </p:nvGraphicFramePr>
        <p:xfrm>
          <a:off x="2698707" y="4794778"/>
          <a:ext cx="2211386" cy="1359167"/>
        </p:xfrm>
        <a:graphic>
          <a:graphicData uri="http://schemas.openxmlformats.org/drawingml/2006/chart">
            <c:chart xmlns:c="http://schemas.openxmlformats.org/drawingml/2006/chart" xmlns:r="http://schemas.openxmlformats.org/officeDocument/2006/relationships" r:id="rId5"/>
          </a:graphicData>
        </a:graphic>
      </p:graphicFrame>
      <p:grpSp>
        <p:nvGrpSpPr>
          <p:cNvPr id="29" name="Brain">
            <a:extLst>
              <a:ext uri="{FF2B5EF4-FFF2-40B4-BE49-F238E27FC236}">
                <a16:creationId xmlns:a16="http://schemas.microsoft.com/office/drawing/2014/main" id="{98D4625B-53DE-4D03-9B22-6F95265402D1}"/>
              </a:ext>
            </a:extLst>
          </p:cNvPr>
          <p:cNvGrpSpPr>
            <a:grpSpLocks/>
          </p:cNvGrpSpPr>
          <p:nvPr/>
        </p:nvGrpSpPr>
        <p:grpSpPr bwMode="auto">
          <a:xfrm>
            <a:off x="3585326" y="1784987"/>
            <a:ext cx="413544" cy="441502"/>
            <a:chOff x="3141663" y="2725738"/>
            <a:chExt cx="563563" cy="601663"/>
          </a:xfrm>
          <a:solidFill>
            <a:schemeClr val="accent3"/>
          </a:solidFill>
        </p:grpSpPr>
        <p:sp>
          <p:nvSpPr>
            <p:cNvPr id="30" name="Freeform 1734">
              <a:extLst>
                <a:ext uri="{FF2B5EF4-FFF2-40B4-BE49-F238E27FC236}">
                  <a16:creationId xmlns:a16="http://schemas.microsoft.com/office/drawing/2014/main" id="{F9A020B7-080F-4A52-BA77-26982A9069DF}"/>
                </a:ext>
              </a:extLst>
            </p:cNvPr>
            <p:cNvSpPr>
              <a:spLocks noEditPoints="1"/>
            </p:cNvSpPr>
            <p:nvPr/>
          </p:nvSpPr>
          <p:spPr bwMode="auto">
            <a:xfrm>
              <a:off x="3430588" y="2725738"/>
              <a:ext cx="274638" cy="601663"/>
            </a:xfrm>
            <a:custGeom>
              <a:avLst/>
              <a:gdLst>
                <a:gd name="T0" fmla="*/ 240779 w 73"/>
                <a:gd name="T1" fmla="*/ 233144 h 160"/>
                <a:gd name="T2" fmla="*/ 221968 w 73"/>
                <a:gd name="T3" fmla="*/ 282030 h 160"/>
                <a:gd name="T4" fmla="*/ 225730 w 73"/>
                <a:gd name="T5" fmla="*/ 214342 h 160"/>
                <a:gd name="T6" fmla="*/ 161773 w 73"/>
                <a:gd name="T7" fmla="*/ 78968 h 160"/>
                <a:gd name="T8" fmla="*/ 79005 w 73"/>
                <a:gd name="T9" fmla="*/ 0 h 160"/>
                <a:gd name="T10" fmla="*/ 0 w 73"/>
                <a:gd name="T11" fmla="*/ 146655 h 160"/>
                <a:gd name="T12" fmla="*/ 82768 w 73"/>
                <a:gd name="T13" fmla="*/ 78968 h 160"/>
                <a:gd name="T14" fmla="*/ 60195 w 73"/>
                <a:gd name="T15" fmla="*/ 30083 h 160"/>
                <a:gd name="T16" fmla="*/ 97816 w 73"/>
                <a:gd name="T17" fmla="*/ 63927 h 160"/>
                <a:gd name="T18" fmla="*/ 124151 w 73"/>
                <a:gd name="T19" fmla="*/ 48885 h 160"/>
                <a:gd name="T20" fmla="*/ 101578 w 73"/>
                <a:gd name="T21" fmla="*/ 82729 h 160"/>
                <a:gd name="T22" fmla="*/ 150487 w 73"/>
                <a:gd name="T23" fmla="*/ 172978 h 160"/>
                <a:gd name="T24" fmla="*/ 184346 w 73"/>
                <a:gd name="T25" fmla="*/ 188020 h 160"/>
                <a:gd name="T26" fmla="*/ 195633 w 73"/>
                <a:gd name="T27" fmla="*/ 199301 h 160"/>
                <a:gd name="T28" fmla="*/ 161773 w 73"/>
                <a:gd name="T29" fmla="*/ 206822 h 160"/>
                <a:gd name="T30" fmla="*/ 82768 w 73"/>
                <a:gd name="T31" fmla="*/ 135374 h 160"/>
                <a:gd name="T32" fmla="*/ 0 w 73"/>
                <a:gd name="T33" fmla="*/ 304592 h 160"/>
                <a:gd name="T34" fmla="*/ 67719 w 73"/>
                <a:gd name="T35" fmla="*/ 353477 h 160"/>
                <a:gd name="T36" fmla="*/ 135438 w 73"/>
                <a:gd name="T37" fmla="*/ 274509 h 160"/>
                <a:gd name="T38" fmla="*/ 142962 w 73"/>
                <a:gd name="T39" fmla="*/ 289550 h 160"/>
                <a:gd name="T40" fmla="*/ 112865 w 73"/>
                <a:gd name="T41" fmla="*/ 334675 h 160"/>
                <a:gd name="T42" fmla="*/ 188108 w 73"/>
                <a:gd name="T43" fmla="*/ 353477 h 160"/>
                <a:gd name="T44" fmla="*/ 191870 w 73"/>
                <a:gd name="T45" fmla="*/ 372279 h 160"/>
                <a:gd name="T46" fmla="*/ 112865 w 73"/>
                <a:gd name="T47" fmla="*/ 357237 h 160"/>
                <a:gd name="T48" fmla="*/ 71481 w 73"/>
                <a:gd name="T49" fmla="*/ 372279 h 160"/>
                <a:gd name="T50" fmla="*/ 0 w 73"/>
                <a:gd name="T51" fmla="*/ 330915 h 160"/>
                <a:gd name="T52" fmla="*/ 67719 w 73"/>
                <a:gd name="T53" fmla="*/ 439966 h 160"/>
                <a:gd name="T54" fmla="*/ 131676 w 73"/>
                <a:gd name="T55" fmla="*/ 436206 h 160"/>
                <a:gd name="T56" fmla="*/ 86530 w 73"/>
                <a:gd name="T57" fmla="*/ 462528 h 160"/>
                <a:gd name="T58" fmla="*/ 94054 w 73"/>
                <a:gd name="T59" fmla="*/ 500132 h 160"/>
                <a:gd name="T60" fmla="*/ 86530 w 73"/>
                <a:gd name="T61" fmla="*/ 507653 h 160"/>
                <a:gd name="T62" fmla="*/ 0 w 73"/>
                <a:gd name="T63" fmla="*/ 428685 h 160"/>
                <a:gd name="T64" fmla="*/ 3762 w 73"/>
                <a:gd name="T65" fmla="*/ 518934 h 160"/>
                <a:gd name="T66" fmla="*/ 191870 w 73"/>
                <a:gd name="T67" fmla="*/ 492612 h 160"/>
                <a:gd name="T68" fmla="*/ 165535 w 73"/>
                <a:gd name="T69" fmla="*/ 417404 h 160"/>
                <a:gd name="T70" fmla="*/ 176822 w 73"/>
                <a:gd name="T71" fmla="*/ 406123 h 160"/>
                <a:gd name="T72" fmla="*/ 221968 w 73"/>
                <a:gd name="T73" fmla="*/ 424924 h 160"/>
                <a:gd name="T74" fmla="*/ 214443 w 73"/>
                <a:gd name="T75" fmla="*/ 428685 h 160"/>
                <a:gd name="T76" fmla="*/ 210681 w 73"/>
                <a:gd name="T77" fmla="*/ 409883 h 160"/>
                <a:gd name="T78" fmla="*/ 150487 w 73"/>
                <a:gd name="T79" fmla="*/ 248186 h 160"/>
                <a:gd name="T80" fmla="*/ 26335 w 73"/>
                <a:gd name="T81" fmla="*/ 259467 h 160"/>
                <a:gd name="T82" fmla="*/ 15049 w 73"/>
                <a:gd name="T83" fmla="*/ 259467 h 160"/>
                <a:gd name="T84" fmla="*/ 75243 w 73"/>
                <a:gd name="T85" fmla="*/ 218103 h 160"/>
                <a:gd name="T86" fmla="*/ 75243 w 73"/>
                <a:gd name="T87" fmla="*/ 172978 h 160"/>
                <a:gd name="T88" fmla="*/ 86530 w 73"/>
                <a:gd name="T89" fmla="*/ 161697 h 160"/>
                <a:gd name="T90" fmla="*/ 97816 w 73"/>
                <a:gd name="T91" fmla="*/ 218103 h 160"/>
                <a:gd name="T92" fmla="*/ 150487 w 73"/>
                <a:gd name="T93" fmla="*/ 248186 h 16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73" h="160">
                  <a:moveTo>
                    <a:pt x="70" y="75"/>
                  </a:moveTo>
                  <a:cubicBezTo>
                    <a:pt x="69" y="71"/>
                    <a:pt x="67" y="66"/>
                    <a:pt x="64" y="62"/>
                  </a:cubicBezTo>
                  <a:cubicBezTo>
                    <a:pt x="64" y="66"/>
                    <a:pt x="63" y="70"/>
                    <a:pt x="62" y="74"/>
                  </a:cubicBezTo>
                  <a:cubicBezTo>
                    <a:pt x="62" y="75"/>
                    <a:pt x="60" y="76"/>
                    <a:pt x="59" y="75"/>
                  </a:cubicBezTo>
                  <a:cubicBezTo>
                    <a:pt x="58" y="75"/>
                    <a:pt x="57" y="74"/>
                    <a:pt x="58" y="73"/>
                  </a:cubicBezTo>
                  <a:cubicBezTo>
                    <a:pt x="59" y="68"/>
                    <a:pt x="60" y="62"/>
                    <a:pt x="60" y="57"/>
                  </a:cubicBezTo>
                  <a:cubicBezTo>
                    <a:pt x="60" y="42"/>
                    <a:pt x="54" y="29"/>
                    <a:pt x="44" y="23"/>
                  </a:cubicBezTo>
                  <a:cubicBezTo>
                    <a:pt x="43" y="22"/>
                    <a:pt x="43" y="22"/>
                    <a:pt x="43" y="21"/>
                  </a:cubicBezTo>
                  <a:cubicBezTo>
                    <a:pt x="43" y="21"/>
                    <a:pt x="43" y="20"/>
                    <a:pt x="43" y="20"/>
                  </a:cubicBezTo>
                  <a:cubicBezTo>
                    <a:pt x="43" y="9"/>
                    <a:pt x="33" y="0"/>
                    <a:pt x="21" y="0"/>
                  </a:cubicBezTo>
                  <a:cubicBezTo>
                    <a:pt x="10" y="0"/>
                    <a:pt x="0" y="9"/>
                    <a:pt x="0" y="20"/>
                  </a:cubicBezTo>
                  <a:cubicBezTo>
                    <a:pt x="0" y="39"/>
                    <a:pt x="0" y="39"/>
                    <a:pt x="0" y="39"/>
                  </a:cubicBezTo>
                  <a:cubicBezTo>
                    <a:pt x="5" y="34"/>
                    <a:pt x="11" y="32"/>
                    <a:pt x="17" y="31"/>
                  </a:cubicBezTo>
                  <a:cubicBezTo>
                    <a:pt x="20" y="29"/>
                    <a:pt x="22" y="25"/>
                    <a:pt x="22" y="21"/>
                  </a:cubicBezTo>
                  <a:cubicBezTo>
                    <a:pt x="22" y="17"/>
                    <a:pt x="20" y="14"/>
                    <a:pt x="17" y="12"/>
                  </a:cubicBezTo>
                  <a:cubicBezTo>
                    <a:pt x="16" y="11"/>
                    <a:pt x="16" y="9"/>
                    <a:pt x="16" y="8"/>
                  </a:cubicBezTo>
                  <a:cubicBezTo>
                    <a:pt x="17" y="7"/>
                    <a:pt x="18" y="7"/>
                    <a:pt x="19" y="8"/>
                  </a:cubicBezTo>
                  <a:cubicBezTo>
                    <a:pt x="23" y="10"/>
                    <a:pt x="25" y="13"/>
                    <a:pt x="26" y="17"/>
                  </a:cubicBezTo>
                  <a:cubicBezTo>
                    <a:pt x="28" y="16"/>
                    <a:pt x="29" y="15"/>
                    <a:pt x="30" y="14"/>
                  </a:cubicBezTo>
                  <a:cubicBezTo>
                    <a:pt x="31" y="13"/>
                    <a:pt x="32" y="12"/>
                    <a:pt x="33" y="13"/>
                  </a:cubicBezTo>
                  <a:cubicBezTo>
                    <a:pt x="35" y="13"/>
                    <a:pt x="35" y="15"/>
                    <a:pt x="34" y="16"/>
                  </a:cubicBezTo>
                  <a:cubicBezTo>
                    <a:pt x="32" y="19"/>
                    <a:pt x="30" y="21"/>
                    <a:pt x="27" y="22"/>
                  </a:cubicBezTo>
                  <a:cubicBezTo>
                    <a:pt x="26" y="25"/>
                    <a:pt x="25" y="29"/>
                    <a:pt x="23" y="31"/>
                  </a:cubicBezTo>
                  <a:cubicBezTo>
                    <a:pt x="28" y="32"/>
                    <a:pt x="35" y="36"/>
                    <a:pt x="40" y="46"/>
                  </a:cubicBezTo>
                  <a:cubicBezTo>
                    <a:pt x="42" y="49"/>
                    <a:pt x="43" y="50"/>
                    <a:pt x="44" y="51"/>
                  </a:cubicBezTo>
                  <a:cubicBezTo>
                    <a:pt x="47" y="51"/>
                    <a:pt x="49" y="50"/>
                    <a:pt x="49" y="50"/>
                  </a:cubicBezTo>
                  <a:cubicBezTo>
                    <a:pt x="50" y="49"/>
                    <a:pt x="51" y="49"/>
                    <a:pt x="52" y="50"/>
                  </a:cubicBezTo>
                  <a:cubicBezTo>
                    <a:pt x="53" y="51"/>
                    <a:pt x="53" y="53"/>
                    <a:pt x="52" y="53"/>
                  </a:cubicBezTo>
                  <a:cubicBezTo>
                    <a:pt x="51" y="53"/>
                    <a:pt x="49" y="55"/>
                    <a:pt x="45" y="55"/>
                  </a:cubicBezTo>
                  <a:cubicBezTo>
                    <a:pt x="45" y="55"/>
                    <a:pt x="44" y="55"/>
                    <a:pt x="43" y="55"/>
                  </a:cubicBezTo>
                  <a:cubicBezTo>
                    <a:pt x="40" y="54"/>
                    <a:pt x="38" y="52"/>
                    <a:pt x="36" y="48"/>
                  </a:cubicBezTo>
                  <a:cubicBezTo>
                    <a:pt x="33" y="41"/>
                    <a:pt x="28" y="36"/>
                    <a:pt x="22" y="36"/>
                  </a:cubicBezTo>
                  <a:cubicBezTo>
                    <a:pt x="15" y="34"/>
                    <a:pt x="7" y="38"/>
                    <a:pt x="0" y="45"/>
                  </a:cubicBezTo>
                  <a:cubicBezTo>
                    <a:pt x="0" y="81"/>
                    <a:pt x="0" y="81"/>
                    <a:pt x="0" y="81"/>
                  </a:cubicBezTo>
                  <a:cubicBezTo>
                    <a:pt x="1" y="82"/>
                    <a:pt x="1" y="82"/>
                    <a:pt x="1" y="82"/>
                  </a:cubicBezTo>
                  <a:cubicBezTo>
                    <a:pt x="6" y="88"/>
                    <a:pt x="11" y="95"/>
                    <a:pt x="18" y="94"/>
                  </a:cubicBezTo>
                  <a:cubicBezTo>
                    <a:pt x="22" y="94"/>
                    <a:pt x="25" y="89"/>
                    <a:pt x="27" y="85"/>
                  </a:cubicBezTo>
                  <a:cubicBezTo>
                    <a:pt x="30" y="80"/>
                    <a:pt x="32" y="75"/>
                    <a:pt x="36" y="73"/>
                  </a:cubicBezTo>
                  <a:cubicBezTo>
                    <a:pt x="37" y="73"/>
                    <a:pt x="38" y="73"/>
                    <a:pt x="39" y="74"/>
                  </a:cubicBezTo>
                  <a:cubicBezTo>
                    <a:pt x="40" y="75"/>
                    <a:pt x="39" y="77"/>
                    <a:pt x="38" y="77"/>
                  </a:cubicBezTo>
                  <a:cubicBezTo>
                    <a:pt x="35" y="79"/>
                    <a:pt x="33" y="83"/>
                    <a:pt x="31" y="87"/>
                  </a:cubicBezTo>
                  <a:cubicBezTo>
                    <a:pt x="31" y="88"/>
                    <a:pt x="30" y="88"/>
                    <a:pt x="30" y="89"/>
                  </a:cubicBezTo>
                  <a:cubicBezTo>
                    <a:pt x="31" y="90"/>
                    <a:pt x="31" y="90"/>
                    <a:pt x="32" y="91"/>
                  </a:cubicBezTo>
                  <a:cubicBezTo>
                    <a:pt x="37" y="94"/>
                    <a:pt x="42" y="96"/>
                    <a:pt x="50" y="94"/>
                  </a:cubicBezTo>
                  <a:cubicBezTo>
                    <a:pt x="51" y="94"/>
                    <a:pt x="52" y="95"/>
                    <a:pt x="52" y="96"/>
                  </a:cubicBezTo>
                  <a:cubicBezTo>
                    <a:pt x="53" y="97"/>
                    <a:pt x="52" y="98"/>
                    <a:pt x="51" y="99"/>
                  </a:cubicBezTo>
                  <a:cubicBezTo>
                    <a:pt x="49" y="99"/>
                    <a:pt x="47" y="99"/>
                    <a:pt x="45" y="99"/>
                  </a:cubicBezTo>
                  <a:cubicBezTo>
                    <a:pt x="38" y="99"/>
                    <a:pt x="34" y="97"/>
                    <a:pt x="30" y="95"/>
                  </a:cubicBezTo>
                  <a:cubicBezTo>
                    <a:pt x="29" y="94"/>
                    <a:pt x="28" y="94"/>
                    <a:pt x="27" y="93"/>
                  </a:cubicBezTo>
                  <a:cubicBezTo>
                    <a:pt x="25" y="96"/>
                    <a:pt x="22" y="99"/>
                    <a:pt x="19" y="99"/>
                  </a:cubicBezTo>
                  <a:cubicBezTo>
                    <a:pt x="18" y="99"/>
                    <a:pt x="18" y="99"/>
                    <a:pt x="18" y="99"/>
                  </a:cubicBezTo>
                  <a:cubicBezTo>
                    <a:pt x="10" y="99"/>
                    <a:pt x="5" y="94"/>
                    <a:pt x="0" y="88"/>
                  </a:cubicBezTo>
                  <a:cubicBezTo>
                    <a:pt x="0" y="109"/>
                    <a:pt x="0" y="109"/>
                    <a:pt x="0" y="109"/>
                  </a:cubicBezTo>
                  <a:cubicBezTo>
                    <a:pt x="8" y="111"/>
                    <a:pt x="14" y="114"/>
                    <a:pt x="18" y="117"/>
                  </a:cubicBezTo>
                  <a:cubicBezTo>
                    <a:pt x="23" y="119"/>
                    <a:pt x="28" y="118"/>
                    <a:pt x="32" y="116"/>
                  </a:cubicBezTo>
                  <a:cubicBezTo>
                    <a:pt x="33" y="115"/>
                    <a:pt x="35" y="115"/>
                    <a:pt x="35" y="116"/>
                  </a:cubicBezTo>
                  <a:cubicBezTo>
                    <a:pt x="36" y="117"/>
                    <a:pt x="36" y="119"/>
                    <a:pt x="35" y="119"/>
                  </a:cubicBezTo>
                  <a:cubicBezTo>
                    <a:pt x="31" y="122"/>
                    <a:pt x="27" y="123"/>
                    <a:pt x="23" y="123"/>
                  </a:cubicBezTo>
                  <a:cubicBezTo>
                    <a:pt x="23" y="123"/>
                    <a:pt x="22" y="123"/>
                    <a:pt x="22" y="123"/>
                  </a:cubicBezTo>
                  <a:cubicBezTo>
                    <a:pt x="24" y="125"/>
                    <a:pt x="25" y="129"/>
                    <a:pt x="25" y="133"/>
                  </a:cubicBezTo>
                  <a:cubicBezTo>
                    <a:pt x="25" y="134"/>
                    <a:pt x="24" y="135"/>
                    <a:pt x="23" y="135"/>
                  </a:cubicBezTo>
                  <a:cubicBezTo>
                    <a:pt x="23" y="135"/>
                    <a:pt x="23" y="135"/>
                    <a:pt x="23" y="135"/>
                  </a:cubicBezTo>
                  <a:cubicBezTo>
                    <a:pt x="22" y="135"/>
                    <a:pt x="21" y="134"/>
                    <a:pt x="21" y="133"/>
                  </a:cubicBezTo>
                  <a:cubicBezTo>
                    <a:pt x="20" y="123"/>
                    <a:pt x="13" y="117"/>
                    <a:pt x="0" y="114"/>
                  </a:cubicBezTo>
                  <a:cubicBezTo>
                    <a:pt x="0" y="131"/>
                    <a:pt x="0" y="131"/>
                    <a:pt x="0" y="131"/>
                  </a:cubicBezTo>
                  <a:cubicBezTo>
                    <a:pt x="0" y="134"/>
                    <a:pt x="0" y="136"/>
                    <a:pt x="1" y="138"/>
                  </a:cubicBezTo>
                  <a:cubicBezTo>
                    <a:pt x="4" y="151"/>
                    <a:pt x="14" y="160"/>
                    <a:pt x="25" y="160"/>
                  </a:cubicBezTo>
                  <a:cubicBezTo>
                    <a:pt x="39" y="160"/>
                    <a:pt x="51" y="147"/>
                    <a:pt x="51" y="131"/>
                  </a:cubicBezTo>
                  <a:cubicBezTo>
                    <a:pt x="51" y="129"/>
                    <a:pt x="50" y="126"/>
                    <a:pt x="50" y="123"/>
                  </a:cubicBezTo>
                  <a:cubicBezTo>
                    <a:pt x="49" y="119"/>
                    <a:pt x="46" y="115"/>
                    <a:pt x="44" y="111"/>
                  </a:cubicBezTo>
                  <a:cubicBezTo>
                    <a:pt x="43" y="110"/>
                    <a:pt x="43" y="109"/>
                    <a:pt x="44" y="108"/>
                  </a:cubicBezTo>
                  <a:cubicBezTo>
                    <a:pt x="45" y="107"/>
                    <a:pt x="46" y="108"/>
                    <a:pt x="47" y="108"/>
                  </a:cubicBezTo>
                  <a:cubicBezTo>
                    <a:pt x="50" y="112"/>
                    <a:pt x="52" y="116"/>
                    <a:pt x="53" y="120"/>
                  </a:cubicBezTo>
                  <a:cubicBezTo>
                    <a:pt x="56" y="118"/>
                    <a:pt x="58" y="116"/>
                    <a:pt x="59" y="113"/>
                  </a:cubicBezTo>
                  <a:cubicBezTo>
                    <a:pt x="58" y="113"/>
                    <a:pt x="58" y="113"/>
                    <a:pt x="58" y="113"/>
                  </a:cubicBezTo>
                  <a:cubicBezTo>
                    <a:pt x="58" y="113"/>
                    <a:pt x="57" y="114"/>
                    <a:pt x="57" y="114"/>
                  </a:cubicBezTo>
                  <a:cubicBezTo>
                    <a:pt x="56" y="114"/>
                    <a:pt x="55" y="113"/>
                    <a:pt x="55" y="112"/>
                  </a:cubicBezTo>
                  <a:cubicBezTo>
                    <a:pt x="54" y="111"/>
                    <a:pt x="55" y="110"/>
                    <a:pt x="56" y="109"/>
                  </a:cubicBezTo>
                  <a:cubicBezTo>
                    <a:pt x="67" y="103"/>
                    <a:pt x="73" y="89"/>
                    <a:pt x="70" y="75"/>
                  </a:cubicBezTo>
                  <a:close/>
                  <a:moveTo>
                    <a:pt x="40" y="66"/>
                  </a:moveTo>
                  <a:cubicBezTo>
                    <a:pt x="40" y="67"/>
                    <a:pt x="38" y="67"/>
                    <a:pt x="37" y="66"/>
                  </a:cubicBezTo>
                  <a:cubicBezTo>
                    <a:pt x="27" y="60"/>
                    <a:pt x="16" y="61"/>
                    <a:pt x="7" y="69"/>
                  </a:cubicBezTo>
                  <a:cubicBezTo>
                    <a:pt x="7" y="69"/>
                    <a:pt x="6" y="70"/>
                    <a:pt x="5" y="70"/>
                  </a:cubicBezTo>
                  <a:cubicBezTo>
                    <a:pt x="5" y="70"/>
                    <a:pt x="4" y="69"/>
                    <a:pt x="4" y="69"/>
                  </a:cubicBezTo>
                  <a:cubicBezTo>
                    <a:pt x="3" y="68"/>
                    <a:pt x="3" y="67"/>
                    <a:pt x="4" y="66"/>
                  </a:cubicBezTo>
                  <a:cubicBezTo>
                    <a:pt x="8" y="61"/>
                    <a:pt x="14" y="59"/>
                    <a:pt x="20" y="58"/>
                  </a:cubicBezTo>
                  <a:cubicBezTo>
                    <a:pt x="21" y="57"/>
                    <a:pt x="23" y="55"/>
                    <a:pt x="23" y="54"/>
                  </a:cubicBezTo>
                  <a:cubicBezTo>
                    <a:pt x="23" y="51"/>
                    <a:pt x="22" y="49"/>
                    <a:pt x="20" y="46"/>
                  </a:cubicBezTo>
                  <a:cubicBezTo>
                    <a:pt x="19" y="45"/>
                    <a:pt x="19" y="44"/>
                    <a:pt x="20" y="43"/>
                  </a:cubicBezTo>
                  <a:cubicBezTo>
                    <a:pt x="21" y="42"/>
                    <a:pt x="22" y="42"/>
                    <a:pt x="23" y="43"/>
                  </a:cubicBezTo>
                  <a:cubicBezTo>
                    <a:pt x="27" y="48"/>
                    <a:pt x="28" y="52"/>
                    <a:pt x="27" y="55"/>
                  </a:cubicBezTo>
                  <a:cubicBezTo>
                    <a:pt x="27" y="56"/>
                    <a:pt x="27" y="57"/>
                    <a:pt x="26" y="58"/>
                  </a:cubicBezTo>
                  <a:cubicBezTo>
                    <a:pt x="31" y="58"/>
                    <a:pt x="35" y="60"/>
                    <a:pt x="40" y="62"/>
                  </a:cubicBezTo>
                  <a:cubicBezTo>
                    <a:pt x="41" y="63"/>
                    <a:pt x="41" y="65"/>
                    <a:pt x="40"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31" name="Freeform 1735">
              <a:extLst>
                <a:ext uri="{FF2B5EF4-FFF2-40B4-BE49-F238E27FC236}">
                  <a16:creationId xmlns:a16="http://schemas.microsoft.com/office/drawing/2014/main" id="{A5B1A609-76AB-4C42-A5FB-DA4AD8750F9E}"/>
                </a:ext>
              </a:extLst>
            </p:cNvPr>
            <p:cNvSpPr>
              <a:spLocks noEditPoints="1"/>
            </p:cNvSpPr>
            <p:nvPr/>
          </p:nvSpPr>
          <p:spPr bwMode="auto">
            <a:xfrm>
              <a:off x="3141663" y="2725738"/>
              <a:ext cx="269875" cy="601663"/>
            </a:xfrm>
            <a:custGeom>
              <a:avLst/>
              <a:gdLst>
                <a:gd name="T0" fmla="*/ 78714 w 72"/>
                <a:gd name="T1" fmla="*/ 492612 h 160"/>
                <a:gd name="T2" fmla="*/ 266127 w 72"/>
                <a:gd name="T3" fmla="*/ 518934 h 160"/>
                <a:gd name="T4" fmla="*/ 269875 w 72"/>
                <a:gd name="T5" fmla="*/ 428685 h 160"/>
                <a:gd name="T6" fmla="*/ 183665 w 72"/>
                <a:gd name="T7" fmla="*/ 507653 h 160"/>
                <a:gd name="T8" fmla="*/ 176168 w 72"/>
                <a:gd name="T9" fmla="*/ 500132 h 160"/>
                <a:gd name="T10" fmla="*/ 146182 w 72"/>
                <a:gd name="T11" fmla="*/ 443726 h 160"/>
                <a:gd name="T12" fmla="*/ 142434 w 72"/>
                <a:gd name="T13" fmla="*/ 428685 h 160"/>
                <a:gd name="T14" fmla="*/ 269875 w 72"/>
                <a:gd name="T15" fmla="*/ 409883 h 160"/>
                <a:gd name="T16" fmla="*/ 202406 w 72"/>
                <a:gd name="T17" fmla="*/ 372279 h 160"/>
                <a:gd name="T18" fmla="*/ 168672 w 72"/>
                <a:gd name="T19" fmla="*/ 349717 h 160"/>
                <a:gd name="T20" fmla="*/ 101203 w 72"/>
                <a:gd name="T21" fmla="*/ 372279 h 160"/>
                <a:gd name="T22" fmla="*/ 74965 w 72"/>
                <a:gd name="T23" fmla="*/ 360998 h 160"/>
                <a:gd name="T24" fmla="*/ 149931 w 72"/>
                <a:gd name="T25" fmla="*/ 342196 h 160"/>
                <a:gd name="T26" fmla="*/ 153679 w 72"/>
                <a:gd name="T27" fmla="*/ 327154 h 160"/>
                <a:gd name="T28" fmla="*/ 123693 w 72"/>
                <a:gd name="T29" fmla="*/ 278269 h 160"/>
                <a:gd name="T30" fmla="*/ 168672 w 72"/>
                <a:gd name="T31" fmla="*/ 319633 h 160"/>
                <a:gd name="T32" fmla="*/ 266127 w 72"/>
                <a:gd name="T33" fmla="*/ 308352 h 160"/>
                <a:gd name="T34" fmla="*/ 269875 w 72"/>
                <a:gd name="T35" fmla="*/ 169218 h 160"/>
                <a:gd name="T36" fmla="*/ 134938 w 72"/>
                <a:gd name="T37" fmla="*/ 180499 h 160"/>
                <a:gd name="T38" fmla="*/ 101203 w 72"/>
                <a:gd name="T39" fmla="*/ 206822 h 160"/>
                <a:gd name="T40" fmla="*/ 74965 w 72"/>
                <a:gd name="T41" fmla="*/ 188020 h 160"/>
                <a:gd name="T42" fmla="*/ 104951 w 72"/>
                <a:gd name="T43" fmla="*/ 191780 h 160"/>
                <a:gd name="T44" fmla="*/ 183665 w 72"/>
                <a:gd name="T45" fmla="*/ 116572 h 160"/>
                <a:gd name="T46" fmla="*/ 198658 w 72"/>
                <a:gd name="T47" fmla="*/ 30083 h 160"/>
                <a:gd name="T48" fmla="*/ 206155 w 72"/>
                <a:gd name="T49" fmla="*/ 45125 h 160"/>
                <a:gd name="T50" fmla="*/ 206155 w 72"/>
                <a:gd name="T51" fmla="*/ 116572 h 160"/>
                <a:gd name="T52" fmla="*/ 269875 w 72"/>
                <a:gd name="T53" fmla="*/ 75208 h 160"/>
                <a:gd name="T54" fmla="*/ 108700 w 72"/>
                <a:gd name="T55" fmla="*/ 75208 h 160"/>
                <a:gd name="T56" fmla="*/ 104951 w 72"/>
                <a:gd name="T57" fmla="*/ 86489 h 160"/>
                <a:gd name="T58" fmla="*/ 52476 w 72"/>
                <a:gd name="T59" fmla="*/ 274509 h 160"/>
                <a:gd name="T60" fmla="*/ 37483 w 72"/>
                <a:gd name="T61" fmla="*/ 278269 h 160"/>
                <a:gd name="T62" fmla="*/ 7497 w 72"/>
                <a:gd name="T63" fmla="*/ 282030 h 160"/>
                <a:gd name="T64" fmla="*/ 63720 w 72"/>
                <a:gd name="T65" fmla="*/ 421164 h 160"/>
                <a:gd name="T66" fmla="*/ 52476 w 72"/>
                <a:gd name="T67" fmla="*/ 424924 h 160"/>
                <a:gd name="T68" fmla="*/ 71217 w 72"/>
                <a:gd name="T69" fmla="*/ 451247 h 160"/>
                <a:gd name="T70" fmla="*/ 104951 w 72"/>
                <a:gd name="T71" fmla="*/ 406123 h 160"/>
                <a:gd name="T72" fmla="*/ 82462 w 72"/>
                <a:gd name="T73" fmla="*/ 462528 h 160"/>
                <a:gd name="T74" fmla="*/ 172420 w 72"/>
                <a:gd name="T75" fmla="*/ 218103 h 160"/>
                <a:gd name="T76" fmla="*/ 183665 w 72"/>
                <a:gd name="T77" fmla="*/ 161697 h 160"/>
                <a:gd name="T78" fmla="*/ 194910 w 72"/>
                <a:gd name="T79" fmla="*/ 172978 h 160"/>
                <a:gd name="T80" fmla="*/ 198658 w 72"/>
                <a:gd name="T81" fmla="*/ 218103 h 160"/>
                <a:gd name="T82" fmla="*/ 254882 w 72"/>
                <a:gd name="T83" fmla="*/ 259467 h 160"/>
                <a:gd name="T84" fmla="*/ 243637 w 72"/>
                <a:gd name="T85" fmla="*/ 259467 h 160"/>
                <a:gd name="T86" fmla="*/ 198658 w 72"/>
                <a:gd name="T87" fmla="*/ 259467 h 160"/>
                <a:gd name="T88" fmla="*/ 176168 w 72"/>
                <a:gd name="T89" fmla="*/ 282030 h 160"/>
                <a:gd name="T90" fmla="*/ 168672 w 72"/>
                <a:gd name="T91" fmla="*/ 270748 h 160"/>
                <a:gd name="T92" fmla="*/ 206155 w 72"/>
                <a:gd name="T93" fmla="*/ 236905 h 160"/>
                <a:gd name="T94" fmla="*/ 119944 w 72"/>
                <a:gd name="T95" fmla="*/ 248186 h 1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72" h="160">
                  <a:moveTo>
                    <a:pt x="22" y="123"/>
                  </a:moveTo>
                  <a:cubicBezTo>
                    <a:pt x="22" y="126"/>
                    <a:pt x="21" y="129"/>
                    <a:pt x="21" y="131"/>
                  </a:cubicBezTo>
                  <a:cubicBezTo>
                    <a:pt x="21" y="147"/>
                    <a:pt x="33" y="160"/>
                    <a:pt x="47" y="160"/>
                  </a:cubicBezTo>
                  <a:cubicBezTo>
                    <a:pt x="58" y="160"/>
                    <a:pt x="69" y="151"/>
                    <a:pt x="71" y="138"/>
                  </a:cubicBezTo>
                  <a:cubicBezTo>
                    <a:pt x="72" y="136"/>
                    <a:pt x="72" y="134"/>
                    <a:pt x="72" y="131"/>
                  </a:cubicBezTo>
                  <a:cubicBezTo>
                    <a:pt x="72" y="114"/>
                    <a:pt x="72" y="114"/>
                    <a:pt x="72" y="114"/>
                  </a:cubicBezTo>
                  <a:cubicBezTo>
                    <a:pt x="59" y="117"/>
                    <a:pt x="52" y="123"/>
                    <a:pt x="51" y="133"/>
                  </a:cubicBezTo>
                  <a:cubicBezTo>
                    <a:pt x="51" y="134"/>
                    <a:pt x="50" y="135"/>
                    <a:pt x="49" y="135"/>
                  </a:cubicBezTo>
                  <a:cubicBezTo>
                    <a:pt x="49" y="135"/>
                    <a:pt x="49" y="135"/>
                    <a:pt x="49" y="135"/>
                  </a:cubicBezTo>
                  <a:cubicBezTo>
                    <a:pt x="48" y="135"/>
                    <a:pt x="47" y="134"/>
                    <a:pt x="47" y="133"/>
                  </a:cubicBezTo>
                  <a:cubicBezTo>
                    <a:pt x="47" y="128"/>
                    <a:pt x="49" y="124"/>
                    <a:pt x="51" y="120"/>
                  </a:cubicBezTo>
                  <a:cubicBezTo>
                    <a:pt x="48" y="118"/>
                    <a:pt x="43" y="117"/>
                    <a:pt x="39" y="118"/>
                  </a:cubicBezTo>
                  <a:cubicBezTo>
                    <a:pt x="38" y="118"/>
                    <a:pt x="37" y="118"/>
                    <a:pt x="36" y="116"/>
                  </a:cubicBezTo>
                  <a:cubicBezTo>
                    <a:pt x="36" y="115"/>
                    <a:pt x="37" y="114"/>
                    <a:pt x="38" y="114"/>
                  </a:cubicBezTo>
                  <a:cubicBezTo>
                    <a:pt x="44" y="113"/>
                    <a:pt x="50" y="114"/>
                    <a:pt x="55" y="117"/>
                  </a:cubicBezTo>
                  <a:cubicBezTo>
                    <a:pt x="59" y="113"/>
                    <a:pt x="65" y="111"/>
                    <a:pt x="72" y="109"/>
                  </a:cubicBezTo>
                  <a:cubicBezTo>
                    <a:pt x="72" y="88"/>
                    <a:pt x="72" y="88"/>
                    <a:pt x="72" y="88"/>
                  </a:cubicBezTo>
                  <a:cubicBezTo>
                    <a:pt x="67" y="94"/>
                    <a:pt x="62" y="99"/>
                    <a:pt x="54" y="99"/>
                  </a:cubicBezTo>
                  <a:cubicBezTo>
                    <a:pt x="54" y="99"/>
                    <a:pt x="54" y="99"/>
                    <a:pt x="54" y="99"/>
                  </a:cubicBezTo>
                  <a:cubicBezTo>
                    <a:pt x="50" y="99"/>
                    <a:pt x="47" y="96"/>
                    <a:pt x="45" y="93"/>
                  </a:cubicBezTo>
                  <a:cubicBezTo>
                    <a:pt x="44" y="94"/>
                    <a:pt x="43" y="94"/>
                    <a:pt x="42" y="95"/>
                  </a:cubicBezTo>
                  <a:cubicBezTo>
                    <a:pt x="38" y="97"/>
                    <a:pt x="34" y="99"/>
                    <a:pt x="27" y="99"/>
                  </a:cubicBezTo>
                  <a:cubicBezTo>
                    <a:pt x="26" y="99"/>
                    <a:pt x="24" y="99"/>
                    <a:pt x="21" y="99"/>
                  </a:cubicBezTo>
                  <a:cubicBezTo>
                    <a:pt x="20" y="98"/>
                    <a:pt x="19" y="97"/>
                    <a:pt x="20" y="96"/>
                  </a:cubicBezTo>
                  <a:cubicBezTo>
                    <a:pt x="20" y="95"/>
                    <a:pt x="21" y="94"/>
                    <a:pt x="22" y="94"/>
                  </a:cubicBezTo>
                  <a:cubicBezTo>
                    <a:pt x="30" y="96"/>
                    <a:pt x="35" y="94"/>
                    <a:pt x="40" y="91"/>
                  </a:cubicBezTo>
                  <a:cubicBezTo>
                    <a:pt x="41" y="90"/>
                    <a:pt x="42" y="90"/>
                    <a:pt x="42" y="89"/>
                  </a:cubicBezTo>
                  <a:cubicBezTo>
                    <a:pt x="42" y="88"/>
                    <a:pt x="41" y="88"/>
                    <a:pt x="41" y="87"/>
                  </a:cubicBezTo>
                  <a:cubicBezTo>
                    <a:pt x="39" y="83"/>
                    <a:pt x="37" y="79"/>
                    <a:pt x="34" y="77"/>
                  </a:cubicBezTo>
                  <a:cubicBezTo>
                    <a:pt x="33" y="77"/>
                    <a:pt x="32" y="75"/>
                    <a:pt x="33" y="74"/>
                  </a:cubicBezTo>
                  <a:cubicBezTo>
                    <a:pt x="34" y="73"/>
                    <a:pt x="35" y="73"/>
                    <a:pt x="36" y="73"/>
                  </a:cubicBezTo>
                  <a:cubicBezTo>
                    <a:pt x="40" y="75"/>
                    <a:pt x="42" y="80"/>
                    <a:pt x="45" y="85"/>
                  </a:cubicBezTo>
                  <a:cubicBezTo>
                    <a:pt x="48" y="89"/>
                    <a:pt x="50" y="94"/>
                    <a:pt x="54" y="94"/>
                  </a:cubicBezTo>
                  <a:cubicBezTo>
                    <a:pt x="61" y="95"/>
                    <a:pt x="66" y="88"/>
                    <a:pt x="71" y="82"/>
                  </a:cubicBezTo>
                  <a:cubicBezTo>
                    <a:pt x="72" y="81"/>
                    <a:pt x="72" y="81"/>
                    <a:pt x="72" y="81"/>
                  </a:cubicBezTo>
                  <a:cubicBezTo>
                    <a:pt x="72" y="45"/>
                    <a:pt x="72" y="45"/>
                    <a:pt x="72" y="45"/>
                  </a:cubicBezTo>
                  <a:cubicBezTo>
                    <a:pt x="65" y="38"/>
                    <a:pt x="57" y="34"/>
                    <a:pt x="50" y="36"/>
                  </a:cubicBezTo>
                  <a:cubicBezTo>
                    <a:pt x="44" y="36"/>
                    <a:pt x="39" y="41"/>
                    <a:pt x="36" y="48"/>
                  </a:cubicBezTo>
                  <a:cubicBezTo>
                    <a:pt x="34" y="52"/>
                    <a:pt x="32" y="54"/>
                    <a:pt x="29" y="55"/>
                  </a:cubicBezTo>
                  <a:cubicBezTo>
                    <a:pt x="28" y="55"/>
                    <a:pt x="28" y="55"/>
                    <a:pt x="27" y="55"/>
                  </a:cubicBezTo>
                  <a:cubicBezTo>
                    <a:pt x="23" y="55"/>
                    <a:pt x="21" y="53"/>
                    <a:pt x="20" y="53"/>
                  </a:cubicBezTo>
                  <a:cubicBezTo>
                    <a:pt x="19" y="53"/>
                    <a:pt x="19" y="51"/>
                    <a:pt x="20" y="50"/>
                  </a:cubicBezTo>
                  <a:cubicBezTo>
                    <a:pt x="21" y="49"/>
                    <a:pt x="22" y="49"/>
                    <a:pt x="23" y="50"/>
                  </a:cubicBezTo>
                  <a:cubicBezTo>
                    <a:pt x="23" y="50"/>
                    <a:pt x="26" y="51"/>
                    <a:pt x="28" y="51"/>
                  </a:cubicBezTo>
                  <a:cubicBezTo>
                    <a:pt x="29" y="50"/>
                    <a:pt x="31" y="49"/>
                    <a:pt x="32" y="46"/>
                  </a:cubicBezTo>
                  <a:cubicBezTo>
                    <a:pt x="37" y="36"/>
                    <a:pt x="44" y="32"/>
                    <a:pt x="49" y="31"/>
                  </a:cubicBezTo>
                  <a:cubicBezTo>
                    <a:pt x="47" y="28"/>
                    <a:pt x="45" y="25"/>
                    <a:pt x="45" y="21"/>
                  </a:cubicBezTo>
                  <a:cubicBezTo>
                    <a:pt x="45" y="16"/>
                    <a:pt x="48" y="11"/>
                    <a:pt x="53" y="8"/>
                  </a:cubicBezTo>
                  <a:cubicBezTo>
                    <a:pt x="54" y="7"/>
                    <a:pt x="55" y="7"/>
                    <a:pt x="56" y="8"/>
                  </a:cubicBezTo>
                  <a:cubicBezTo>
                    <a:pt x="57" y="9"/>
                    <a:pt x="56" y="11"/>
                    <a:pt x="55" y="12"/>
                  </a:cubicBezTo>
                  <a:cubicBezTo>
                    <a:pt x="52" y="14"/>
                    <a:pt x="50" y="17"/>
                    <a:pt x="50" y="21"/>
                  </a:cubicBezTo>
                  <a:cubicBezTo>
                    <a:pt x="50" y="25"/>
                    <a:pt x="52" y="29"/>
                    <a:pt x="55" y="31"/>
                  </a:cubicBezTo>
                  <a:cubicBezTo>
                    <a:pt x="61" y="32"/>
                    <a:pt x="67" y="34"/>
                    <a:pt x="72" y="39"/>
                  </a:cubicBezTo>
                  <a:cubicBezTo>
                    <a:pt x="72" y="20"/>
                    <a:pt x="72" y="20"/>
                    <a:pt x="72" y="20"/>
                  </a:cubicBezTo>
                  <a:cubicBezTo>
                    <a:pt x="72" y="9"/>
                    <a:pt x="62" y="0"/>
                    <a:pt x="51" y="0"/>
                  </a:cubicBezTo>
                  <a:cubicBezTo>
                    <a:pt x="39" y="0"/>
                    <a:pt x="29" y="9"/>
                    <a:pt x="29" y="20"/>
                  </a:cubicBezTo>
                  <a:cubicBezTo>
                    <a:pt x="29" y="20"/>
                    <a:pt x="29" y="21"/>
                    <a:pt x="29" y="21"/>
                  </a:cubicBezTo>
                  <a:cubicBezTo>
                    <a:pt x="29" y="22"/>
                    <a:pt x="29" y="22"/>
                    <a:pt x="28" y="23"/>
                  </a:cubicBezTo>
                  <a:cubicBezTo>
                    <a:pt x="18" y="29"/>
                    <a:pt x="12" y="42"/>
                    <a:pt x="12" y="57"/>
                  </a:cubicBezTo>
                  <a:cubicBezTo>
                    <a:pt x="12" y="62"/>
                    <a:pt x="13" y="68"/>
                    <a:pt x="14" y="73"/>
                  </a:cubicBezTo>
                  <a:cubicBezTo>
                    <a:pt x="15" y="74"/>
                    <a:pt x="14" y="75"/>
                    <a:pt x="13" y="75"/>
                  </a:cubicBezTo>
                  <a:cubicBezTo>
                    <a:pt x="12" y="76"/>
                    <a:pt x="11" y="75"/>
                    <a:pt x="10" y="74"/>
                  </a:cubicBezTo>
                  <a:cubicBezTo>
                    <a:pt x="9" y="70"/>
                    <a:pt x="8" y="66"/>
                    <a:pt x="8" y="62"/>
                  </a:cubicBezTo>
                  <a:cubicBezTo>
                    <a:pt x="5" y="66"/>
                    <a:pt x="3" y="71"/>
                    <a:pt x="2" y="75"/>
                  </a:cubicBezTo>
                  <a:cubicBezTo>
                    <a:pt x="0" y="89"/>
                    <a:pt x="5" y="103"/>
                    <a:pt x="16" y="109"/>
                  </a:cubicBezTo>
                  <a:cubicBezTo>
                    <a:pt x="17" y="110"/>
                    <a:pt x="18" y="111"/>
                    <a:pt x="17" y="112"/>
                  </a:cubicBezTo>
                  <a:cubicBezTo>
                    <a:pt x="17" y="113"/>
                    <a:pt x="16" y="114"/>
                    <a:pt x="15" y="114"/>
                  </a:cubicBezTo>
                  <a:cubicBezTo>
                    <a:pt x="15" y="114"/>
                    <a:pt x="14" y="113"/>
                    <a:pt x="14" y="113"/>
                  </a:cubicBezTo>
                  <a:cubicBezTo>
                    <a:pt x="14" y="113"/>
                    <a:pt x="14" y="113"/>
                    <a:pt x="13" y="113"/>
                  </a:cubicBezTo>
                  <a:cubicBezTo>
                    <a:pt x="14" y="116"/>
                    <a:pt x="16" y="118"/>
                    <a:pt x="19" y="120"/>
                  </a:cubicBezTo>
                  <a:cubicBezTo>
                    <a:pt x="20" y="116"/>
                    <a:pt x="22" y="112"/>
                    <a:pt x="25" y="108"/>
                  </a:cubicBezTo>
                  <a:cubicBezTo>
                    <a:pt x="26" y="108"/>
                    <a:pt x="27" y="107"/>
                    <a:pt x="28" y="108"/>
                  </a:cubicBezTo>
                  <a:cubicBezTo>
                    <a:pt x="29" y="109"/>
                    <a:pt x="29" y="110"/>
                    <a:pt x="29" y="111"/>
                  </a:cubicBezTo>
                  <a:cubicBezTo>
                    <a:pt x="26" y="115"/>
                    <a:pt x="24" y="119"/>
                    <a:pt x="22" y="123"/>
                  </a:cubicBezTo>
                  <a:close/>
                  <a:moveTo>
                    <a:pt x="32" y="62"/>
                  </a:moveTo>
                  <a:cubicBezTo>
                    <a:pt x="37" y="60"/>
                    <a:pt x="41" y="58"/>
                    <a:pt x="46" y="58"/>
                  </a:cubicBezTo>
                  <a:cubicBezTo>
                    <a:pt x="45" y="57"/>
                    <a:pt x="45" y="56"/>
                    <a:pt x="45" y="55"/>
                  </a:cubicBezTo>
                  <a:cubicBezTo>
                    <a:pt x="44" y="52"/>
                    <a:pt x="45" y="48"/>
                    <a:pt x="49" y="43"/>
                  </a:cubicBezTo>
                  <a:cubicBezTo>
                    <a:pt x="50" y="42"/>
                    <a:pt x="52" y="42"/>
                    <a:pt x="52" y="43"/>
                  </a:cubicBezTo>
                  <a:cubicBezTo>
                    <a:pt x="53" y="44"/>
                    <a:pt x="53" y="45"/>
                    <a:pt x="52" y="46"/>
                  </a:cubicBezTo>
                  <a:cubicBezTo>
                    <a:pt x="50" y="49"/>
                    <a:pt x="49" y="51"/>
                    <a:pt x="49" y="54"/>
                  </a:cubicBezTo>
                  <a:cubicBezTo>
                    <a:pt x="50" y="55"/>
                    <a:pt x="51" y="57"/>
                    <a:pt x="53" y="58"/>
                  </a:cubicBezTo>
                  <a:cubicBezTo>
                    <a:pt x="58" y="59"/>
                    <a:pt x="64" y="61"/>
                    <a:pt x="68" y="66"/>
                  </a:cubicBezTo>
                  <a:cubicBezTo>
                    <a:pt x="69" y="67"/>
                    <a:pt x="69" y="68"/>
                    <a:pt x="68" y="69"/>
                  </a:cubicBezTo>
                  <a:cubicBezTo>
                    <a:pt x="68" y="69"/>
                    <a:pt x="67" y="70"/>
                    <a:pt x="67" y="70"/>
                  </a:cubicBezTo>
                  <a:cubicBezTo>
                    <a:pt x="66" y="70"/>
                    <a:pt x="66" y="69"/>
                    <a:pt x="65" y="69"/>
                  </a:cubicBezTo>
                  <a:cubicBezTo>
                    <a:pt x="64" y="68"/>
                    <a:pt x="62" y="66"/>
                    <a:pt x="60" y="65"/>
                  </a:cubicBezTo>
                  <a:cubicBezTo>
                    <a:pt x="58" y="66"/>
                    <a:pt x="55" y="68"/>
                    <a:pt x="53" y="69"/>
                  </a:cubicBezTo>
                  <a:cubicBezTo>
                    <a:pt x="51" y="71"/>
                    <a:pt x="50" y="72"/>
                    <a:pt x="49" y="74"/>
                  </a:cubicBezTo>
                  <a:cubicBezTo>
                    <a:pt x="49" y="75"/>
                    <a:pt x="48" y="75"/>
                    <a:pt x="47" y="75"/>
                  </a:cubicBezTo>
                  <a:cubicBezTo>
                    <a:pt x="47" y="75"/>
                    <a:pt x="47" y="75"/>
                    <a:pt x="46" y="75"/>
                  </a:cubicBezTo>
                  <a:cubicBezTo>
                    <a:pt x="45" y="74"/>
                    <a:pt x="45" y="73"/>
                    <a:pt x="45" y="72"/>
                  </a:cubicBezTo>
                  <a:cubicBezTo>
                    <a:pt x="46" y="70"/>
                    <a:pt x="48" y="67"/>
                    <a:pt x="51" y="66"/>
                  </a:cubicBezTo>
                  <a:cubicBezTo>
                    <a:pt x="52" y="65"/>
                    <a:pt x="53" y="64"/>
                    <a:pt x="55" y="63"/>
                  </a:cubicBezTo>
                  <a:cubicBezTo>
                    <a:pt x="48" y="61"/>
                    <a:pt x="41" y="62"/>
                    <a:pt x="35" y="66"/>
                  </a:cubicBezTo>
                  <a:cubicBezTo>
                    <a:pt x="34" y="67"/>
                    <a:pt x="32" y="67"/>
                    <a:pt x="32" y="66"/>
                  </a:cubicBezTo>
                  <a:cubicBezTo>
                    <a:pt x="31" y="65"/>
                    <a:pt x="31" y="63"/>
                    <a:pt x="32"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grpSp>
      <p:grpSp>
        <p:nvGrpSpPr>
          <p:cNvPr id="39" name="Lungs">
            <a:extLst>
              <a:ext uri="{FF2B5EF4-FFF2-40B4-BE49-F238E27FC236}">
                <a16:creationId xmlns:a16="http://schemas.microsoft.com/office/drawing/2014/main" id="{9FEF5F4F-D0A7-4B01-806F-D846694D114F}"/>
              </a:ext>
            </a:extLst>
          </p:cNvPr>
          <p:cNvGrpSpPr>
            <a:grpSpLocks/>
          </p:cNvGrpSpPr>
          <p:nvPr/>
        </p:nvGrpSpPr>
        <p:grpSpPr bwMode="auto">
          <a:xfrm>
            <a:off x="3521229" y="3458426"/>
            <a:ext cx="566342" cy="469182"/>
            <a:chOff x="3070226" y="3962400"/>
            <a:chExt cx="703263" cy="582613"/>
          </a:xfrm>
          <a:solidFill>
            <a:schemeClr val="accent3"/>
          </a:solidFill>
        </p:grpSpPr>
        <p:sp>
          <p:nvSpPr>
            <p:cNvPr id="40" name="Freeform 1742">
              <a:extLst>
                <a:ext uri="{FF2B5EF4-FFF2-40B4-BE49-F238E27FC236}">
                  <a16:creationId xmlns:a16="http://schemas.microsoft.com/office/drawing/2014/main" id="{547F7E92-0CCB-4481-828D-824DD7B32082}"/>
                </a:ext>
              </a:extLst>
            </p:cNvPr>
            <p:cNvSpPr>
              <a:spLocks/>
            </p:cNvSpPr>
            <p:nvPr/>
          </p:nvSpPr>
          <p:spPr bwMode="auto">
            <a:xfrm>
              <a:off x="3378201" y="3962400"/>
              <a:ext cx="87313" cy="177800"/>
            </a:xfrm>
            <a:custGeom>
              <a:avLst/>
              <a:gdLst>
                <a:gd name="T0" fmla="*/ 60739 w 23"/>
                <a:gd name="T1" fmla="*/ 102140 h 47"/>
                <a:gd name="T2" fmla="*/ 60739 w 23"/>
                <a:gd name="T3" fmla="*/ 0 h 47"/>
                <a:gd name="T4" fmla="*/ 26574 w 23"/>
                <a:gd name="T5" fmla="*/ 3783 h 47"/>
                <a:gd name="T6" fmla="*/ 26574 w 23"/>
                <a:gd name="T7" fmla="*/ 102140 h 47"/>
                <a:gd name="T8" fmla="*/ 0 w 23"/>
                <a:gd name="T9" fmla="*/ 151319 h 47"/>
                <a:gd name="T10" fmla="*/ 7592 w 23"/>
                <a:gd name="T11" fmla="*/ 162668 h 47"/>
                <a:gd name="T12" fmla="*/ 18981 w 23"/>
                <a:gd name="T13" fmla="*/ 177800 h 47"/>
                <a:gd name="T14" fmla="*/ 45555 w 23"/>
                <a:gd name="T15" fmla="*/ 147536 h 47"/>
                <a:gd name="T16" fmla="*/ 68332 w 23"/>
                <a:gd name="T17" fmla="*/ 177800 h 47"/>
                <a:gd name="T18" fmla="*/ 87313 w 23"/>
                <a:gd name="T19" fmla="*/ 151319 h 47"/>
                <a:gd name="T20" fmla="*/ 60739 w 23"/>
                <a:gd name="T21" fmla="*/ 10214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3" h="47">
                  <a:moveTo>
                    <a:pt x="16" y="27"/>
                  </a:moveTo>
                  <a:cubicBezTo>
                    <a:pt x="17" y="20"/>
                    <a:pt x="16" y="1"/>
                    <a:pt x="16" y="0"/>
                  </a:cubicBezTo>
                  <a:cubicBezTo>
                    <a:pt x="7" y="1"/>
                    <a:pt x="7" y="1"/>
                    <a:pt x="7" y="1"/>
                  </a:cubicBezTo>
                  <a:cubicBezTo>
                    <a:pt x="8" y="6"/>
                    <a:pt x="8" y="22"/>
                    <a:pt x="7" y="27"/>
                  </a:cubicBezTo>
                  <a:cubicBezTo>
                    <a:pt x="7" y="32"/>
                    <a:pt x="3" y="36"/>
                    <a:pt x="0" y="40"/>
                  </a:cubicBezTo>
                  <a:cubicBezTo>
                    <a:pt x="1" y="41"/>
                    <a:pt x="2" y="42"/>
                    <a:pt x="2" y="43"/>
                  </a:cubicBezTo>
                  <a:cubicBezTo>
                    <a:pt x="3" y="45"/>
                    <a:pt x="4" y="46"/>
                    <a:pt x="5" y="47"/>
                  </a:cubicBezTo>
                  <a:cubicBezTo>
                    <a:pt x="7" y="45"/>
                    <a:pt x="9" y="43"/>
                    <a:pt x="12" y="39"/>
                  </a:cubicBezTo>
                  <a:cubicBezTo>
                    <a:pt x="14" y="43"/>
                    <a:pt x="16" y="45"/>
                    <a:pt x="18" y="47"/>
                  </a:cubicBezTo>
                  <a:cubicBezTo>
                    <a:pt x="20" y="45"/>
                    <a:pt x="21" y="42"/>
                    <a:pt x="23" y="40"/>
                  </a:cubicBezTo>
                  <a:cubicBezTo>
                    <a:pt x="20" y="37"/>
                    <a:pt x="17" y="32"/>
                    <a:pt x="16"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41" name="Freeform 1743">
              <a:extLst>
                <a:ext uri="{FF2B5EF4-FFF2-40B4-BE49-F238E27FC236}">
                  <a16:creationId xmlns:a16="http://schemas.microsoft.com/office/drawing/2014/main" id="{4D310E65-684E-4FBB-B601-9E4BD71529CD}"/>
                </a:ext>
              </a:extLst>
            </p:cNvPr>
            <p:cNvSpPr>
              <a:spLocks noEditPoints="1"/>
            </p:cNvSpPr>
            <p:nvPr/>
          </p:nvSpPr>
          <p:spPr bwMode="auto">
            <a:xfrm>
              <a:off x="3070226" y="4033838"/>
              <a:ext cx="349250" cy="511175"/>
            </a:xfrm>
            <a:custGeom>
              <a:avLst/>
              <a:gdLst>
                <a:gd name="T0" fmla="*/ 345495 w 93"/>
                <a:gd name="T1" fmla="*/ 180415 h 136"/>
                <a:gd name="T2" fmla="*/ 311696 w 93"/>
                <a:gd name="T3" fmla="*/ 97725 h 136"/>
                <a:gd name="T4" fmla="*/ 292919 w 93"/>
                <a:gd name="T5" fmla="*/ 60138 h 136"/>
                <a:gd name="T6" fmla="*/ 262876 w 93"/>
                <a:gd name="T7" fmla="*/ 18793 h 136"/>
                <a:gd name="T8" fmla="*/ 176503 w 93"/>
                <a:gd name="T9" fmla="*/ 48862 h 136"/>
                <a:gd name="T10" fmla="*/ 52575 w 93"/>
                <a:gd name="T11" fmla="*/ 240553 h 136"/>
                <a:gd name="T12" fmla="*/ 153970 w 93"/>
                <a:gd name="T13" fmla="*/ 503658 h 136"/>
                <a:gd name="T14" fmla="*/ 236589 w 93"/>
                <a:gd name="T15" fmla="*/ 428485 h 136"/>
                <a:gd name="T16" fmla="*/ 345495 w 93"/>
                <a:gd name="T17" fmla="*/ 180415 h 136"/>
                <a:gd name="T18" fmla="*/ 296675 w 93"/>
                <a:gd name="T19" fmla="*/ 116518 h 136"/>
                <a:gd name="T20" fmla="*/ 240344 w 93"/>
                <a:gd name="T21" fmla="*/ 161622 h 136"/>
                <a:gd name="T22" fmla="*/ 232833 w 93"/>
                <a:gd name="T23" fmla="*/ 184173 h 136"/>
                <a:gd name="T24" fmla="*/ 232833 w 93"/>
                <a:gd name="T25" fmla="*/ 210484 h 136"/>
                <a:gd name="T26" fmla="*/ 244099 w 93"/>
                <a:gd name="T27" fmla="*/ 244312 h 136"/>
                <a:gd name="T28" fmla="*/ 247855 w 93"/>
                <a:gd name="T29" fmla="*/ 255588 h 136"/>
                <a:gd name="T30" fmla="*/ 255366 w 93"/>
                <a:gd name="T31" fmla="*/ 311967 h 136"/>
                <a:gd name="T32" fmla="*/ 247855 w 93"/>
                <a:gd name="T33" fmla="*/ 319484 h 136"/>
                <a:gd name="T34" fmla="*/ 244099 w 93"/>
                <a:gd name="T35" fmla="*/ 319484 h 136"/>
                <a:gd name="T36" fmla="*/ 236589 w 93"/>
                <a:gd name="T37" fmla="*/ 308208 h 136"/>
                <a:gd name="T38" fmla="*/ 229078 w 93"/>
                <a:gd name="T39" fmla="*/ 263105 h 136"/>
                <a:gd name="T40" fmla="*/ 225323 w 93"/>
                <a:gd name="T41" fmla="*/ 251829 h 136"/>
                <a:gd name="T42" fmla="*/ 214056 w 93"/>
                <a:gd name="T43" fmla="*/ 225518 h 136"/>
                <a:gd name="T44" fmla="*/ 214056 w 93"/>
                <a:gd name="T45" fmla="*/ 229277 h 136"/>
                <a:gd name="T46" fmla="*/ 202790 w 93"/>
                <a:gd name="T47" fmla="*/ 248070 h 136"/>
                <a:gd name="T48" fmla="*/ 202790 w 93"/>
                <a:gd name="T49" fmla="*/ 248070 h 136"/>
                <a:gd name="T50" fmla="*/ 180258 w 93"/>
                <a:gd name="T51" fmla="*/ 270622 h 136"/>
                <a:gd name="T52" fmla="*/ 168992 w 93"/>
                <a:gd name="T53" fmla="*/ 285657 h 136"/>
                <a:gd name="T54" fmla="*/ 142704 w 93"/>
                <a:gd name="T55" fmla="*/ 342036 h 136"/>
                <a:gd name="T56" fmla="*/ 131438 w 93"/>
                <a:gd name="T57" fmla="*/ 349553 h 136"/>
                <a:gd name="T58" fmla="*/ 131438 w 93"/>
                <a:gd name="T59" fmla="*/ 349553 h 136"/>
                <a:gd name="T60" fmla="*/ 123927 w 93"/>
                <a:gd name="T61" fmla="*/ 338278 h 136"/>
                <a:gd name="T62" fmla="*/ 153970 w 93"/>
                <a:gd name="T63" fmla="*/ 270622 h 136"/>
                <a:gd name="T64" fmla="*/ 165237 w 93"/>
                <a:gd name="T65" fmla="*/ 259346 h 136"/>
                <a:gd name="T66" fmla="*/ 168992 w 93"/>
                <a:gd name="T67" fmla="*/ 255588 h 136"/>
                <a:gd name="T68" fmla="*/ 150215 w 93"/>
                <a:gd name="T69" fmla="*/ 251829 h 136"/>
                <a:gd name="T70" fmla="*/ 135194 w 93"/>
                <a:gd name="T71" fmla="*/ 251829 h 136"/>
                <a:gd name="T72" fmla="*/ 93884 w 93"/>
                <a:gd name="T73" fmla="*/ 259346 h 136"/>
                <a:gd name="T74" fmla="*/ 86374 w 93"/>
                <a:gd name="T75" fmla="*/ 263105 h 136"/>
                <a:gd name="T76" fmla="*/ 78863 w 93"/>
                <a:gd name="T77" fmla="*/ 259346 h 136"/>
                <a:gd name="T78" fmla="*/ 82618 w 93"/>
                <a:gd name="T79" fmla="*/ 244312 h 136"/>
                <a:gd name="T80" fmla="*/ 135194 w 93"/>
                <a:gd name="T81" fmla="*/ 233036 h 136"/>
                <a:gd name="T82" fmla="*/ 150215 w 93"/>
                <a:gd name="T83" fmla="*/ 233036 h 136"/>
                <a:gd name="T84" fmla="*/ 184013 w 93"/>
                <a:gd name="T85" fmla="*/ 233036 h 136"/>
                <a:gd name="T86" fmla="*/ 187769 w 93"/>
                <a:gd name="T87" fmla="*/ 233036 h 136"/>
                <a:gd name="T88" fmla="*/ 195280 w 93"/>
                <a:gd name="T89" fmla="*/ 218001 h 136"/>
                <a:gd name="T90" fmla="*/ 210301 w 93"/>
                <a:gd name="T91" fmla="*/ 187932 h 136"/>
                <a:gd name="T92" fmla="*/ 214056 w 93"/>
                <a:gd name="T93" fmla="*/ 180415 h 136"/>
                <a:gd name="T94" fmla="*/ 214056 w 93"/>
                <a:gd name="T95" fmla="*/ 176656 h 136"/>
                <a:gd name="T96" fmla="*/ 214056 w 93"/>
                <a:gd name="T97" fmla="*/ 176656 h 136"/>
                <a:gd name="T98" fmla="*/ 225323 w 93"/>
                <a:gd name="T99" fmla="*/ 150346 h 136"/>
                <a:gd name="T100" fmla="*/ 292919 w 93"/>
                <a:gd name="T101" fmla="*/ 97725 h 136"/>
                <a:gd name="T102" fmla="*/ 304185 w 93"/>
                <a:gd name="T103" fmla="*/ 105242 h 136"/>
                <a:gd name="T104" fmla="*/ 296675 w 93"/>
                <a:gd name="T105" fmla="*/ 116518 h 1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93" h="136">
                  <a:moveTo>
                    <a:pt x="92" y="48"/>
                  </a:moveTo>
                  <a:cubicBezTo>
                    <a:pt x="91" y="40"/>
                    <a:pt x="87" y="33"/>
                    <a:pt x="83" y="26"/>
                  </a:cubicBezTo>
                  <a:cubicBezTo>
                    <a:pt x="81" y="23"/>
                    <a:pt x="79" y="19"/>
                    <a:pt x="78" y="16"/>
                  </a:cubicBezTo>
                  <a:cubicBezTo>
                    <a:pt x="76" y="11"/>
                    <a:pt x="74" y="7"/>
                    <a:pt x="70" y="5"/>
                  </a:cubicBezTo>
                  <a:cubicBezTo>
                    <a:pt x="62" y="0"/>
                    <a:pt x="54" y="8"/>
                    <a:pt x="47" y="13"/>
                  </a:cubicBezTo>
                  <a:cubicBezTo>
                    <a:pt x="34" y="22"/>
                    <a:pt x="21" y="32"/>
                    <a:pt x="14" y="64"/>
                  </a:cubicBezTo>
                  <a:cubicBezTo>
                    <a:pt x="12" y="73"/>
                    <a:pt x="0" y="121"/>
                    <a:pt x="41" y="134"/>
                  </a:cubicBezTo>
                  <a:cubicBezTo>
                    <a:pt x="49" y="136"/>
                    <a:pt x="50" y="124"/>
                    <a:pt x="63" y="114"/>
                  </a:cubicBezTo>
                  <a:cubicBezTo>
                    <a:pt x="79" y="101"/>
                    <a:pt x="93" y="71"/>
                    <a:pt x="92" y="48"/>
                  </a:cubicBezTo>
                  <a:close/>
                  <a:moveTo>
                    <a:pt x="79" y="31"/>
                  </a:moveTo>
                  <a:cubicBezTo>
                    <a:pt x="73" y="33"/>
                    <a:pt x="68" y="37"/>
                    <a:pt x="64" y="43"/>
                  </a:cubicBezTo>
                  <a:cubicBezTo>
                    <a:pt x="63" y="45"/>
                    <a:pt x="63" y="47"/>
                    <a:pt x="62" y="49"/>
                  </a:cubicBezTo>
                  <a:cubicBezTo>
                    <a:pt x="61" y="51"/>
                    <a:pt x="61" y="53"/>
                    <a:pt x="62" y="56"/>
                  </a:cubicBezTo>
                  <a:cubicBezTo>
                    <a:pt x="62" y="59"/>
                    <a:pt x="63" y="62"/>
                    <a:pt x="65" y="65"/>
                  </a:cubicBezTo>
                  <a:cubicBezTo>
                    <a:pt x="65" y="66"/>
                    <a:pt x="66" y="67"/>
                    <a:pt x="66" y="68"/>
                  </a:cubicBezTo>
                  <a:cubicBezTo>
                    <a:pt x="67" y="72"/>
                    <a:pt x="69" y="77"/>
                    <a:pt x="68" y="83"/>
                  </a:cubicBezTo>
                  <a:cubicBezTo>
                    <a:pt x="68" y="84"/>
                    <a:pt x="67" y="85"/>
                    <a:pt x="66" y="85"/>
                  </a:cubicBezTo>
                  <a:cubicBezTo>
                    <a:pt x="66" y="85"/>
                    <a:pt x="65" y="85"/>
                    <a:pt x="65" y="85"/>
                  </a:cubicBezTo>
                  <a:cubicBezTo>
                    <a:pt x="64" y="85"/>
                    <a:pt x="63" y="83"/>
                    <a:pt x="63" y="82"/>
                  </a:cubicBezTo>
                  <a:cubicBezTo>
                    <a:pt x="64" y="78"/>
                    <a:pt x="62" y="73"/>
                    <a:pt x="61" y="70"/>
                  </a:cubicBezTo>
                  <a:cubicBezTo>
                    <a:pt x="61" y="69"/>
                    <a:pt x="60" y="68"/>
                    <a:pt x="60" y="67"/>
                  </a:cubicBezTo>
                  <a:cubicBezTo>
                    <a:pt x="59" y="65"/>
                    <a:pt x="58" y="62"/>
                    <a:pt x="57" y="60"/>
                  </a:cubicBezTo>
                  <a:cubicBezTo>
                    <a:pt x="57" y="60"/>
                    <a:pt x="57" y="61"/>
                    <a:pt x="57" y="61"/>
                  </a:cubicBezTo>
                  <a:cubicBezTo>
                    <a:pt x="56" y="63"/>
                    <a:pt x="55" y="64"/>
                    <a:pt x="54" y="66"/>
                  </a:cubicBezTo>
                  <a:cubicBezTo>
                    <a:pt x="54" y="66"/>
                    <a:pt x="54" y="66"/>
                    <a:pt x="54" y="66"/>
                  </a:cubicBezTo>
                  <a:cubicBezTo>
                    <a:pt x="52" y="68"/>
                    <a:pt x="50" y="70"/>
                    <a:pt x="48" y="72"/>
                  </a:cubicBezTo>
                  <a:cubicBezTo>
                    <a:pt x="47" y="74"/>
                    <a:pt x="46" y="75"/>
                    <a:pt x="45" y="76"/>
                  </a:cubicBezTo>
                  <a:cubicBezTo>
                    <a:pt x="42" y="80"/>
                    <a:pt x="39" y="85"/>
                    <a:pt x="38" y="91"/>
                  </a:cubicBezTo>
                  <a:cubicBezTo>
                    <a:pt x="38" y="92"/>
                    <a:pt x="37" y="93"/>
                    <a:pt x="35" y="93"/>
                  </a:cubicBezTo>
                  <a:cubicBezTo>
                    <a:pt x="35" y="93"/>
                    <a:pt x="35" y="93"/>
                    <a:pt x="35" y="93"/>
                  </a:cubicBezTo>
                  <a:cubicBezTo>
                    <a:pt x="33" y="93"/>
                    <a:pt x="32" y="91"/>
                    <a:pt x="33" y="90"/>
                  </a:cubicBezTo>
                  <a:cubicBezTo>
                    <a:pt x="33" y="83"/>
                    <a:pt x="38" y="77"/>
                    <a:pt x="41" y="72"/>
                  </a:cubicBezTo>
                  <a:cubicBezTo>
                    <a:pt x="42" y="71"/>
                    <a:pt x="43" y="70"/>
                    <a:pt x="44" y="69"/>
                  </a:cubicBezTo>
                  <a:cubicBezTo>
                    <a:pt x="45" y="69"/>
                    <a:pt x="45" y="68"/>
                    <a:pt x="45" y="68"/>
                  </a:cubicBezTo>
                  <a:cubicBezTo>
                    <a:pt x="44" y="68"/>
                    <a:pt x="42" y="68"/>
                    <a:pt x="40" y="67"/>
                  </a:cubicBezTo>
                  <a:cubicBezTo>
                    <a:pt x="38" y="67"/>
                    <a:pt x="37" y="67"/>
                    <a:pt x="36" y="67"/>
                  </a:cubicBezTo>
                  <a:cubicBezTo>
                    <a:pt x="31" y="67"/>
                    <a:pt x="27" y="67"/>
                    <a:pt x="25" y="69"/>
                  </a:cubicBezTo>
                  <a:cubicBezTo>
                    <a:pt x="24" y="70"/>
                    <a:pt x="24" y="70"/>
                    <a:pt x="23" y="70"/>
                  </a:cubicBezTo>
                  <a:cubicBezTo>
                    <a:pt x="22" y="70"/>
                    <a:pt x="21" y="69"/>
                    <a:pt x="21" y="69"/>
                  </a:cubicBezTo>
                  <a:cubicBezTo>
                    <a:pt x="20" y="68"/>
                    <a:pt x="20" y="66"/>
                    <a:pt x="22" y="65"/>
                  </a:cubicBezTo>
                  <a:cubicBezTo>
                    <a:pt x="25" y="62"/>
                    <a:pt x="30" y="61"/>
                    <a:pt x="36" y="62"/>
                  </a:cubicBezTo>
                  <a:cubicBezTo>
                    <a:pt x="37" y="62"/>
                    <a:pt x="39" y="62"/>
                    <a:pt x="40" y="62"/>
                  </a:cubicBezTo>
                  <a:cubicBezTo>
                    <a:pt x="43" y="62"/>
                    <a:pt x="46" y="63"/>
                    <a:pt x="49" y="62"/>
                  </a:cubicBezTo>
                  <a:cubicBezTo>
                    <a:pt x="49" y="62"/>
                    <a:pt x="49" y="62"/>
                    <a:pt x="50" y="62"/>
                  </a:cubicBezTo>
                  <a:cubicBezTo>
                    <a:pt x="51" y="61"/>
                    <a:pt x="52" y="60"/>
                    <a:pt x="52" y="58"/>
                  </a:cubicBezTo>
                  <a:cubicBezTo>
                    <a:pt x="54" y="56"/>
                    <a:pt x="55" y="53"/>
                    <a:pt x="56" y="50"/>
                  </a:cubicBezTo>
                  <a:cubicBezTo>
                    <a:pt x="56" y="49"/>
                    <a:pt x="56" y="48"/>
                    <a:pt x="57" y="48"/>
                  </a:cubicBezTo>
                  <a:cubicBezTo>
                    <a:pt x="57" y="47"/>
                    <a:pt x="57" y="47"/>
                    <a:pt x="57" y="47"/>
                  </a:cubicBezTo>
                  <a:cubicBezTo>
                    <a:pt x="57" y="47"/>
                    <a:pt x="57" y="47"/>
                    <a:pt x="57" y="47"/>
                  </a:cubicBezTo>
                  <a:cubicBezTo>
                    <a:pt x="58" y="45"/>
                    <a:pt x="59" y="42"/>
                    <a:pt x="60" y="40"/>
                  </a:cubicBezTo>
                  <a:cubicBezTo>
                    <a:pt x="64" y="34"/>
                    <a:pt x="70" y="28"/>
                    <a:pt x="78" y="26"/>
                  </a:cubicBezTo>
                  <a:cubicBezTo>
                    <a:pt x="79" y="26"/>
                    <a:pt x="81" y="27"/>
                    <a:pt x="81" y="28"/>
                  </a:cubicBezTo>
                  <a:cubicBezTo>
                    <a:pt x="82" y="29"/>
                    <a:pt x="81" y="31"/>
                    <a:pt x="79"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42" name="Freeform 1744">
              <a:extLst>
                <a:ext uri="{FF2B5EF4-FFF2-40B4-BE49-F238E27FC236}">
                  <a16:creationId xmlns:a16="http://schemas.microsoft.com/office/drawing/2014/main" id="{3ED383CE-465E-4109-9A39-C11800D289E2}"/>
                </a:ext>
              </a:extLst>
            </p:cNvPr>
            <p:cNvSpPr>
              <a:spLocks noEditPoints="1"/>
            </p:cNvSpPr>
            <p:nvPr/>
          </p:nvSpPr>
          <p:spPr bwMode="auto">
            <a:xfrm>
              <a:off x="3422651" y="4033838"/>
              <a:ext cx="350838" cy="511175"/>
            </a:xfrm>
            <a:custGeom>
              <a:avLst/>
              <a:gdLst>
                <a:gd name="T0" fmla="*/ 298024 w 93"/>
                <a:gd name="T1" fmla="*/ 240553 h 136"/>
                <a:gd name="T2" fmla="*/ 173533 w 93"/>
                <a:gd name="T3" fmla="*/ 48862 h 136"/>
                <a:gd name="T4" fmla="*/ 86766 w 93"/>
                <a:gd name="T5" fmla="*/ 18793 h 136"/>
                <a:gd name="T6" fmla="*/ 56587 w 93"/>
                <a:gd name="T7" fmla="*/ 60138 h 136"/>
                <a:gd name="T8" fmla="*/ 3772 w 93"/>
                <a:gd name="T9" fmla="*/ 180415 h 136"/>
                <a:gd name="T10" fmla="*/ 113174 w 93"/>
                <a:gd name="T11" fmla="*/ 428485 h 136"/>
                <a:gd name="T12" fmla="*/ 199940 w 93"/>
                <a:gd name="T13" fmla="*/ 503658 h 136"/>
                <a:gd name="T14" fmla="*/ 298024 w 93"/>
                <a:gd name="T15" fmla="*/ 240553 h 136"/>
                <a:gd name="T16" fmla="*/ 275389 w 93"/>
                <a:gd name="T17" fmla="*/ 259346 h 136"/>
                <a:gd name="T18" fmla="*/ 264072 w 93"/>
                <a:gd name="T19" fmla="*/ 263105 h 136"/>
                <a:gd name="T20" fmla="*/ 260299 w 93"/>
                <a:gd name="T21" fmla="*/ 259346 h 136"/>
                <a:gd name="T22" fmla="*/ 218802 w 93"/>
                <a:gd name="T23" fmla="*/ 251829 h 136"/>
                <a:gd name="T24" fmla="*/ 203712 w 93"/>
                <a:gd name="T25" fmla="*/ 251829 h 136"/>
                <a:gd name="T26" fmla="*/ 181078 w 93"/>
                <a:gd name="T27" fmla="*/ 255588 h 136"/>
                <a:gd name="T28" fmla="*/ 184850 w 93"/>
                <a:gd name="T29" fmla="*/ 259346 h 136"/>
                <a:gd name="T30" fmla="*/ 196167 w 93"/>
                <a:gd name="T31" fmla="*/ 270622 h 136"/>
                <a:gd name="T32" fmla="*/ 230120 w 93"/>
                <a:gd name="T33" fmla="*/ 338278 h 136"/>
                <a:gd name="T34" fmla="*/ 222575 w 93"/>
                <a:gd name="T35" fmla="*/ 349553 h 136"/>
                <a:gd name="T36" fmla="*/ 218802 w 93"/>
                <a:gd name="T37" fmla="*/ 349553 h 136"/>
                <a:gd name="T38" fmla="*/ 211257 w 93"/>
                <a:gd name="T39" fmla="*/ 342036 h 136"/>
                <a:gd name="T40" fmla="*/ 181078 w 93"/>
                <a:gd name="T41" fmla="*/ 285657 h 136"/>
                <a:gd name="T42" fmla="*/ 169760 w 93"/>
                <a:gd name="T43" fmla="*/ 270622 h 136"/>
                <a:gd name="T44" fmla="*/ 150898 w 93"/>
                <a:gd name="T45" fmla="*/ 248070 h 136"/>
                <a:gd name="T46" fmla="*/ 150898 w 93"/>
                <a:gd name="T47" fmla="*/ 248070 h 136"/>
                <a:gd name="T48" fmla="*/ 139581 w 93"/>
                <a:gd name="T49" fmla="*/ 229277 h 136"/>
                <a:gd name="T50" fmla="*/ 135808 w 93"/>
                <a:gd name="T51" fmla="*/ 225518 h 136"/>
                <a:gd name="T52" fmla="*/ 128263 w 93"/>
                <a:gd name="T53" fmla="*/ 251829 h 136"/>
                <a:gd name="T54" fmla="*/ 120718 w 93"/>
                <a:gd name="T55" fmla="*/ 263105 h 136"/>
                <a:gd name="T56" fmla="*/ 113174 w 93"/>
                <a:gd name="T57" fmla="*/ 308208 h 136"/>
                <a:gd name="T58" fmla="*/ 105629 w 93"/>
                <a:gd name="T59" fmla="*/ 319484 h 136"/>
                <a:gd name="T60" fmla="*/ 105629 w 93"/>
                <a:gd name="T61" fmla="*/ 319484 h 136"/>
                <a:gd name="T62" fmla="*/ 94311 w 93"/>
                <a:gd name="T63" fmla="*/ 311967 h 136"/>
                <a:gd name="T64" fmla="*/ 105629 w 93"/>
                <a:gd name="T65" fmla="*/ 255588 h 136"/>
                <a:gd name="T66" fmla="*/ 109401 w 93"/>
                <a:gd name="T67" fmla="*/ 244312 h 136"/>
                <a:gd name="T68" fmla="*/ 120718 w 93"/>
                <a:gd name="T69" fmla="*/ 210484 h 136"/>
                <a:gd name="T70" fmla="*/ 120718 w 93"/>
                <a:gd name="T71" fmla="*/ 184173 h 136"/>
                <a:gd name="T72" fmla="*/ 109401 w 93"/>
                <a:gd name="T73" fmla="*/ 161622 h 136"/>
                <a:gd name="T74" fmla="*/ 52814 w 93"/>
                <a:gd name="T75" fmla="*/ 116518 h 136"/>
                <a:gd name="T76" fmla="*/ 45269 w 93"/>
                <a:gd name="T77" fmla="*/ 105242 h 136"/>
                <a:gd name="T78" fmla="*/ 60359 w 93"/>
                <a:gd name="T79" fmla="*/ 97725 h 136"/>
                <a:gd name="T80" fmla="*/ 128263 w 93"/>
                <a:gd name="T81" fmla="*/ 150346 h 136"/>
                <a:gd name="T82" fmla="*/ 139581 w 93"/>
                <a:gd name="T83" fmla="*/ 176656 h 136"/>
                <a:gd name="T84" fmla="*/ 139581 w 93"/>
                <a:gd name="T85" fmla="*/ 176656 h 136"/>
                <a:gd name="T86" fmla="*/ 139581 w 93"/>
                <a:gd name="T87" fmla="*/ 180415 h 136"/>
                <a:gd name="T88" fmla="*/ 143353 w 93"/>
                <a:gd name="T89" fmla="*/ 187932 h 136"/>
                <a:gd name="T90" fmla="*/ 154671 w 93"/>
                <a:gd name="T91" fmla="*/ 218001 h 136"/>
                <a:gd name="T92" fmla="*/ 165988 w 93"/>
                <a:gd name="T93" fmla="*/ 233036 h 136"/>
                <a:gd name="T94" fmla="*/ 169760 w 93"/>
                <a:gd name="T95" fmla="*/ 233036 h 136"/>
                <a:gd name="T96" fmla="*/ 199940 w 93"/>
                <a:gd name="T97" fmla="*/ 233036 h 136"/>
                <a:gd name="T98" fmla="*/ 218802 w 93"/>
                <a:gd name="T99" fmla="*/ 233036 h 136"/>
                <a:gd name="T100" fmla="*/ 271617 w 93"/>
                <a:gd name="T101" fmla="*/ 244312 h 136"/>
                <a:gd name="T102" fmla="*/ 275389 w 93"/>
                <a:gd name="T103" fmla="*/ 259346 h 1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93" h="136">
                  <a:moveTo>
                    <a:pt x="79" y="64"/>
                  </a:moveTo>
                  <a:cubicBezTo>
                    <a:pt x="72" y="32"/>
                    <a:pt x="59" y="22"/>
                    <a:pt x="46" y="13"/>
                  </a:cubicBezTo>
                  <a:cubicBezTo>
                    <a:pt x="39" y="8"/>
                    <a:pt x="31" y="0"/>
                    <a:pt x="23" y="5"/>
                  </a:cubicBezTo>
                  <a:cubicBezTo>
                    <a:pt x="19" y="7"/>
                    <a:pt x="17" y="11"/>
                    <a:pt x="15" y="16"/>
                  </a:cubicBezTo>
                  <a:cubicBezTo>
                    <a:pt x="11" y="26"/>
                    <a:pt x="2" y="37"/>
                    <a:pt x="1" y="48"/>
                  </a:cubicBezTo>
                  <a:cubicBezTo>
                    <a:pt x="0" y="71"/>
                    <a:pt x="14" y="101"/>
                    <a:pt x="30" y="114"/>
                  </a:cubicBezTo>
                  <a:cubicBezTo>
                    <a:pt x="43" y="124"/>
                    <a:pt x="44" y="136"/>
                    <a:pt x="53" y="134"/>
                  </a:cubicBezTo>
                  <a:cubicBezTo>
                    <a:pt x="93" y="121"/>
                    <a:pt x="81" y="73"/>
                    <a:pt x="79" y="64"/>
                  </a:cubicBezTo>
                  <a:close/>
                  <a:moveTo>
                    <a:pt x="73" y="69"/>
                  </a:moveTo>
                  <a:cubicBezTo>
                    <a:pt x="72" y="69"/>
                    <a:pt x="71" y="70"/>
                    <a:pt x="70" y="70"/>
                  </a:cubicBezTo>
                  <a:cubicBezTo>
                    <a:pt x="70" y="70"/>
                    <a:pt x="69" y="70"/>
                    <a:pt x="69" y="69"/>
                  </a:cubicBezTo>
                  <a:cubicBezTo>
                    <a:pt x="66" y="67"/>
                    <a:pt x="63" y="67"/>
                    <a:pt x="58" y="67"/>
                  </a:cubicBezTo>
                  <a:cubicBezTo>
                    <a:pt x="56" y="67"/>
                    <a:pt x="55" y="67"/>
                    <a:pt x="54" y="67"/>
                  </a:cubicBezTo>
                  <a:cubicBezTo>
                    <a:pt x="52" y="68"/>
                    <a:pt x="50" y="68"/>
                    <a:pt x="48" y="68"/>
                  </a:cubicBezTo>
                  <a:cubicBezTo>
                    <a:pt x="49" y="68"/>
                    <a:pt x="49" y="69"/>
                    <a:pt x="49" y="69"/>
                  </a:cubicBezTo>
                  <a:cubicBezTo>
                    <a:pt x="50" y="70"/>
                    <a:pt x="51" y="71"/>
                    <a:pt x="52" y="72"/>
                  </a:cubicBezTo>
                  <a:cubicBezTo>
                    <a:pt x="56" y="77"/>
                    <a:pt x="60" y="83"/>
                    <a:pt x="61" y="90"/>
                  </a:cubicBezTo>
                  <a:cubicBezTo>
                    <a:pt x="61" y="91"/>
                    <a:pt x="60" y="93"/>
                    <a:pt x="59" y="93"/>
                  </a:cubicBezTo>
                  <a:cubicBezTo>
                    <a:pt x="59" y="93"/>
                    <a:pt x="58" y="93"/>
                    <a:pt x="58" y="93"/>
                  </a:cubicBezTo>
                  <a:cubicBezTo>
                    <a:pt x="57" y="93"/>
                    <a:pt x="56" y="92"/>
                    <a:pt x="56" y="91"/>
                  </a:cubicBezTo>
                  <a:cubicBezTo>
                    <a:pt x="55" y="85"/>
                    <a:pt x="51" y="80"/>
                    <a:pt x="48" y="76"/>
                  </a:cubicBezTo>
                  <a:cubicBezTo>
                    <a:pt x="47" y="75"/>
                    <a:pt x="46" y="74"/>
                    <a:pt x="45" y="72"/>
                  </a:cubicBezTo>
                  <a:cubicBezTo>
                    <a:pt x="43" y="70"/>
                    <a:pt x="42" y="68"/>
                    <a:pt x="40" y="66"/>
                  </a:cubicBezTo>
                  <a:cubicBezTo>
                    <a:pt x="40" y="66"/>
                    <a:pt x="40" y="66"/>
                    <a:pt x="40" y="66"/>
                  </a:cubicBezTo>
                  <a:cubicBezTo>
                    <a:pt x="39" y="64"/>
                    <a:pt x="38" y="63"/>
                    <a:pt x="37" y="61"/>
                  </a:cubicBezTo>
                  <a:cubicBezTo>
                    <a:pt x="36" y="61"/>
                    <a:pt x="36" y="60"/>
                    <a:pt x="36" y="60"/>
                  </a:cubicBezTo>
                  <a:cubicBezTo>
                    <a:pt x="35" y="62"/>
                    <a:pt x="35" y="65"/>
                    <a:pt x="34" y="67"/>
                  </a:cubicBezTo>
                  <a:cubicBezTo>
                    <a:pt x="33" y="68"/>
                    <a:pt x="33" y="69"/>
                    <a:pt x="32" y="70"/>
                  </a:cubicBezTo>
                  <a:cubicBezTo>
                    <a:pt x="31" y="73"/>
                    <a:pt x="30" y="78"/>
                    <a:pt x="30" y="82"/>
                  </a:cubicBezTo>
                  <a:cubicBezTo>
                    <a:pt x="31" y="83"/>
                    <a:pt x="30" y="85"/>
                    <a:pt x="28" y="85"/>
                  </a:cubicBezTo>
                  <a:cubicBezTo>
                    <a:pt x="28" y="85"/>
                    <a:pt x="28" y="85"/>
                    <a:pt x="28" y="85"/>
                  </a:cubicBezTo>
                  <a:cubicBezTo>
                    <a:pt x="27" y="85"/>
                    <a:pt x="25" y="84"/>
                    <a:pt x="25" y="83"/>
                  </a:cubicBezTo>
                  <a:cubicBezTo>
                    <a:pt x="24" y="77"/>
                    <a:pt x="26" y="72"/>
                    <a:pt x="28" y="68"/>
                  </a:cubicBezTo>
                  <a:cubicBezTo>
                    <a:pt x="28" y="67"/>
                    <a:pt x="28" y="66"/>
                    <a:pt x="29" y="65"/>
                  </a:cubicBezTo>
                  <a:cubicBezTo>
                    <a:pt x="30" y="62"/>
                    <a:pt x="31" y="59"/>
                    <a:pt x="32" y="56"/>
                  </a:cubicBezTo>
                  <a:cubicBezTo>
                    <a:pt x="32" y="53"/>
                    <a:pt x="32" y="51"/>
                    <a:pt x="32" y="49"/>
                  </a:cubicBezTo>
                  <a:cubicBezTo>
                    <a:pt x="31" y="47"/>
                    <a:pt x="30" y="45"/>
                    <a:pt x="29" y="43"/>
                  </a:cubicBezTo>
                  <a:cubicBezTo>
                    <a:pt x="26" y="37"/>
                    <a:pt x="20" y="33"/>
                    <a:pt x="14" y="31"/>
                  </a:cubicBezTo>
                  <a:cubicBezTo>
                    <a:pt x="13" y="31"/>
                    <a:pt x="12" y="29"/>
                    <a:pt x="12" y="28"/>
                  </a:cubicBezTo>
                  <a:cubicBezTo>
                    <a:pt x="13" y="27"/>
                    <a:pt x="14" y="26"/>
                    <a:pt x="16" y="26"/>
                  </a:cubicBezTo>
                  <a:cubicBezTo>
                    <a:pt x="23" y="28"/>
                    <a:pt x="30" y="34"/>
                    <a:pt x="34" y="40"/>
                  </a:cubicBezTo>
                  <a:cubicBezTo>
                    <a:pt x="35" y="42"/>
                    <a:pt x="36" y="45"/>
                    <a:pt x="37" y="47"/>
                  </a:cubicBezTo>
                  <a:cubicBezTo>
                    <a:pt x="37" y="47"/>
                    <a:pt x="37" y="47"/>
                    <a:pt x="37" y="47"/>
                  </a:cubicBezTo>
                  <a:cubicBezTo>
                    <a:pt x="37" y="47"/>
                    <a:pt x="37" y="47"/>
                    <a:pt x="37" y="48"/>
                  </a:cubicBezTo>
                  <a:cubicBezTo>
                    <a:pt x="37" y="48"/>
                    <a:pt x="38" y="49"/>
                    <a:pt x="38" y="50"/>
                  </a:cubicBezTo>
                  <a:cubicBezTo>
                    <a:pt x="39" y="53"/>
                    <a:pt x="40" y="56"/>
                    <a:pt x="41" y="58"/>
                  </a:cubicBezTo>
                  <a:cubicBezTo>
                    <a:pt x="42" y="60"/>
                    <a:pt x="43" y="61"/>
                    <a:pt x="44" y="62"/>
                  </a:cubicBezTo>
                  <a:cubicBezTo>
                    <a:pt x="44" y="62"/>
                    <a:pt x="45" y="62"/>
                    <a:pt x="45" y="62"/>
                  </a:cubicBezTo>
                  <a:cubicBezTo>
                    <a:pt x="47" y="63"/>
                    <a:pt x="50" y="62"/>
                    <a:pt x="53" y="62"/>
                  </a:cubicBezTo>
                  <a:cubicBezTo>
                    <a:pt x="55" y="62"/>
                    <a:pt x="56" y="62"/>
                    <a:pt x="58" y="62"/>
                  </a:cubicBezTo>
                  <a:cubicBezTo>
                    <a:pt x="64" y="61"/>
                    <a:pt x="68" y="62"/>
                    <a:pt x="72" y="65"/>
                  </a:cubicBezTo>
                  <a:cubicBezTo>
                    <a:pt x="73" y="66"/>
                    <a:pt x="73" y="68"/>
                    <a:pt x="73"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grpSp>
      <p:grpSp>
        <p:nvGrpSpPr>
          <p:cNvPr id="32" name="Heart">
            <a:extLst>
              <a:ext uri="{FF2B5EF4-FFF2-40B4-BE49-F238E27FC236}">
                <a16:creationId xmlns:a16="http://schemas.microsoft.com/office/drawing/2014/main" id="{E326761F-8B4F-4BE4-BDAA-3E04EB4AD5F7}"/>
              </a:ext>
            </a:extLst>
          </p:cNvPr>
          <p:cNvGrpSpPr>
            <a:grpSpLocks/>
          </p:cNvGrpSpPr>
          <p:nvPr/>
        </p:nvGrpSpPr>
        <p:grpSpPr bwMode="auto">
          <a:xfrm>
            <a:off x="3628253" y="5245895"/>
            <a:ext cx="348457" cy="478173"/>
            <a:chOff x="3201988" y="5176838"/>
            <a:chExt cx="434976" cy="596900"/>
          </a:xfrm>
          <a:solidFill>
            <a:schemeClr val="accent3"/>
          </a:solidFill>
        </p:grpSpPr>
        <p:sp>
          <p:nvSpPr>
            <p:cNvPr id="33" name="Freeform 1736">
              <a:extLst>
                <a:ext uri="{FF2B5EF4-FFF2-40B4-BE49-F238E27FC236}">
                  <a16:creationId xmlns:a16="http://schemas.microsoft.com/office/drawing/2014/main" id="{F857E8E9-B44A-4588-B863-43459B87E9EC}"/>
                </a:ext>
              </a:extLst>
            </p:cNvPr>
            <p:cNvSpPr>
              <a:spLocks/>
            </p:cNvSpPr>
            <p:nvPr/>
          </p:nvSpPr>
          <p:spPr bwMode="auto">
            <a:xfrm>
              <a:off x="3251201" y="5210175"/>
              <a:ext cx="63500" cy="165100"/>
            </a:xfrm>
            <a:custGeom>
              <a:avLst/>
              <a:gdLst>
                <a:gd name="T0" fmla="*/ 0 w 17"/>
                <a:gd name="T1" fmla="*/ 165100 h 44"/>
                <a:gd name="T2" fmla="*/ 14941 w 17"/>
                <a:gd name="T3" fmla="*/ 97559 h 44"/>
                <a:gd name="T4" fmla="*/ 11206 w 17"/>
                <a:gd name="T5" fmla="*/ 7505 h 44"/>
                <a:gd name="T6" fmla="*/ 56029 w 17"/>
                <a:gd name="T7" fmla="*/ 0 h 44"/>
                <a:gd name="T8" fmla="*/ 63500 w 17"/>
                <a:gd name="T9" fmla="*/ 0 h 44"/>
                <a:gd name="T10" fmla="*/ 63500 w 17"/>
                <a:gd name="T11" fmla="*/ 45027 h 44"/>
                <a:gd name="T12" fmla="*/ 59765 w 17"/>
                <a:gd name="T13" fmla="*/ 67541 h 44"/>
                <a:gd name="T14" fmla="*/ 63500 w 17"/>
                <a:gd name="T15" fmla="*/ 146339 h 44"/>
                <a:gd name="T16" fmla="*/ 0 w 17"/>
                <a:gd name="T17" fmla="*/ 16510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44">
                  <a:moveTo>
                    <a:pt x="0" y="44"/>
                  </a:moveTo>
                  <a:cubicBezTo>
                    <a:pt x="3" y="36"/>
                    <a:pt x="4" y="31"/>
                    <a:pt x="4" y="26"/>
                  </a:cubicBezTo>
                  <a:cubicBezTo>
                    <a:pt x="5" y="18"/>
                    <a:pt x="5" y="11"/>
                    <a:pt x="3" y="2"/>
                  </a:cubicBezTo>
                  <a:cubicBezTo>
                    <a:pt x="6" y="1"/>
                    <a:pt x="10" y="0"/>
                    <a:pt x="15" y="0"/>
                  </a:cubicBezTo>
                  <a:cubicBezTo>
                    <a:pt x="16" y="0"/>
                    <a:pt x="16" y="0"/>
                    <a:pt x="17" y="0"/>
                  </a:cubicBezTo>
                  <a:cubicBezTo>
                    <a:pt x="17" y="4"/>
                    <a:pt x="17" y="8"/>
                    <a:pt x="17" y="12"/>
                  </a:cubicBezTo>
                  <a:cubicBezTo>
                    <a:pt x="17" y="14"/>
                    <a:pt x="16" y="16"/>
                    <a:pt x="16" y="18"/>
                  </a:cubicBezTo>
                  <a:cubicBezTo>
                    <a:pt x="15" y="25"/>
                    <a:pt x="15" y="33"/>
                    <a:pt x="17" y="39"/>
                  </a:cubicBezTo>
                  <a:cubicBezTo>
                    <a:pt x="11" y="40"/>
                    <a:pt x="5" y="42"/>
                    <a:pt x="0"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34" name="Freeform 1737">
              <a:extLst>
                <a:ext uri="{FF2B5EF4-FFF2-40B4-BE49-F238E27FC236}">
                  <a16:creationId xmlns:a16="http://schemas.microsoft.com/office/drawing/2014/main" id="{A8483566-1687-4AAD-BB4B-69B01F1C9B76}"/>
                </a:ext>
              </a:extLst>
            </p:cNvPr>
            <p:cNvSpPr>
              <a:spLocks/>
            </p:cNvSpPr>
            <p:nvPr/>
          </p:nvSpPr>
          <p:spPr bwMode="auto">
            <a:xfrm>
              <a:off x="3325813" y="5176838"/>
              <a:ext cx="173038" cy="180975"/>
            </a:xfrm>
            <a:custGeom>
              <a:avLst/>
              <a:gdLst>
                <a:gd name="T0" fmla="*/ 48902 w 46"/>
                <a:gd name="T1" fmla="*/ 180975 h 48"/>
                <a:gd name="T2" fmla="*/ 18808 w 46"/>
                <a:gd name="T3" fmla="*/ 180975 h 48"/>
                <a:gd name="T4" fmla="*/ 11285 w 46"/>
                <a:gd name="T5" fmla="*/ 180975 h 48"/>
                <a:gd name="T6" fmla="*/ 3762 w 46"/>
                <a:gd name="T7" fmla="*/ 101798 h 48"/>
                <a:gd name="T8" fmla="*/ 97804 w 46"/>
                <a:gd name="T9" fmla="*/ 0 h 48"/>
                <a:gd name="T10" fmla="*/ 109089 w 46"/>
                <a:gd name="T11" fmla="*/ 0 h 48"/>
                <a:gd name="T12" fmla="*/ 173038 w 46"/>
                <a:gd name="T13" fmla="*/ 60325 h 48"/>
                <a:gd name="T14" fmla="*/ 169276 w 46"/>
                <a:gd name="T15" fmla="*/ 60325 h 48"/>
                <a:gd name="T16" fmla="*/ 48902 w 46"/>
                <a:gd name="T17" fmla="*/ 180975 h 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6" h="48">
                  <a:moveTo>
                    <a:pt x="13" y="48"/>
                  </a:moveTo>
                  <a:cubicBezTo>
                    <a:pt x="10" y="48"/>
                    <a:pt x="8" y="48"/>
                    <a:pt x="5" y="48"/>
                  </a:cubicBezTo>
                  <a:cubicBezTo>
                    <a:pt x="4" y="48"/>
                    <a:pt x="3" y="48"/>
                    <a:pt x="3" y="48"/>
                  </a:cubicBezTo>
                  <a:cubicBezTo>
                    <a:pt x="0" y="42"/>
                    <a:pt x="0" y="35"/>
                    <a:pt x="1" y="27"/>
                  </a:cubicBezTo>
                  <a:cubicBezTo>
                    <a:pt x="4" y="12"/>
                    <a:pt x="15" y="0"/>
                    <a:pt x="26" y="0"/>
                  </a:cubicBezTo>
                  <a:cubicBezTo>
                    <a:pt x="27" y="0"/>
                    <a:pt x="28" y="0"/>
                    <a:pt x="29" y="0"/>
                  </a:cubicBezTo>
                  <a:cubicBezTo>
                    <a:pt x="37" y="1"/>
                    <a:pt x="43" y="7"/>
                    <a:pt x="46" y="16"/>
                  </a:cubicBezTo>
                  <a:cubicBezTo>
                    <a:pt x="45" y="16"/>
                    <a:pt x="45" y="16"/>
                    <a:pt x="45" y="16"/>
                  </a:cubicBezTo>
                  <a:cubicBezTo>
                    <a:pt x="27" y="17"/>
                    <a:pt x="14" y="31"/>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35" name="Freeform 1738">
              <a:extLst>
                <a:ext uri="{FF2B5EF4-FFF2-40B4-BE49-F238E27FC236}">
                  <a16:creationId xmlns:a16="http://schemas.microsoft.com/office/drawing/2014/main" id="{55599684-2FE2-4EA2-8F0F-196806504791}"/>
                </a:ext>
              </a:extLst>
            </p:cNvPr>
            <p:cNvSpPr>
              <a:spLocks/>
            </p:cNvSpPr>
            <p:nvPr/>
          </p:nvSpPr>
          <p:spPr bwMode="auto">
            <a:xfrm>
              <a:off x="3468688" y="5338763"/>
              <a:ext cx="112713" cy="93663"/>
            </a:xfrm>
            <a:custGeom>
              <a:avLst/>
              <a:gdLst>
                <a:gd name="T0" fmla="*/ 78899 w 30"/>
                <a:gd name="T1" fmla="*/ 93663 h 25"/>
                <a:gd name="T2" fmla="*/ 71385 w 30"/>
                <a:gd name="T3" fmla="*/ 93663 h 25"/>
                <a:gd name="T4" fmla="*/ 3757 w 30"/>
                <a:gd name="T5" fmla="*/ 67437 h 25"/>
                <a:gd name="T6" fmla="*/ 0 w 30"/>
                <a:gd name="T7" fmla="*/ 63691 h 25"/>
                <a:gd name="T8" fmla="*/ 0 w 30"/>
                <a:gd name="T9" fmla="*/ 63691 h 25"/>
                <a:gd name="T10" fmla="*/ 22543 w 30"/>
                <a:gd name="T11" fmla="*/ 0 h 25"/>
                <a:gd name="T12" fmla="*/ 26300 w 30"/>
                <a:gd name="T13" fmla="*/ 0 h 25"/>
                <a:gd name="T14" fmla="*/ 26300 w 30"/>
                <a:gd name="T15" fmla="*/ 0 h 25"/>
                <a:gd name="T16" fmla="*/ 78899 w 30"/>
                <a:gd name="T17" fmla="*/ 18733 h 25"/>
                <a:gd name="T18" fmla="*/ 112713 w 30"/>
                <a:gd name="T19" fmla="*/ 56198 h 25"/>
                <a:gd name="T20" fmla="*/ 105199 w 30"/>
                <a:gd name="T21" fmla="*/ 86170 h 25"/>
                <a:gd name="T22" fmla="*/ 78899 w 30"/>
                <a:gd name="T23" fmla="*/ 93663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0" h="25">
                  <a:moveTo>
                    <a:pt x="21" y="25"/>
                  </a:moveTo>
                  <a:cubicBezTo>
                    <a:pt x="20" y="25"/>
                    <a:pt x="20" y="25"/>
                    <a:pt x="19" y="25"/>
                  </a:cubicBezTo>
                  <a:cubicBezTo>
                    <a:pt x="14" y="25"/>
                    <a:pt x="6" y="23"/>
                    <a:pt x="1" y="18"/>
                  </a:cubicBezTo>
                  <a:cubicBezTo>
                    <a:pt x="0" y="17"/>
                    <a:pt x="0" y="17"/>
                    <a:pt x="0" y="17"/>
                  </a:cubicBezTo>
                  <a:cubicBezTo>
                    <a:pt x="0" y="17"/>
                    <a:pt x="0" y="17"/>
                    <a:pt x="0" y="17"/>
                  </a:cubicBezTo>
                  <a:cubicBezTo>
                    <a:pt x="0" y="11"/>
                    <a:pt x="3" y="5"/>
                    <a:pt x="6" y="0"/>
                  </a:cubicBezTo>
                  <a:cubicBezTo>
                    <a:pt x="6" y="0"/>
                    <a:pt x="7" y="0"/>
                    <a:pt x="7" y="0"/>
                  </a:cubicBezTo>
                  <a:cubicBezTo>
                    <a:pt x="7" y="0"/>
                    <a:pt x="7" y="0"/>
                    <a:pt x="7" y="0"/>
                  </a:cubicBezTo>
                  <a:cubicBezTo>
                    <a:pt x="13" y="1"/>
                    <a:pt x="18" y="2"/>
                    <a:pt x="21" y="5"/>
                  </a:cubicBezTo>
                  <a:cubicBezTo>
                    <a:pt x="26" y="7"/>
                    <a:pt x="29" y="11"/>
                    <a:pt x="30" y="15"/>
                  </a:cubicBezTo>
                  <a:cubicBezTo>
                    <a:pt x="30" y="17"/>
                    <a:pt x="30" y="21"/>
                    <a:pt x="28" y="23"/>
                  </a:cubicBezTo>
                  <a:cubicBezTo>
                    <a:pt x="27" y="24"/>
                    <a:pt x="24" y="25"/>
                    <a:pt x="21"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36" name="Freeform 1739">
              <a:extLst>
                <a:ext uri="{FF2B5EF4-FFF2-40B4-BE49-F238E27FC236}">
                  <a16:creationId xmlns:a16="http://schemas.microsoft.com/office/drawing/2014/main" id="{5C113B7C-EEDF-4F61-97C0-6ADA5730095B}"/>
                </a:ext>
              </a:extLst>
            </p:cNvPr>
            <p:cNvSpPr>
              <a:spLocks/>
            </p:cNvSpPr>
            <p:nvPr/>
          </p:nvSpPr>
          <p:spPr bwMode="auto">
            <a:xfrm>
              <a:off x="3235326" y="5383213"/>
              <a:ext cx="401638" cy="390525"/>
            </a:xfrm>
            <a:custGeom>
              <a:avLst/>
              <a:gdLst>
                <a:gd name="T0" fmla="*/ 349087 w 107"/>
                <a:gd name="T1" fmla="*/ 390525 h 104"/>
                <a:gd name="T2" fmla="*/ 150145 w 107"/>
                <a:gd name="T3" fmla="*/ 330444 h 104"/>
                <a:gd name="T4" fmla="*/ 116362 w 107"/>
                <a:gd name="T5" fmla="*/ 311669 h 104"/>
                <a:gd name="T6" fmla="*/ 0 w 107"/>
                <a:gd name="T7" fmla="*/ 195263 h 104"/>
                <a:gd name="T8" fmla="*/ 41290 w 107"/>
                <a:gd name="T9" fmla="*/ 135182 h 104"/>
                <a:gd name="T10" fmla="*/ 90087 w 107"/>
                <a:gd name="T11" fmla="*/ 97631 h 104"/>
                <a:gd name="T12" fmla="*/ 131377 w 107"/>
                <a:gd name="T13" fmla="*/ 63836 h 104"/>
                <a:gd name="T14" fmla="*/ 172667 w 107"/>
                <a:gd name="T15" fmla="*/ 0 h 104"/>
                <a:gd name="T16" fmla="*/ 213957 w 107"/>
                <a:gd name="T17" fmla="*/ 11265 h 104"/>
                <a:gd name="T18" fmla="*/ 213957 w 107"/>
                <a:gd name="T19" fmla="*/ 18775 h 104"/>
                <a:gd name="T20" fmla="*/ 221464 w 107"/>
                <a:gd name="T21" fmla="*/ 33795 h 104"/>
                <a:gd name="T22" fmla="*/ 221464 w 107"/>
                <a:gd name="T23" fmla="*/ 33795 h 104"/>
                <a:gd name="T24" fmla="*/ 304044 w 107"/>
                <a:gd name="T25" fmla="*/ 67591 h 104"/>
                <a:gd name="T26" fmla="*/ 311551 w 107"/>
                <a:gd name="T27" fmla="*/ 67591 h 104"/>
                <a:gd name="T28" fmla="*/ 330319 w 107"/>
                <a:gd name="T29" fmla="*/ 63836 h 104"/>
                <a:gd name="T30" fmla="*/ 334073 w 107"/>
                <a:gd name="T31" fmla="*/ 67591 h 104"/>
                <a:gd name="T32" fmla="*/ 382870 w 107"/>
                <a:gd name="T33" fmla="*/ 127672 h 104"/>
                <a:gd name="T34" fmla="*/ 401638 w 107"/>
                <a:gd name="T35" fmla="*/ 255343 h 104"/>
                <a:gd name="T36" fmla="*/ 401638 w 107"/>
                <a:gd name="T37" fmla="*/ 255343 h 104"/>
                <a:gd name="T38" fmla="*/ 360348 w 107"/>
                <a:gd name="T39" fmla="*/ 386770 h 104"/>
                <a:gd name="T40" fmla="*/ 356594 w 107"/>
                <a:gd name="T41" fmla="*/ 390525 h 104"/>
                <a:gd name="T42" fmla="*/ 349087 w 107"/>
                <a:gd name="T43" fmla="*/ 390525 h 10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07" h="104">
                  <a:moveTo>
                    <a:pt x="93" y="104"/>
                  </a:moveTo>
                  <a:cubicBezTo>
                    <a:pt x="76" y="104"/>
                    <a:pt x="57" y="98"/>
                    <a:pt x="40" y="88"/>
                  </a:cubicBezTo>
                  <a:cubicBezTo>
                    <a:pt x="37" y="86"/>
                    <a:pt x="34" y="85"/>
                    <a:pt x="31" y="83"/>
                  </a:cubicBezTo>
                  <a:cubicBezTo>
                    <a:pt x="18" y="74"/>
                    <a:pt x="8" y="63"/>
                    <a:pt x="0" y="52"/>
                  </a:cubicBezTo>
                  <a:cubicBezTo>
                    <a:pt x="3" y="46"/>
                    <a:pt x="7" y="40"/>
                    <a:pt x="11" y="36"/>
                  </a:cubicBezTo>
                  <a:cubicBezTo>
                    <a:pt x="15" y="32"/>
                    <a:pt x="19" y="29"/>
                    <a:pt x="24" y="26"/>
                  </a:cubicBezTo>
                  <a:cubicBezTo>
                    <a:pt x="27" y="23"/>
                    <a:pt x="31" y="20"/>
                    <a:pt x="35" y="17"/>
                  </a:cubicBezTo>
                  <a:cubicBezTo>
                    <a:pt x="40" y="11"/>
                    <a:pt x="44" y="6"/>
                    <a:pt x="46" y="0"/>
                  </a:cubicBezTo>
                  <a:cubicBezTo>
                    <a:pt x="50" y="1"/>
                    <a:pt x="54" y="1"/>
                    <a:pt x="57" y="3"/>
                  </a:cubicBezTo>
                  <a:cubicBezTo>
                    <a:pt x="57" y="3"/>
                    <a:pt x="57" y="4"/>
                    <a:pt x="57" y="5"/>
                  </a:cubicBezTo>
                  <a:cubicBezTo>
                    <a:pt x="57" y="6"/>
                    <a:pt x="58" y="8"/>
                    <a:pt x="59" y="9"/>
                  </a:cubicBezTo>
                  <a:cubicBezTo>
                    <a:pt x="59" y="9"/>
                    <a:pt x="59" y="9"/>
                    <a:pt x="59" y="9"/>
                  </a:cubicBezTo>
                  <a:cubicBezTo>
                    <a:pt x="65" y="16"/>
                    <a:pt x="74" y="18"/>
                    <a:pt x="81" y="18"/>
                  </a:cubicBezTo>
                  <a:cubicBezTo>
                    <a:pt x="82" y="18"/>
                    <a:pt x="82" y="18"/>
                    <a:pt x="83" y="18"/>
                  </a:cubicBezTo>
                  <a:cubicBezTo>
                    <a:pt x="85" y="18"/>
                    <a:pt x="87" y="18"/>
                    <a:pt x="88" y="17"/>
                  </a:cubicBezTo>
                  <a:cubicBezTo>
                    <a:pt x="89" y="18"/>
                    <a:pt x="89" y="18"/>
                    <a:pt x="89" y="18"/>
                  </a:cubicBezTo>
                  <a:cubicBezTo>
                    <a:pt x="95" y="22"/>
                    <a:pt x="100" y="27"/>
                    <a:pt x="102" y="34"/>
                  </a:cubicBezTo>
                  <a:cubicBezTo>
                    <a:pt x="106" y="44"/>
                    <a:pt x="107" y="55"/>
                    <a:pt x="107" y="68"/>
                  </a:cubicBezTo>
                  <a:cubicBezTo>
                    <a:pt x="107" y="68"/>
                    <a:pt x="107" y="68"/>
                    <a:pt x="107" y="68"/>
                  </a:cubicBezTo>
                  <a:cubicBezTo>
                    <a:pt x="107" y="81"/>
                    <a:pt x="103" y="94"/>
                    <a:pt x="96" y="103"/>
                  </a:cubicBezTo>
                  <a:cubicBezTo>
                    <a:pt x="95" y="104"/>
                    <a:pt x="95" y="104"/>
                    <a:pt x="95" y="104"/>
                  </a:cubicBezTo>
                  <a:cubicBezTo>
                    <a:pt x="94" y="104"/>
                    <a:pt x="93" y="104"/>
                    <a:pt x="93" y="1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37" name="Freeform 1740">
              <a:extLst>
                <a:ext uri="{FF2B5EF4-FFF2-40B4-BE49-F238E27FC236}">
                  <a16:creationId xmlns:a16="http://schemas.microsoft.com/office/drawing/2014/main" id="{3466BED0-CF48-42D6-A039-266084E08516}"/>
                </a:ext>
              </a:extLst>
            </p:cNvPr>
            <p:cNvSpPr>
              <a:spLocks/>
            </p:cNvSpPr>
            <p:nvPr/>
          </p:nvSpPr>
          <p:spPr bwMode="auto">
            <a:xfrm>
              <a:off x="3394076" y="5256213"/>
              <a:ext cx="190500" cy="119063"/>
            </a:xfrm>
            <a:custGeom>
              <a:avLst/>
              <a:gdLst>
                <a:gd name="T0" fmla="*/ 59765 w 51"/>
                <a:gd name="T1" fmla="*/ 119063 h 32"/>
                <a:gd name="T2" fmla="*/ 11206 w 51"/>
                <a:gd name="T3" fmla="*/ 104180 h 32"/>
                <a:gd name="T4" fmla="*/ 0 w 51"/>
                <a:gd name="T5" fmla="*/ 104180 h 32"/>
                <a:gd name="T6" fmla="*/ 29882 w 51"/>
                <a:gd name="T7" fmla="*/ 33486 h 32"/>
                <a:gd name="T8" fmla="*/ 100853 w 51"/>
                <a:gd name="T9" fmla="*/ 0 h 32"/>
                <a:gd name="T10" fmla="*/ 112059 w 51"/>
                <a:gd name="T11" fmla="*/ 0 h 32"/>
                <a:gd name="T12" fmla="*/ 186765 w 51"/>
                <a:gd name="T13" fmla="*/ 0 h 32"/>
                <a:gd name="T14" fmla="*/ 190500 w 51"/>
                <a:gd name="T15" fmla="*/ 18604 h 32"/>
                <a:gd name="T16" fmla="*/ 186765 w 51"/>
                <a:gd name="T17" fmla="*/ 18604 h 32"/>
                <a:gd name="T18" fmla="*/ 100853 w 51"/>
                <a:gd name="T19" fmla="*/ 52090 h 32"/>
                <a:gd name="T20" fmla="*/ 59765 w 51"/>
                <a:gd name="T21" fmla="*/ 119063 h 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32">
                  <a:moveTo>
                    <a:pt x="16" y="32"/>
                  </a:moveTo>
                  <a:cubicBezTo>
                    <a:pt x="12" y="30"/>
                    <a:pt x="7" y="29"/>
                    <a:pt x="3" y="28"/>
                  </a:cubicBezTo>
                  <a:cubicBezTo>
                    <a:pt x="2" y="28"/>
                    <a:pt x="1" y="28"/>
                    <a:pt x="0" y="28"/>
                  </a:cubicBezTo>
                  <a:cubicBezTo>
                    <a:pt x="0" y="21"/>
                    <a:pt x="3" y="14"/>
                    <a:pt x="8" y="9"/>
                  </a:cubicBezTo>
                  <a:cubicBezTo>
                    <a:pt x="13" y="4"/>
                    <a:pt x="20" y="0"/>
                    <a:pt x="27" y="0"/>
                  </a:cubicBezTo>
                  <a:cubicBezTo>
                    <a:pt x="28" y="0"/>
                    <a:pt x="29" y="0"/>
                    <a:pt x="30" y="0"/>
                  </a:cubicBezTo>
                  <a:cubicBezTo>
                    <a:pt x="50" y="0"/>
                    <a:pt x="50" y="0"/>
                    <a:pt x="50" y="0"/>
                  </a:cubicBezTo>
                  <a:cubicBezTo>
                    <a:pt x="51" y="2"/>
                    <a:pt x="51" y="3"/>
                    <a:pt x="51" y="5"/>
                  </a:cubicBezTo>
                  <a:cubicBezTo>
                    <a:pt x="50" y="5"/>
                    <a:pt x="50" y="5"/>
                    <a:pt x="50" y="5"/>
                  </a:cubicBezTo>
                  <a:cubicBezTo>
                    <a:pt x="41" y="5"/>
                    <a:pt x="33" y="8"/>
                    <a:pt x="27" y="14"/>
                  </a:cubicBezTo>
                  <a:cubicBezTo>
                    <a:pt x="22" y="19"/>
                    <a:pt x="18" y="25"/>
                    <a:pt x="16"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38" name="Freeform 1741">
              <a:extLst>
                <a:ext uri="{FF2B5EF4-FFF2-40B4-BE49-F238E27FC236}">
                  <a16:creationId xmlns:a16="http://schemas.microsoft.com/office/drawing/2014/main" id="{1F1072A1-14D3-472E-9E30-C6EB34C11C9A}"/>
                </a:ext>
              </a:extLst>
            </p:cNvPr>
            <p:cNvSpPr>
              <a:spLocks/>
            </p:cNvSpPr>
            <p:nvPr/>
          </p:nvSpPr>
          <p:spPr bwMode="auto">
            <a:xfrm>
              <a:off x="3201988" y="5375275"/>
              <a:ext cx="187325" cy="184150"/>
            </a:xfrm>
            <a:custGeom>
              <a:avLst/>
              <a:gdLst>
                <a:gd name="T0" fmla="*/ 22479 w 50"/>
                <a:gd name="T1" fmla="*/ 184150 h 49"/>
                <a:gd name="T2" fmla="*/ 11240 w 50"/>
                <a:gd name="T3" fmla="*/ 154085 h 49"/>
                <a:gd name="T4" fmla="*/ 14986 w 50"/>
                <a:gd name="T5" fmla="*/ 56372 h 49"/>
                <a:gd name="T6" fmla="*/ 119888 w 50"/>
                <a:gd name="T7" fmla="*/ 0 h 49"/>
                <a:gd name="T8" fmla="*/ 142367 w 50"/>
                <a:gd name="T9" fmla="*/ 0 h 49"/>
                <a:gd name="T10" fmla="*/ 187325 w 50"/>
                <a:gd name="T11" fmla="*/ 3758 h 49"/>
                <a:gd name="T12" fmla="*/ 149860 w 50"/>
                <a:gd name="T13" fmla="*/ 56372 h 49"/>
                <a:gd name="T14" fmla="*/ 112395 w 50"/>
                <a:gd name="T15" fmla="*/ 90196 h 49"/>
                <a:gd name="T16" fmla="*/ 63691 w 50"/>
                <a:gd name="T17" fmla="*/ 127778 h 49"/>
                <a:gd name="T18" fmla="*/ 22479 w 50"/>
                <a:gd name="T19" fmla="*/ 184150 h 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0" h="49">
                  <a:moveTo>
                    <a:pt x="6" y="49"/>
                  </a:moveTo>
                  <a:cubicBezTo>
                    <a:pt x="5" y="46"/>
                    <a:pt x="4" y="44"/>
                    <a:pt x="3" y="41"/>
                  </a:cubicBezTo>
                  <a:cubicBezTo>
                    <a:pt x="0" y="31"/>
                    <a:pt x="0" y="22"/>
                    <a:pt x="4" y="15"/>
                  </a:cubicBezTo>
                  <a:cubicBezTo>
                    <a:pt x="9" y="7"/>
                    <a:pt x="19" y="1"/>
                    <a:pt x="32" y="0"/>
                  </a:cubicBezTo>
                  <a:cubicBezTo>
                    <a:pt x="34" y="0"/>
                    <a:pt x="36" y="0"/>
                    <a:pt x="38" y="0"/>
                  </a:cubicBezTo>
                  <a:cubicBezTo>
                    <a:pt x="42" y="0"/>
                    <a:pt x="46" y="0"/>
                    <a:pt x="50" y="1"/>
                  </a:cubicBezTo>
                  <a:cubicBezTo>
                    <a:pt x="48" y="6"/>
                    <a:pt x="45" y="11"/>
                    <a:pt x="40" y="15"/>
                  </a:cubicBezTo>
                  <a:cubicBezTo>
                    <a:pt x="37" y="18"/>
                    <a:pt x="33" y="21"/>
                    <a:pt x="30" y="24"/>
                  </a:cubicBezTo>
                  <a:cubicBezTo>
                    <a:pt x="25" y="27"/>
                    <a:pt x="21" y="30"/>
                    <a:pt x="17" y="34"/>
                  </a:cubicBezTo>
                  <a:cubicBezTo>
                    <a:pt x="13" y="38"/>
                    <a:pt x="9" y="43"/>
                    <a:pt x="6"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grpSp>
      <p:sp>
        <p:nvSpPr>
          <p:cNvPr id="56" name="TextBox 55">
            <a:extLst>
              <a:ext uri="{FF2B5EF4-FFF2-40B4-BE49-F238E27FC236}">
                <a16:creationId xmlns:a16="http://schemas.microsoft.com/office/drawing/2014/main" id="{2B59D092-2D09-44A8-A925-D93FAB8F3582}"/>
              </a:ext>
            </a:extLst>
          </p:cNvPr>
          <p:cNvSpPr txBox="1"/>
          <p:nvPr/>
        </p:nvSpPr>
        <p:spPr>
          <a:xfrm>
            <a:off x="2258927" y="5152273"/>
            <a:ext cx="721672" cy="400110"/>
          </a:xfrm>
          <a:prstGeom prst="rect">
            <a:avLst/>
          </a:prstGeom>
          <a:noFill/>
        </p:spPr>
        <p:txBody>
          <a:bodyPr wrap="none" rtlCol="0">
            <a:spAutoFit/>
          </a:bodyPr>
          <a:lstStyle/>
          <a:p>
            <a:pPr algn="ctr"/>
            <a:r>
              <a:rPr lang="en-US" sz="2000"/>
              <a:t>79%</a:t>
            </a:r>
            <a:endParaRPr lang="ru-UA" sz="2000"/>
          </a:p>
        </p:txBody>
      </p:sp>
      <p:sp>
        <p:nvSpPr>
          <p:cNvPr id="58" name="TextBox 57">
            <a:extLst>
              <a:ext uri="{FF2B5EF4-FFF2-40B4-BE49-F238E27FC236}">
                <a16:creationId xmlns:a16="http://schemas.microsoft.com/office/drawing/2014/main" id="{30DF335E-E6AC-4EB0-9AF5-E7B4FB269AAA}"/>
              </a:ext>
            </a:extLst>
          </p:cNvPr>
          <p:cNvSpPr txBox="1"/>
          <p:nvPr/>
        </p:nvSpPr>
        <p:spPr>
          <a:xfrm>
            <a:off x="2093560" y="5445025"/>
            <a:ext cx="1015021" cy="369332"/>
          </a:xfrm>
          <a:prstGeom prst="rect">
            <a:avLst/>
          </a:prstGeom>
          <a:noFill/>
        </p:spPr>
        <p:txBody>
          <a:bodyPr wrap="none" rtlCol="0">
            <a:spAutoFit/>
          </a:bodyPr>
          <a:lstStyle/>
          <a:p>
            <a:r>
              <a:rPr lang="en-US"/>
              <a:t>HEART</a:t>
            </a:r>
            <a:endParaRPr lang="ru-UA"/>
          </a:p>
        </p:txBody>
      </p:sp>
      <p:sp>
        <p:nvSpPr>
          <p:cNvPr id="62" name="TextBox 61">
            <a:extLst>
              <a:ext uri="{FF2B5EF4-FFF2-40B4-BE49-F238E27FC236}">
                <a16:creationId xmlns:a16="http://schemas.microsoft.com/office/drawing/2014/main" id="{C1BDB20A-7863-4C42-AE89-230A9C359C5D}"/>
              </a:ext>
            </a:extLst>
          </p:cNvPr>
          <p:cNvSpPr txBox="1"/>
          <p:nvPr/>
        </p:nvSpPr>
        <p:spPr>
          <a:xfrm>
            <a:off x="2246904" y="3389349"/>
            <a:ext cx="745717" cy="400110"/>
          </a:xfrm>
          <a:prstGeom prst="rect">
            <a:avLst/>
          </a:prstGeom>
          <a:noFill/>
        </p:spPr>
        <p:txBody>
          <a:bodyPr wrap="none" rtlCol="0">
            <a:spAutoFit/>
          </a:bodyPr>
          <a:lstStyle/>
          <a:p>
            <a:pPr algn="ctr"/>
            <a:r>
              <a:rPr lang="en-US" sz="2000"/>
              <a:t>80%</a:t>
            </a:r>
            <a:endParaRPr lang="ru-UA" sz="2000"/>
          </a:p>
        </p:txBody>
      </p:sp>
      <p:sp>
        <p:nvSpPr>
          <p:cNvPr id="63" name="TextBox 62">
            <a:extLst>
              <a:ext uri="{FF2B5EF4-FFF2-40B4-BE49-F238E27FC236}">
                <a16:creationId xmlns:a16="http://schemas.microsoft.com/office/drawing/2014/main" id="{F7842A9A-50B5-4A28-971B-83CDDC914B71}"/>
              </a:ext>
            </a:extLst>
          </p:cNvPr>
          <p:cNvSpPr txBox="1"/>
          <p:nvPr/>
        </p:nvSpPr>
        <p:spPr>
          <a:xfrm>
            <a:off x="2093560" y="3682101"/>
            <a:ext cx="1016625" cy="369332"/>
          </a:xfrm>
          <a:prstGeom prst="rect">
            <a:avLst/>
          </a:prstGeom>
          <a:noFill/>
        </p:spPr>
        <p:txBody>
          <a:bodyPr wrap="none" rtlCol="0">
            <a:spAutoFit/>
          </a:bodyPr>
          <a:lstStyle/>
          <a:p>
            <a:r>
              <a:rPr lang="en-US"/>
              <a:t>LUNGS</a:t>
            </a:r>
            <a:endParaRPr lang="ru-UA"/>
          </a:p>
        </p:txBody>
      </p:sp>
      <p:sp>
        <p:nvSpPr>
          <p:cNvPr id="64" name="TextBox 63">
            <a:extLst>
              <a:ext uri="{FF2B5EF4-FFF2-40B4-BE49-F238E27FC236}">
                <a16:creationId xmlns:a16="http://schemas.microsoft.com/office/drawing/2014/main" id="{C4281069-1DC1-49E9-86F2-A00F77D58F77}"/>
              </a:ext>
            </a:extLst>
          </p:cNvPr>
          <p:cNvSpPr txBox="1"/>
          <p:nvPr/>
        </p:nvSpPr>
        <p:spPr>
          <a:xfrm>
            <a:off x="2258927" y="1674650"/>
            <a:ext cx="721672" cy="400110"/>
          </a:xfrm>
          <a:prstGeom prst="rect">
            <a:avLst/>
          </a:prstGeom>
          <a:noFill/>
        </p:spPr>
        <p:txBody>
          <a:bodyPr wrap="none" rtlCol="0">
            <a:spAutoFit/>
          </a:bodyPr>
          <a:lstStyle/>
          <a:p>
            <a:pPr algn="ctr"/>
            <a:r>
              <a:rPr lang="en-US" sz="2000"/>
              <a:t>75%</a:t>
            </a:r>
            <a:endParaRPr lang="ru-UA" sz="2000"/>
          </a:p>
        </p:txBody>
      </p:sp>
      <p:sp>
        <p:nvSpPr>
          <p:cNvPr id="65" name="TextBox 64">
            <a:extLst>
              <a:ext uri="{FF2B5EF4-FFF2-40B4-BE49-F238E27FC236}">
                <a16:creationId xmlns:a16="http://schemas.microsoft.com/office/drawing/2014/main" id="{CF2F9171-E706-4641-AA18-D037C10F9DA3}"/>
              </a:ext>
            </a:extLst>
          </p:cNvPr>
          <p:cNvSpPr txBox="1"/>
          <p:nvPr/>
        </p:nvSpPr>
        <p:spPr>
          <a:xfrm>
            <a:off x="2116804" y="1967402"/>
            <a:ext cx="968535" cy="369332"/>
          </a:xfrm>
          <a:prstGeom prst="rect">
            <a:avLst/>
          </a:prstGeom>
          <a:noFill/>
        </p:spPr>
        <p:txBody>
          <a:bodyPr wrap="none" rtlCol="0">
            <a:spAutoFit/>
          </a:bodyPr>
          <a:lstStyle/>
          <a:p>
            <a:pPr algn="ctr"/>
            <a:r>
              <a:rPr lang="en-US"/>
              <a:t>BRAIN</a:t>
            </a:r>
            <a:endParaRPr lang="ru-UA"/>
          </a:p>
        </p:txBody>
      </p:sp>
      <p:graphicFrame>
        <p:nvGraphicFramePr>
          <p:cNvPr id="66" name="Chart 65">
            <a:extLst>
              <a:ext uri="{FF2B5EF4-FFF2-40B4-BE49-F238E27FC236}">
                <a16:creationId xmlns:a16="http://schemas.microsoft.com/office/drawing/2014/main" id="{55C16BCC-CCFF-4ADB-8AA9-38C6BDFE3C4C}"/>
              </a:ext>
            </a:extLst>
          </p:cNvPr>
          <p:cNvGraphicFramePr/>
          <p:nvPr/>
        </p:nvGraphicFramePr>
        <p:xfrm>
          <a:off x="7298665" y="1326883"/>
          <a:ext cx="2211386" cy="1359167"/>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7" name="Chart 66">
            <a:extLst>
              <a:ext uri="{FF2B5EF4-FFF2-40B4-BE49-F238E27FC236}">
                <a16:creationId xmlns:a16="http://schemas.microsoft.com/office/drawing/2014/main" id="{11ED5B13-02C5-4554-97EB-1FC223E358C6}"/>
              </a:ext>
            </a:extLst>
          </p:cNvPr>
          <p:cNvGraphicFramePr/>
          <p:nvPr/>
        </p:nvGraphicFramePr>
        <p:xfrm>
          <a:off x="7298665" y="3019425"/>
          <a:ext cx="2211386" cy="135916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68" name="Chart 67">
            <a:extLst>
              <a:ext uri="{FF2B5EF4-FFF2-40B4-BE49-F238E27FC236}">
                <a16:creationId xmlns:a16="http://schemas.microsoft.com/office/drawing/2014/main" id="{58EBAAF9-40DD-419C-B72E-5C3480622005}"/>
              </a:ext>
            </a:extLst>
          </p:cNvPr>
          <p:cNvGraphicFramePr/>
          <p:nvPr/>
        </p:nvGraphicFramePr>
        <p:xfrm>
          <a:off x="7298665" y="4794778"/>
          <a:ext cx="2211386" cy="1359167"/>
        </p:xfrm>
        <a:graphic>
          <a:graphicData uri="http://schemas.openxmlformats.org/drawingml/2006/chart">
            <c:chart xmlns:c="http://schemas.openxmlformats.org/drawingml/2006/chart" xmlns:r="http://schemas.openxmlformats.org/officeDocument/2006/relationships" r:id="rId8"/>
          </a:graphicData>
        </a:graphic>
      </p:graphicFrame>
      <p:grpSp>
        <p:nvGrpSpPr>
          <p:cNvPr id="46" name="Bones">
            <a:extLst>
              <a:ext uri="{FF2B5EF4-FFF2-40B4-BE49-F238E27FC236}">
                <a16:creationId xmlns:a16="http://schemas.microsoft.com/office/drawing/2014/main" id="{1190C871-C3D2-4894-B8BB-8827057B5A04}"/>
              </a:ext>
            </a:extLst>
          </p:cNvPr>
          <p:cNvGrpSpPr>
            <a:grpSpLocks/>
          </p:cNvGrpSpPr>
          <p:nvPr/>
        </p:nvGrpSpPr>
        <p:grpSpPr bwMode="auto">
          <a:xfrm>
            <a:off x="8236083" y="5199213"/>
            <a:ext cx="322264" cy="571887"/>
            <a:chOff x="7893051" y="5127625"/>
            <a:chExt cx="387350" cy="687388"/>
          </a:xfrm>
          <a:solidFill>
            <a:schemeClr val="accent3"/>
          </a:solidFill>
        </p:grpSpPr>
        <p:sp>
          <p:nvSpPr>
            <p:cNvPr id="47" name="Oval 1747">
              <a:extLst>
                <a:ext uri="{FF2B5EF4-FFF2-40B4-BE49-F238E27FC236}">
                  <a16:creationId xmlns:a16="http://schemas.microsoft.com/office/drawing/2014/main" id="{32093636-722C-414B-BBA1-38A190CDD458}"/>
                </a:ext>
              </a:extLst>
            </p:cNvPr>
            <p:cNvSpPr>
              <a:spLocks noChangeArrowheads="1"/>
            </p:cNvSpPr>
            <p:nvPr/>
          </p:nvSpPr>
          <p:spPr bwMode="auto">
            <a:xfrm>
              <a:off x="8013701" y="5391150"/>
              <a:ext cx="176213" cy="17621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ru-RU" altLang="ru-RU"/>
            </a:p>
          </p:txBody>
        </p:sp>
        <p:sp>
          <p:nvSpPr>
            <p:cNvPr id="48" name="Freeform 1748">
              <a:extLst>
                <a:ext uri="{FF2B5EF4-FFF2-40B4-BE49-F238E27FC236}">
                  <a16:creationId xmlns:a16="http://schemas.microsoft.com/office/drawing/2014/main" id="{8FF8C2D6-4A42-4A77-9E49-9210FBFCBCE6}"/>
                </a:ext>
              </a:extLst>
            </p:cNvPr>
            <p:cNvSpPr>
              <a:spLocks/>
            </p:cNvSpPr>
            <p:nvPr/>
          </p:nvSpPr>
          <p:spPr bwMode="auto">
            <a:xfrm>
              <a:off x="7967663" y="5530850"/>
              <a:ext cx="271463" cy="284163"/>
            </a:xfrm>
            <a:custGeom>
              <a:avLst/>
              <a:gdLst>
                <a:gd name="T0" fmla="*/ 237530 w 72"/>
                <a:gd name="T1" fmla="*/ 0 h 76"/>
                <a:gd name="T2" fmla="*/ 135732 w 72"/>
                <a:gd name="T3" fmla="*/ 63563 h 76"/>
                <a:gd name="T4" fmla="*/ 37703 w 72"/>
                <a:gd name="T5" fmla="*/ 7478 h 76"/>
                <a:gd name="T6" fmla="*/ 22622 w 72"/>
                <a:gd name="T7" fmla="*/ 11217 h 76"/>
                <a:gd name="T8" fmla="*/ 0 w 72"/>
                <a:gd name="T9" fmla="*/ 63563 h 76"/>
                <a:gd name="T10" fmla="*/ 52784 w 72"/>
                <a:gd name="T11" fmla="*/ 160776 h 76"/>
                <a:gd name="T12" fmla="*/ 75406 w 72"/>
                <a:gd name="T13" fmla="*/ 284163 h 76"/>
                <a:gd name="T14" fmla="*/ 214908 w 72"/>
                <a:gd name="T15" fmla="*/ 284163 h 76"/>
                <a:gd name="T16" fmla="*/ 222449 w 72"/>
                <a:gd name="T17" fmla="*/ 186949 h 76"/>
                <a:gd name="T18" fmla="*/ 267693 w 72"/>
                <a:gd name="T19" fmla="*/ 48607 h 76"/>
                <a:gd name="T20" fmla="*/ 237530 w 72"/>
                <a:gd name="T21" fmla="*/ 0 h 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2" h="76">
                  <a:moveTo>
                    <a:pt x="63" y="0"/>
                  </a:moveTo>
                  <a:cubicBezTo>
                    <a:pt x="58" y="10"/>
                    <a:pt x="48" y="17"/>
                    <a:pt x="36" y="17"/>
                  </a:cubicBezTo>
                  <a:cubicBezTo>
                    <a:pt x="25" y="17"/>
                    <a:pt x="15" y="11"/>
                    <a:pt x="10" y="2"/>
                  </a:cubicBezTo>
                  <a:cubicBezTo>
                    <a:pt x="8" y="2"/>
                    <a:pt x="7" y="3"/>
                    <a:pt x="6" y="3"/>
                  </a:cubicBezTo>
                  <a:cubicBezTo>
                    <a:pt x="3" y="4"/>
                    <a:pt x="0" y="8"/>
                    <a:pt x="0" y="17"/>
                  </a:cubicBezTo>
                  <a:cubicBezTo>
                    <a:pt x="0" y="26"/>
                    <a:pt x="12" y="37"/>
                    <a:pt x="14" y="43"/>
                  </a:cubicBezTo>
                  <a:cubicBezTo>
                    <a:pt x="17" y="49"/>
                    <a:pt x="19" y="64"/>
                    <a:pt x="20" y="76"/>
                  </a:cubicBezTo>
                  <a:cubicBezTo>
                    <a:pt x="57" y="76"/>
                    <a:pt x="57" y="76"/>
                    <a:pt x="57" y="76"/>
                  </a:cubicBezTo>
                  <a:cubicBezTo>
                    <a:pt x="57" y="76"/>
                    <a:pt x="58" y="58"/>
                    <a:pt x="59" y="50"/>
                  </a:cubicBezTo>
                  <a:cubicBezTo>
                    <a:pt x="60" y="42"/>
                    <a:pt x="69" y="25"/>
                    <a:pt x="71" y="13"/>
                  </a:cubicBezTo>
                  <a:cubicBezTo>
                    <a:pt x="72" y="5"/>
                    <a:pt x="67" y="2"/>
                    <a:pt x="6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49" name="Freeform 1749">
              <a:extLst>
                <a:ext uri="{FF2B5EF4-FFF2-40B4-BE49-F238E27FC236}">
                  <a16:creationId xmlns:a16="http://schemas.microsoft.com/office/drawing/2014/main" id="{F58A215C-DE6F-4FF7-BE4A-C8528C2B9689}"/>
                </a:ext>
              </a:extLst>
            </p:cNvPr>
            <p:cNvSpPr>
              <a:spLocks/>
            </p:cNvSpPr>
            <p:nvPr/>
          </p:nvSpPr>
          <p:spPr bwMode="auto">
            <a:xfrm>
              <a:off x="7893051" y="5127625"/>
              <a:ext cx="387350" cy="365125"/>
            </a:xfrm>
            <a:custGeom>
              <a:avLst/>
              <a:gdLst>
                <a:gd name="T0" fmla="*/ 372307 w 103"/>
                <a:gd name="T1" fmla="*/ 278549 h 97"/>
                <a:gd name="T2" fmla="*/ 293333 w 103"/>
                <a:gd name="T3" fmla="*/ 150567 h 97"/>
                <a:gd name="T4" fmla="*/ 278290 w 103"/>
                <a:gd name="T5" fmla="*/ 22585 h 97"/>
                <a:gd name="T6" fmla="*/ 116581 w 103"/>
                <a:gd name="T7" fmla="*/ 22585 h 97"/>
                <a:gd name="T8" fmla="*/ 105299 w 103"/>
                <a:gd name="T9" fmla="*/ 150567 h 97"/>
                <a:gd name="T10" fmla="*/ 90256 w 103"/>
                <a:gd name="T11" fmla="*/ 350068 h 97"/>
                <a:gd name="T12" fmla="*/ 94017 w 103"/>
                <a:gd name="T13" fmla="*/ 350068 h 97"/>
                <a:gd name="T14" fmla="*/ 210598 w 103"/>
                <a:gd name="T15" fmla="*/ 237143 h 97"/>
                <a:gd name="T16" fmla="*/ 323418 w 103"/>
                <a:gd name="T17" fmla="*/ 353832 h 97"/>
                <a:gd name="T18" fmla="*/ 323418 w 103"/>
                <a:gd name="T19" fmla="*/ 365125 h 97"/>
                <a:gd name="T20" fmla="*/ 372307 w 103"/>
                <a:gd name="T21" fmla="*/ 278549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3" h="97">
                  <a:moveTo>
                    <a:pt x="99" y="74"/>
                  </a:moveTo>
                  <a:cubicBezTo>
                    <a:pt x="87" y="49"/>
                    <a:pt x="84" y="50"/>
                    <a:pt x="78" y="40"/>
                  </a:cubicBezTo>
                  <a:cubicBezTo>
                    <a:pt x="75" y="28"/>
                    <a:pt x="75" y="12"/>
                    <a:pt x="74" y="6"/>
                  </a:cubicBezTo>
                  <a:cubicBezTo>
                    <a:pt x="74" y="0"/>
                    <a:pt x="31" y="0"/>
                    <a:pt x="31" y="6"/>
                  </a:cubicBezTo>
                  <a:cubicBezTo>
                    <a:pt x="32" y="19"/>
                    <a:pt x="35" y="26"/>
                    <a:pt x="28" y="40"/>
                  </a:cubicBezTo>
                  <a:cubicBezTo>
                    <a:pt x="21" y="54"/>
                    <a:pt x="0" y="84"/>
                    <a:pt x="24" y="93"/>
                  </a:cubicBezTo>
                  <a:cubicBezTo>
                    <a:pt x="24" y="93"/>
                    <a:pt x="25" y="93"/>
                    <a:pt x="25" y="93"/>
                  </a:cubicBezTo>
                  <a:cubicBezTo>
                    <a:pt x="25" y="76"/>
                    <a:pt x="39" y="63"/>
                    <a:pt x="56" y="63"/>
                  </a:cubicBezTo>
                  <a:cubicBezTo>
                    <a:pt x="73" y="63"/>
                    <a:pt x="86" y="77"/>
                    <a:pt x="86" y="94"/>
                  </a:cubicBezTo>
                  <a:cubicBezTo>
                    <a:pt x="86" y="95"/>
                    <a:pt x="86" y="96"/>
                    <a:pt x="86" y="97"/>
                  </a:cubicBezTo>
                  <a:cubicBezTo>
                    <a:pt x="96" y="96"/>
                    <a:pt x="103" y="91"/>
                    <a:pt x="9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grpSp>
      <p:grpSp>
        <p:nvGrpSpPr>
          <p:cNvPr id="43" name="Group 1852">
            <a:extLst>
              <a:ext uri="{FF2B5EF4-FFF2-40B4-BE49-F238E27FC236}">
                <a16:creationId xmlns:a16="http://schemas.microsoft.com/office/drawing/2014/main" id="{7AE60F1F-0F2E-4A27-95FA-3A2621607906}"/>
              </a:ext>
            </a:extLst>
          </p:cNvPr>
          <p:cNvGrpSpPr>
            <a:grpSpLocks/>
          </p:cNvGrpSpPr>
          <p:nvPr/>
        </p:nvGrpSpPr>
        <p:grpSpPr bwMode="auto">
          <a:xfrm>
            <a:off x="8143609" y="1777237"/>
            <a:ext cx="516340" cy="458142"/>
            <a:chOff x="7783513" y="1508125"/>
            <a:chExt cx="661988" cy="587375"/>
          </a:xfrm>
          <a:solidFill>
            <a:schemeClr val="accent3"/>
          </a:solidFill>
        </p:grpSpPr>
        <p:sp>
          <p:nvSpPr>
            <p:cNvPr id="44" name="Freeform 1745">
              <a:extLst>
                <a:ext uri="{FF2B5EF4-FFF2-40B4-BE49-F238E27FC236}">
                  <a16:creationId xmlns:a16="http://schemas.microsoft.com/office/drawing/2014/main" id="{7ED01888-A993-4672-94C0-10B0B6136572}"/>
                </a:ext>
              </a:extLst>
            </p:cNvPr>
            <p:cNvSpPr>
              <a:spLocks noEditPoints="1"/>
            </p:cNvSpPr>
            <p:nvPr/>
          </p:nvSpPr>
          <p:spPr bwMode="auto">
            <a:xfrm>
              <a:off x="7783513" y="1508125"/>
              <a:ext cx="661988" cy="587375"/>
            </a:xfrm>
            <a:custGeom>
              <a:avLst/>
              <a:gdLst>
                <a:gd name="T0" fmla="*/ 323471 w 176"/>
                <a:gd name="T1" fmla="*/ 587375 h 156"/>
                <a:gd name="T2" fmla="*/ 323471 w 176"/>
                <a:gd name="T3" fmla="*/ 587375 h 156"/>
                <a:gd name="T4" fmla="*/ 221916 w 176"/>
                <a:gd name="T5" fmla="*/ 553488 h 156"/>
                <a:gd name="T6" fmla="*/ 161736 w 176"/>
                <a:gd name="T7" fmla="*/ 402879 h 156"/>
                <a:gd name="T8" fmla="*/ 150452 w 176"/>
                <a:gd name="T9" fmla="*/ 380288 h 156"/>
                <a:gd name="T10" fmla="*/ 124123 w 176"/>
                <a:gd name="T11" fmla="*/ 368992 h 156"/>
                <a:gd name="T12" fmla="*/ 120361 w 176"/>
                <a:gd name="T13" fmla="*/ 368992 h 156"/>
                <a:gd name="T14" fmla="*/ 109078 w 176"/>
                <a:gd name="T15" fmla="*/ 384053 h 156"/>
                <a:gd name="T16" fmla="*/ 109078 w 176"/>
                <a:gd name="T17" fmla="*/ 466888 h 156"/>
                <a:gd name="T18" fmla="*/ 90271 w 176"/>
                <a:gd name="T19" fmla="*/ 530897 h 156"/>
                <a:gd name="T20" fmla="*/ 67703 w 176"/>
                <a:gd name="T21" fmla="*/ 538427 h 156"/>
                <a:gd name="T22" fmla="*/ 26329 w 176"/>
                <a:gd name="T23" fmla="*/ 512071 h 156"/>
                <a:gd name="T24" fmla="*/ 18806 w 176"/>
                <a:gd name="T25" fmla="*/ 342635 h 156"/>
                <a:gd name="T26" fmla="*/ 78987 w 176"/>
                <a:gd name="T27" fmla="*/ 278627 h 156"/>
                <a:gd name="T28" fmla="*/ 199349 w 176"/>
                <a:gd name="T29" fmla="*/ 297453 h 156"/>
                <a:gd name="T30" fmla="*/ 225678 w 176"/>
                <a:gd name="T31" fmla="*/ 312514 h 156"/>
                <a:gd name="T32" fmla="*/ 285858 w 176"/>
                <a:gd name="T33" fmla="*/ 316279 h 156"/>
                <a:gd name="T34" fmla="*/ 338517 w 176"/>
                <a:gd name="T35" fmla="*/ 271096 h 156"/>
                <a:gd name="T36" fmla="*/ 368607 w 176"/>
                <a:gd name="T37" fmla="*/ 214618 h 156"/>
                <a:gd name="T38" fmla="*/ 368607 w 176"/>
                <a:gd name="T39" fmla="*/ 192026 h 156"/>
                <a:gd name="T40" fmla="*/ 349800 w 176"/>
                <a:gd name="T41" fmla="*/ 48948 h 156"/>
                <a:gd name="T42" fmla="*/ 406220 w 176"/>
                <a:gd name="T43" fmla="*/ 3765 h 156"/>
                <a:gd name="T44" fmla="*/ 447594 w 176"/>
                <a:gd name="T45" fmla="*/ 56478 h 156"/>
                <a:gd name="T46" fmla="*/ 447594 w 176"/>
                <a:gd name="T47" fmla="*/ 79070 h 156"/>
                <a:gd name="T48" fmla="*/ 466401 w 176"/>
                <a:gd name="T49" fmla="*/ 94131 h 156"/>
                <a:gd name="T50" fmla="*/ 575478 w 176"/>
                <a:gd name="T51" fmla="*/ 116722 h 156"/>
                <a:gd name="T52" fmla="*/ 575478 w 176"/>
                <a:gd name="T53" fmla="*/ 116722 h 156"/>
                <a:gd name="T54" fmla="*/ 556672 w 176"/>
                <a:gd name="T55" fmla="*/ 463123 h 156"/>
                <a:gd name="T56" fmla="*/ 323471 w 176"/>
                <a:gd name="T57" fmla="*/ 587375 h 156"/>
                <a:gd name="T58" fmla="*/ 124123 w 176"/>
                <a:gd name="T59" fmla="*/ 346401 h 156"/>
                <a:gd name="T60" fmla="*/ 161736 w 176"/>
                <a:gd name="T61" fmla="*/ 357696 h 156"/>
                <a:gd name="T62" fmla="*/ 188065 w 176"/>
                <a:gd name="T63" fmla="*/ 402879 h 156"/>
                <a:gd name="T64" fmla="*/ 236962 w 176"/>
                <a:gd name="T65" fmla="*/ 534662 h 156"/>
                <a:gd name="T66" fmla="*/ 323471 w 176"/>
                <a:gd name="T67" fmla="*/ 564784 h 156"/>
                <a:gd name="T68" fmla="*/ 537865 w 176"/>
                <a:gd name="T69" fmla="*/ 448062 h 156"/>
                <a:gd name="T70" fmla="*/ 560433 w 176"/>
                <a:gd name="T71" fmla="*/ 135548 h 156"/>
                <a:gd name="T72" fmla="*/ 556672 w 176"/>
                <a:gd name="T73" fmla="*/ 135548 h 156"/>
                <a:gd name="T74" fmla="*/ 473923 w 176"/>
                <a:gd name="T75" fmla="*/ 116722 h 156"/>
                <a:gd name="T76" fmla="*/ 462639 w 176"/>
                <a:gd name="T77" fmla="*/ 120487 h 156"/>
                <a:gd name="T78" fmla="*/ 421265 w 176"/>
                <a:gd name="T79" fmla="*/ 79070 h 156"/>
                <a:gd name="T80" fmla="*/ 425026 w 176"/>
                <a:gd name="T81" fmla="*/ 56478 h 156"/>
                <a:gd name="T82" fmla="*/ 402459 w 176"/>
                <a:gd name="T83" fmla="*/ 30122 h 156"/>
                <a:gd name="T84" fmla="*/ 376130 w 176"/>
                <a:gd name="T85" fmla="*/ 52713 h 156"/>
                <a:gd name="T86" fmla="*/ 391175 w 176"/>
                <a:gd name="T87" fmla="*/ 184496 h 156"/>
                <a:gd name="T88" fmla="*/ 394936 w 176"/>
                <a:gd name="T89" fmla="*/ 222148 h 156"/>
                <a:gd name="T90" fmla="*/ 357323 w 176"/>
                <a:gd name="T91" fmla="*/ 286157 h 156"/>
                <a:gd name="T92" fmla="*/ 297142 w 176"/>
                <a:gd name="T93" fmla="*/ 338870 h 156"/>
                <a:gd name="T94" fmla="*/ 210633 w 176"/>
                <a:gd name="T95" fmla="*/ 331340 h 156"/>
                <a:gd name="T96" fmla="*/ 188065 w 176"/>
                <a:gd name="T97" fmla="*/ 316279 h 156"/>
                <a:gd name="T98" fmla="*/ 90271 w 176"/>
                <a:gd name="T99" fmla="*/ 301218 h 156"/>
                <a:gd name="T100" fmla="*/ 41374 w 176"/>
                <a:gd name="T101" fmla="*/ 353931 h 156"/>
                <a:gd name="T102" fmla="*/ 45136 w 176"/>
                <a:gd name="T103" fmla="*/ 500775 h 156"/>
                <a:gd name="T104" fmla="*/ 78987 w 176"/>
                <a:gd name="T105" fmla="*/ 512071 h 156"/>
                <a:gd name="T106" fmla="*/ 90271 w 176"/>
                <a:gd name="T107" fmla="*/ 478183 h 156"/>
                <a:gd name="T108" fmla="*/ 86510 w 176"/>
                <a:gd name="T109" fmla="*/ 372757 h 156"/>
                <a:gd name="T110" fmla="*/ 109078 w 176"/>
                <a:gd name="T111" fmla="*/ 346401 h 156"/>
                <a:gd name="T112" fmla="*/ 124123 w 176"/>
                <a:gd name="T113" fmla="*/ 346401 h 15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76" h="156">
                  <a:moveTo>
                    <a:pt x="86" y="156"/>
                  </a:moveTo>
                  <a:cubicBezTo>
                    <a:pt x="86" y="156"/>
                    <a:pt x="86" y="156"/>
                    <a:pt x="86" y="156"/>
                  </a:cubicBezTo>
                  <a:cubicBezTo>
                    <a:pt x="76" y="156"/>
                    <a:pt x="66" y="153"/>
                    <a:pt x="59" y="147"/>
                  </a:cubicBezTo>
                  <a:cubicBezTo>
                    <a:pt x="48" y="138"/>
                    <a:pt x="42" y="124"/>
                    <a:pt x="43" y="107"/>
                  </a:cubicBezTo>
                  <a:cubicBezTo>
                    <a:pt x="43" y="104"/>
                    <a:pt x="42" y="102"/>
                    <a:pt x="40" y="101"/>
                  </a:cubicBezTo>
                  <a:cubicBezTo>
                    <a:pt x="37" y="99"/>
                    <a:pt x="34" y="98"/>
                    <a:pt x="33" y="98"/>
                  </a:cubicBezTo>
                  <a:cubicBezTo>
                    <a:pt x="32" y="98"/>
                    <a:pt x="32" y="98"/>
                    <a:pt x="32" y="98"/>
                  </a:cubicBezTo>
                  <a:cubicBezTo>
                    <a:pt x="31" y="99"/>
                    <a:pt x="30" y="100"/>
                    <a:pt x="29" y="102"/>
                  </a:cubicBezTo>
                  <a:cubicBezTo>
                    <a:pt x="28" y="105"/>
                    <a:pt x="28" y="121"/>
                    <a:pt x="29" y="124"/>
                  </a:cubicBezTo>
                  <a:cubicBezTo>
                    <a:pt x="33" y="130"/>
                    <a:pt x="31" y="138"/>
                    <a:pt x="24" y="141"/>
                  </a:cubicBezTo>
                  <a:cubicBezTo>
                    <a:pt x="22" y="142"/>
                    <a:pt x="20" y="143"/>
                    <a:pt x="18" y="143"/>
                  </a:cubicBezTo>
                  <a:cubicBezTo>
                    <a:pt x="13" y="143"/>
                    <a:pt x="9" y="141"/>
                    <a:pt x="7" y="136"/>
                  </a:cubicBezTo>
                  <a:cubicBezTo>
                    <a:pt x="1" y="127"/>
                    <a:pt x="0" y="101"/>
                    <a:pt x="5" y="91"/>
                  </a:cubicBezTo>
                  <a:cubicBezTo>
                    <a:pt x="9" y="83"/>
                    <a:pt x="15" y="77"/>
                    <a:pt x="21" y="74"/>
                  </a:cubicBezTo>
                  <a:cubicBezTo>
                    <a:pt x="31" y="70"/>
                    <a:pt x="42" y="72"/>
                    <a:pt x="53" y="79"/>
                  </a:cubicBezTo>
                  <a:cubicBezTo>
                    <a:pt x="56" y="80"/>
                    <a:pt x="58" y="81"/>
                    <a:pt x="60" y="83"/>
                  </a:cubicBezTo>
                  <a:cubicBezTo>
                    <a:pt x="65" y="86"/>
                    <a:pt x="71" y="86"/>
                    <a:pt x="76" y="84"/>
                  </a:cubicBezTo>
                  <a:cubicBezTo>
                    <a:pt x="82" y="81"/>
                    <a:pt x="86" y="77"/>
                    <a:pt x="90" y="72"/>
                  </a:cubicBezTo>
                  <a:cubicBezTo>
                    <a:pt x="94" y="68"/>
                    <a:pt x="97" y="63"/>
                    <a:pt x="98" y="57"/>
                  </a:cubicBezTo>
                  <a:cubicBezTo>
                    <a:pt x="99" y="55"/>
                    <a:pt x="99" y="53"/>
                    <a:pt x="98" y="51"/>
                  </a:cubicBezTo>
                  <a:cubicBezTo>
                    <a:pt x="94" y="39"/>
                    <a:pt x="92" y="26"/>
                    <a:pt x="93" y="13"/>
                  </a:cubicBezTo>
                  <a:cubicBezTo>
                    <a:pt x="94" y="6"/>
                    <a:pt x="100" y="0"/>
                    <a:pt x="108" y="1"/>
                  </a:cubicBezTo>
                  <a:cubicBezTo>
                    <a:pt x="115" y="2"/>
                    <a:pt x="120" y="8"/>
                    <a:pt x="119" y="15"/>
                  </a:cubicBezTo>
                  <a:cubicBezTo>
                    <a:pt x="119" y="17"/>
                    <a:pt x="119" y="19"/>
                    <a:pt x="119" y="21"/>
                  </a:cubicBezTo>
                  <a:cubicBezTo>
                    <a:pt x="119" y="24"/>
                    <a:pt x="122" y="26"/>
                    <a:pt x="124" y="25"/>
                  </a:cubicBezTo>
                  <a:cubicBezTo>
                    <a:pt x="134" y="22"/>
                    <a:pt x="144" y="24"/>
                    <a:pt x="153" y="31"/>
                  </a:cubicBezTo>
                  <a:cubicBezTo>
                    <a:pt x="153" y="31"/>
                    <a:pt x="153" y="31"/>
                    <a:pt x="153" y="31"/>
                  </a:cubicBezTo>
                  <a:cubicBezTo>
                    <a:pt x="176" y="50"/>
                    <a:pt x="174" y="91"/>
                    <a:pt x="148" y="123"/>
                  </a:cubicBezTo>
                  <a:cubicBezTo>
                    <a:pt x="131" y="143"/>
                    <a:pt x="107" y="156"/>
                    <a:pt x="86" y="156"/>
                  </a:cubicBezTo>
                  <a:close/>
                  <a:moveTo>
                    <a:pt x="33" y="92"/>
                  </a:moveTo>
                  <a:cubicBezTo>
                    <a:pt x="36" y="92"/>
                    <a:pt x="39" y="93"/>
                    <a:pt x="43" y="95"/>
                  </a:cubicBezTo>
                  <a:cubicBezTo>
                    <a:pt x="48" y="98"/>
                    <a:pt x="50" y="102"/>
                    <a:pt x="50" y="107"/>
                  </a:cubicBezTo>
                  <a:cubicBezTo>
                    <a:pt x="49" y="122"/>
                    <a:pt x="54" y="134"/>
                    <a:pt x="63" y="142"/>
                  </a:cubicBezTo>
                  <a:cubicBezTo>
                    <a:pt x="69" y="147"/>
                    <a:pt x="77" y="150"/>
                    <a:pt x="86" y="150"/>
                  </a:cubicBezTo>
                  <a:cubicBezTo>
                    <a:pt x="106" y="150"/>
                    <a:pt x="127" y="138"/>
                    <a:pt x="143" y="119"/>
                  </a:cubicBezTo>
                  <a:cubicBezTo>
                    <a:pt x="166" y="89"/>
                    <a:pt x="169" y="52"/>
                    <a:pt x="149" y="36"/>
                  </a:cubicBezTo>
                  <a:cubicBezTo>
                    <a:pt x="148" y="36"/>
                    <a:pt x="148" y="36"/>
                    <a:pt x="148" y="36"/>
                  </a:cubicBezTo>
                  <a:cubicBezTo>
                    <a:pt x="142" y="31"/>
                    <a:pt x="134" y="29"/>
                    <a:pt x="126" y="31"/>
                  </a:cubicBezTo>
                  <a:cubicBezTo>
                    <a:pt x="125" y="31"/>
                    <a:pt x="124" y="32"/>
                    <a:pt x="123" y="32"/>
                  </a:cubicBezTo>
                  <a:cubicBezTo>
                    <a:pt x="117" y="32"/>
                    <a:pt x="113" y="27"/>
                    <a:pt x="112" y="21"/>
                  </a:cubicBezTo>
                  <a:cubicBezTo>
                    <a:pt x="112" y="19"/>
                    <a:pt x="112" y="17"/>
                    <a:pt x="113" y="15"/>
                  </a:cubicBezTo>
                  <a:cubicBezTo>
                    <a:pt x="113" y="11"/>
                    <a:pt x="110" y="8"/>
                    <a:pt x="107" y="8"/>
                  </a:cubicBezTo>
                  <a:cubicBezTo>
                    <a:pt x="103" y="7"/>
                    <a:pt x="100" y="10"/>
                    <a:pt x="100" y="14"/>
                  </a:cubicBezTo>
                  <a:cubicBezTo>
                    <a:pt x="99" y="25"/>
                    <a:pt x="100" y="38"/>
                    <a:pt x="104" y="49"/>
                  </a:cubicBezTo>
                  <a:cubicBezTo>
                    <a:pt x="105" y="53"/>
                    <a:pt x="106" y="56"/>
                    <a:pt x="105" y="59"/>
                  </a:cubicBezTo>
                  <a:cubicBezTo>
                    <a:pt x="103" y="65"/>
                    <a:pt x="99" y="71"/>
                    <a:pt x="95" y="76"/>
                  </a:cubicBezTo>
                  <a:cubicBezTo>
                    <a:pt x="91" y="82"/>
                    <a:pt x="85" y="86"/>
                    <a:pt x="79" y="90"/>
                  </a:cubicBezTo>
                  <a:cubicBezTo>
                    <a:pt x="72" y="93"/>
                    <a:pt x="63" y="93"/>
                    <a:pt x="56" y="88"/>
                  </a:cubicBezTo>
                  <a:cubicBezTo>
                    <a:pt x="54" y="87"/>
                    <a:pt x="52" y="85"/>
                    <a:pt x="50" y="84"/>
                  </a:cubicBezTo>
                  <a:cubicBezTo>
                    <a:pt x="41" y="79"/>
                    <a:pt x="32" y="77"/>
                    <a:pt x="24" y="80"/>
                  </a:cubicBezTo>
                  <a:cubicBezTo>
                    <a:pt x="19" y="83"/>
                    <a:pt x="14" y="87"/>
                    <a:pt x="11" y="94"/>
                  </a:cubicBezTo>
                  <a:cubicBezTo>
                    <a:pt x="7" y="102"/>
                    <a:pt x="8" y="126"/>
                    <a:pt x="12" y="133"/>
                  </a:cubicBezTo>
                  <a:cubicBezTo>
                    <a:pt x="14" y="136"/>
                    <a:pt x="18" y="137"/>
                    <a:pt x="21" y="136"/>
                  </a:cubicBezTo>
                  <a:cubicBezTo>
                    <a:pt x="24" y="134"/>
                    <a:pt x="25" y="130"/>
                    <a:pt x="24" y="127"/>
                  </a:cubicBezTo>
                  <a:cubicBezTo>
                    <a:pt x="21" y="122"/>
                    <a:pt x="21" y="104"/>
                    <a:pt x="23" y="99"/>
                  </a:cubicBezTo>
                  <a:cubicBezTo>
                    <a:pt x="25" y="96"/>
                    <a:pt x="27" y="93"/>
                    <a:pt x="29" y="92"/>
                  </a:cubicBezTo>
                  <a:cubicBezTo>
                    <a:pt x="30" y="92"/>
                    <a:pt x="31" y="92"/>
                    <a:pt x="33"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45" name="Freeform 1746">
              <a:extLst>
                <a:ext uri="{FF2B5EF4-FFF2-40B4-BE49-F238E27FC236}">
                  <a16:creationId xmlns:a16="http://schemas.microsoft.com/office/drawing/2014/main" id="{2E9237CD-4348-44B7-9C50-5B5079008E95}"/>
                </a:ext>
              </a:extLst>
            </p:cNvPr>
            <p:cNvSpPr>
              <a:spLocks/>
            </p:cNvSpPr>
            <p:nvPr/>
          </p:nvSpPr>
          <p:spPr bwMode="auto">
            <a:xfrm>
              <a:off x="8032751" y="1831975"/>
              <a:ext cx="280988" cy="176213"/>
            </a:xfrm>
            <a:custGeom>
              <a:avLst/>
              <a:gdLst>
                <a:gd name="T0" fmla="*/ 157353 w 75"/>
                <a:gd name="T1" fmla="*/ 0 h 47"/>
                <a:gd name="T2" fmla="*/ 157353 w 75"/>
                <a:gd name="T3" fmla="*/ 0 h 47"/>
                <a:gd name="T4" fmla="*/ 0 w 75"/>
                <a:gd name="T5" fmla="*/ 93730 h 47"/>
                <a:gd name="T6" fmla="*/ 26226 w 75"/>
                <a:gd name="T7" fmla="*/ 161216 h 47"/>
                <a:gd name="T8" fmla="*/ 74930 w 75"/>
                <a:gd name="T9" fmla="*/ 176213 h 47"/>
                <a:gd name="T10" fmla="*/ 74930 w 75"/>
                <a:gd name="T11" fmla="*/ 176213 h 47"/>
                <a:gd name="T12" fmla="*/ 239776 w 75"/>
                <a:gd name="T13" fmla="*/ 82483 h 47"/>
                <a:gd name="T14" fmla="*/ 280988 w 75"/>
                <a:gd name="T15" fmla="*/ 14997 h 47"/>
                <a:gd name="T16" fmla="*/ 157353 w 75"/>
                <a:gd name="T17" fmla="*/ 0 h 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47">
                  <a:moveTo>
                    <a:pt x="42" y="0"/>
                  </a:moveTo>
                  <a:cubicBezTo>
                    <a:pt x="42" y="0"/>
                    <a:pt x="42" y="0"/>
                    <a:pt x="42" y="0"/>
                  </a:cubicBezTo>
                  <a:cubicBezTo>
                    <a:pt x="31" y="14"/>
                    <a:pt x="16" y="22"/>
                    <a:pt x="0" y="25"/>
                  </a:cubicBezTo>
                  <a:cubicBezTo>
                    <a:pt x="0" y="33"/>
                    <a:pt x="3" y="39"/>
                    <a:pt x="7" y="43"/>
                  </a:cubicBezTo>
                  <a:cubicBezTo>
                    <a:pt x="11" y="46"/>
                    <a:pt x="15" y="47"/>
                    <a:pt x="20" y="47"/>
                  </a:cubicBezTo>
                  <a:cubicBezTo>
                    <a:pt x="20" y="47"/>
                    <a:pt x="20" y="47"/>
                    <a:pt x="20" y="47"/>
                  </a:cubicBezTo>
                  <a:cubicBezTo>
                    <a:pt x="35" y="47"/>
                    <a:pt x="52" y="38"/>
                    <a:pt x="64" y="22"/>
                  </a:cubicBezTo>
                  <a:cubicBezTo>
                    <a:pt x="69" y="16"/>
                    <a:pt x="73" y="10"/>
                    <a:pt x="75" y="4"/>
                  </a:cubicBezTo>
                  <a:cubicBezTo>
                    <a:pt x="63" y="4"/>
                    <a:pt x="52" y="2"/>
                    <a:pt x="4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grpSp>
      <p:grpSp>
        <p:nvGrpSpPr>
          <p:cNvPr id="50" name="Group 1850">
            <a:extLst>
              <a:ext uri="{FF2B5EF4-FFF2-40B4-BE49-F238E27FC236}">
                <a16:creationId xmlns:a16="http://schemas.microsoft.com/office/drawing/2014/main" id="{5A52BFAB-DB24-4CDE-A8BA-508133418D59}"/>
              </a:ext>
            </a:extLst>
          </p:cNvPr>
          <p:cNvGrpSpPr>
            <a:grpSpLocks/>
          </p:cNvGrpSpPr>
          <p:nvPr/>
        </p:nvGrpSpPr>
        <p:grpSpPr bwMode="auto">
          <a:xfrm>
            <a:off x="8211476" y="3539959"/>
            <a:ext cx="448472" cy="405112"/>
            <a:chOff x="7859713" y="4030663"/>
            <a:chExt cx="574675" cy="519113"/>
          </a:xfrm>
          <a:solidFill>
            <a:schemeClr val="accent3"/>
          </a:solidFill>
        </p:grpSpPr>
        <p:sp>
          <p:nvSpPr>
            <p:cNvPr id="51" name="Freeform 1752">
              <a:extLst>
                <a:ext uri="{FF2B5EF4-FFF2-40B4-BE49-F238E27FC236}">
                  <a16:creationId xmlns:a16="http://schemas.microsoft.com/office/drawing/2014/main" id="{00A666F3-0339-4315-A9BF-4F13F27D9F71}"/>
                </a:ext>
              </a:extLst>
            </p:cNvPr>
            <p:cNvSpPr>
              <a:spLocks/>
            </p:cNvSpPr>
            <p:nvPr/>
          </p:nvSpPr>
          <p:spPr bwMode="auto">
            <a:xfrm>
              <a:off x="7889876" y="4335463"/>
              <a:ext cx="374650" cy="214313"/>
            </a:xfrm>
            <a:custGeom>
              <a:avLst/>
              <a:gdLst>
                <a:gd name="T0" fmla="*/ 11240 w 100"/>
                <a:gd name="T1" fmla="*/ 180474 h 57"/>
                <a:gd name="T2" fmla="*/ 3747 w 100"/>
                <a:gd name="T3" fmla="*/ 161675 h 57"/>
                <a:gd name="T4" fmla="*/ 97409 w 100"/>
                <a:gd name="T5" fmla="*/ 75198 h 57"/>
                <a:gd name="T6" fmla="*/ 236030 w 100"/>
                <a:gd name="T7" fmla="*/ 48878 h 57"/>
                <a:gd name="T8" fmla="*/ 359664 w 100"/>
                <a:gd name="T9" fmla="*/ 3760 h 57"/>
                <a:gd name="T10" fmla="*/ 374650 w 100"/>
                <a:gd name="T11" fmla="*/ 15040 h 57"/>
                <a:gd name="T12" fmla="*/ 209804 w 100"/>
                <a:gd name="T13" fmla="*/ 154155 h 57"/>
                <a:gd name="T14" fmla="*/ 11240 w 100"/>
                <a:gd name="T15" fmla="*/ 180474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0" h="57">
                  <a:moveTo>
                    <a:pt x="3" y="48"/>
                  </a:moveTo>
                  <a:cubicBezTo>
                    <a:pt x="1" y="47"/>
                    <a:pt x="0" y="45"/>
                    <a:pt x="1" y="43"/>
                  </a:cubicBezTo>
                  <a:cubicBezTo>
                    <a:pt x="4" y="32"/>
                    <a:pt x="16" y="23"/>
                    <a:pt x="26" y="20"/>
                  </a:cubicBezTo>
                  <a:cubicBezTo>
                    <a:pt x="38" y="16"/>
                    <a:pt x="51" y="16"/>
                    <a:pt x="63" y="13"/>
                  </a:cubicBezTo>
                  <a:cubicBezTo>
                    <a:pt x="75" y="11"/>
                    <a:pt x="86" y="7"/>
                    <a:pt x="96" y="1"/>
                  </a:cubicBezTo>
                  <a:cubicBezTo>
                    <a:pt x="98" y="0"/>
                    <a:pt x="100" y="2"/>
                    <a:pt x="100" y="4"/>
                  </a:cubicBezTo>
                  <a:cubicBezTo>
                    <a:pt x="96" y="24"/>
                    <a:pt x="69" y="28"/>
                    <a:pt x="56" y="41"/>
                  </a:cubicBezTo>
                  <a:cubicBezTo>
                    <a:pt x="38" y="57"/>
                    <a:pt x="24" y="57"/>
                    <a:pt x="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52" name="Freeform 1753">
              <a:extLst>
                <a:ext uri="{FF2B5EF4-FFF2-40B4-BE49-F238E27FC236}">
                  <a16:creationId xmlns:a16="http://schemas.microsoft.com/office/drawing/2014/main" id="{EDFBA09E-2154-4308-98FB-488C9A1A5EDA}"/>
                </a:ext>
              </a:extLst>
            </p:cNvPr>
            <p:cNvSpPr>
              <a:spLocks/>
            </p:cNvSpPr>
            <p:nvPr/>
          </p:nvSpPr>
          <p:spPr bwMode="auto">
            <a:xfrm>
              <a:off x="7859713" y="4030663"/>
              <a:ext cx="574675" cy="428625"/>
            </a:xfrm>
            <a:custGeom>
              <a:avLst/>
              <a:gdLst>
                <a:gd name="T0" fmla="*/ 116437 w 153"/>
                <a:gd name="T1" fmla="*/ 33839 h 114"/>
                <a:gd name="T2" fmla="*/ 33804 w 153"/>
                <a:gd name="T3" fmla="*/ 131595 h 114"/>
                <a:gd name="T4" fmla="*/ 3756 w 153"/>
                <a:gd name="T5" fmla="*/ 263191 h 114"/>
                <a:gd name="T6" fmla="*/ 3756 w 153"/>
                <a:gd name="T7" fmla="*/ 402306 h 114"/>
                <a:gd name="T8" fmla="*/ 15024 w 153"/>
                <a:gd name="T9" fmla="*/ 428625 h 114"/>
                <a:gd name="T10" fmla="*/ 26292 w 153"/>
                <a:gd name="T11" fmla="*/ 417345 h 114"/>
                <a:gd name="T12" fmla="*/ 56341 w 153"/>
                <a:gd name="T13" fmla="*/ 387266 h 114"/>
                <a:gd name="T14" fmla="*/ 112681 w 153"/>
                <a:gd name="T15" fmla="*/ 357188 h 114"/>
                <a:gd name="T16" fmla="*/ 206583 w 153"/>
                <a:gd name="T17" fmla="*/ 342148 h 114"/>
                <a:gd name="T18" fmla="*/ 255411 w 153"/>
                <a:gd name="T19" fmla="*/ 334628 h 114"/>
                <a:gd name="T20" fmla="*/ 277947 w 153"/>
                <a:gd name="T21" fmla="*/ 327109 h 114"/>
                <a:gd name="T22" fmla="*/ 300484 w 153"/>
                <a:gd name="T23" fmla="*/ 319589 h 114"/>
                <a:gd name="T24" fmla="*/ 311752 w 153"/>
                <a:gd name="T25" fmla="*/ 300789 h 114"/>
                <a:gd name="T26" fmla="*/ 330532 w 153"/>
                <a:gd name="T27" fmla="*/ 259431 h 114"/>
                <a:gd name="T28" fmla="*/ 341800 w 153"/>
                <a:gd name="T29" fmla="*/ 218072 h 114"/>
                <a:gd name="T30" fmla="*/ 353068 w 153"/>
                <a:gd name="T31" fmla="*/ 176714 h 114"/>
                <a:gd name="T32" fmla="*/ 356824 w 153"/>
                <a:gd name="T33" fmla="*/ 101516 h 114"/>
                <a:gd name="T34" fmla="*/ 356824 w 153"/>
                <a:gd name="T35" fmla="*/ 176714 h 114"/>
                <a:gd name="T36" fmla="*/ 349312 w 153"/>
                <a:gd name="T37" fmla="*/ 218072 h 114"/>
                <a:gd name="T38" fmla="*/ 338044 w 153"/>
                <a:gd name="T39" fmla="*/ 263191 h 114"/>
                <a:gd name="T40" fmla="*/ 323020 w 153"/>
                <a:gd name="T41" fmla="*/ 300789 h 114"/>
                <a:gd name="T42" fmla="*/ 330532 w 153"/>
                <a:gd name="T43" fmla="*/ 308309 h 114"/>
                <a:gd name="T44" fmla="*/ 461994 w 153"/>
                <a:gd name="T45" fmla="*/ 221832 h 114"/>
                <a:gd name="T46" fmla="*/ 555895 w 153"/>
                <a:gd name="T47" fmla="*/ 78957 h 114"/>
                <a:gd name="T48" fmla="*/ 570919 w 153"/>
                <a:gd name="T49" fmla="*/ 41359 h 114"/>
                <a:gd name="T50" fmla="*/ 570919 w 153"/>
                <a:gd name="T51" fmla="*/ 18799 h 114"/>
                <a:gd name="T52" fmla="*/ 555895 w 153"/>
                <a:gd name="T53" fmla="*/ 15039 h 114"/>
                <a:gd name="T54" fmla="*/ 473262 w 153"/>
                <a:gd name="T55" fmla="*/ 26319 h 114"/>
                <a:gd name="T56" fmla="*/ 300484 w 153"/>
                <a:gd name="T57" fmla="*/ 7520 h 114"/>
                <a:gd name="T58" fmla="*/ 135218 w 153"/>
                <a:gd name="T59" fmla="*/ 22559 h 114"/>
                <a:gd name="T60" fmla="*/ 116437 w 153"/>
                <a:gd name="T61" fmla="*/ 33839 h 11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53" h="114">
                  <a:moveTo>
                    <a:pt x="31" y="9"/>
                  </a:moveTo>
                  <a:cubicBezTo>
                    <a:pt x="21" y="15"/>
                    <a:pt x="13" y="24"/>
                    <a:pt x="9" y="35"/>
                  </a:cubicBezTo>
                  <a:cubicBezTo>
                    <a:pt x="4" y="46"/>
                    <a:pt x="2" y="58"/>
                    <a:pt x="1" y="70"/>
                  </a:cubicBezTo>
                  <a:cubicBezTo>
                    <a:pt x="0" y="83"/>
                    <a:pt x="0" y="95"/>
                    <a:pt x="1" y="107"/>
                  </a:cubicBezTo>
                  <a:cubicBezTo>
                    <a:pt x="1" y="110"/>
                    <a:pt x="1" y="114"/>
                    <a:pt x="4" y="114"/>
                  </a:cubicBezTo>
                  <a:cubicBezTo>
                    <a:pt x="6" y="113"/>
                    <a:pt x="7" y="112"/>
                    <a:pt x="7" y="111"/>
                  </a:cubicBezTo>
                  <a:cubicBezTo>
                    <a:pt x="10" y="108"/>
                    <a:pt x="12" y="105"/>
                    <a:pt x="15" y="103"/>
                  </a:cubicBezTo>
                  <a:cubicBezTo>
                    <a:pt x="20" y="99"/>
                    <a:pt x="25" y="97"/>
                    <a:pt x="30" y="95"/>
                  </a:cubicBezTo>
                  <a:cubicBezTo>
                    <a:pt x="38" y="92"/>
                    <a:pt x="47" y="92"/>
                    <a:pt x="55" y="91"/>
                  </a:cubicBezTo>
                  <a:cubicBezTo>
                    <a:pt x="59" y="90"/>
                    <a:pt x="64" y="90"/>
                    <a:pt x="68" y="89"/>
                  </a:cubicBezTo>
                  <a:cubicBezTo>
                    <a:pt x="70" y="88"/>
                    <a:pt x="72" y="88"/>
                    <a:pt x="74" y="87"/>
                  </a:cubicBezTo>
                  <a:cubicBezTo>
                    <a:pt x="76" y="87"/>
                    <a:pt x="79" y="86"/>
                    <a:pt x="80" y="85"/>
                  </a:cubicBezTo>
                  <a:cubicBezTo>
                    <a:pt x="81" y="83"/>
                    <a:pt x="82" y="82"/>
                    <a:pt x="83" y="80"/>
                  </a:cubicBezTo>
                  <a:cubicBezTo>
                    <a:pt x="84" y="76"/>
                    <a:pt x="86" y="73"/>
                    <a:pt x="88" y="69"/>
                  </a:cubicBezTo>
                  <a:cubicBezTo>
                    <a:pt x="89" y="65"/>
                    <a:pt x="90" y="62"/>
                    <a:pt x="91" y="58"/>
                  </a:cubicBezTo>
                  <a:cubicBezTo>
                    <a:pt x="92" y="54"/>
                    <a:pt x="93" y="50"/>
                    <a:pt x="94" y="47"/>
                  </a:cubicBezTo>
                  <a:cubicBezTo>
                    <a:pt x="95" y="40"/>
                    <a:pt x="95" y="33"/>
                    <a:pt x="95" y="27"/>
                  </a:cubicBezTo>
                  <a:cubicBezTo>
                    <a:pt x="96" y="33"/>
                    <a:pt x="96" y="40"/>
                    <a:pt x="95" y="47"/>
                  </a:cubicBezTo>
                  <a:cubicBezTo>
                    <a:pt x="95" y="51"/>
                    <a:pt x="94" y="55"/>
                    <a:pt x="93" y="58"/>
                  </a:cubicBezTo>
                  <a:cubicBezTo>
                    <a:pt x="92" y="62"/>
                    <a:pt x="91" y="66"/>
                    <a:pt x="90" y="70"/>
                  </a:cubicBezTo>
                  <a:cubicBezTo>
                    <a:pt x="89" y="73"/>
                    <a:pt x="88" y="77"/>
                    <a:pt x="86" y="80"/>
                  </a:cubicBezTo>
                  <a:cubicBezTo>
                    <a:pt x="86" y="81"/>
                    <a:pt x="87" y="83"/>
                    <a:pt x="88" y="82"/>
                  </a:cubicBezTo>
                  <a:cubicBezTo>
                    <a:pt x="101" y="77"/>
                    <a:pt x="113" y="69"/>
                    <a:pt x="123" y="59"/>
                  </a:cubicBezTo>
                  <a:cubicBezTo>
                    <a:pt x="134" y="48"/>
                    <a:pt x="143" y="36"/>
                    <a:pt x="148" y="21"/>
                  </a:cubicBezTo>
                  <a:cubicBezTo>
                    <a:pt x="150" y="18"/>
                    <a:pt x="151" y="14"/>
                    <a:pt x="152" y="11"/>
                  </a:cubicBezTo>
                  <a:cubicBezTo>
                    <a:pt x="152" y="9"/>
                    <a:pt x="153" y="7"/>
                    <a:pt x="152" y="5"/>
                  </a:cubicBezTo>
                  <a:cubicBezTo>
                    <a:pt x="152" y="4"/>
                    <a:pt x="150" y="4"/>
                    <a:pt x="148" y="4"/>
                  </a:cubicBezTo>
                  <a:cubicBezTo>
                    <a:pt x="141" y="6"/>
                    <a:pt x="134" y="7"/>
                    <a:pt x="126" y="7"/>
                  </a:cubicBezTo>
                  <a:cubicBezTo>
                    <a:pt x="111" y="7"/>
                    <a:pt x="96" y="4"/>
                    <a:pt x="80" y="2"/>
                  </a:cubicBezTo>
                  <a:cubicBezTo>
                    <a:pt x="65" y="1"/>
                    <a:pt x="50" y="0"/>
                    <a:pt x="36" y="6"/>
                  </a:cubicBezTo>
                  <a:cubicBezTo>
                    <a:pt x="34" y="7"/>
                    <a:pt x="33" y="8"/>
                    <a:pt x="3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grpSp>
      <p:sp>
        <p:nvSpPr>
          <p:cNvPr id="69" name="TextBox 68">
            <a:extLst>
              <a:ext uri="{FF2B5EF4-FFF2-40B4-BE49-F238E27FC236}">
                <a16:creationId xmlns:a16="http://schemas.microsoft.com/office/drawing/2014/main" id="{62F7E35B-2C9E-4495-B596-A7C83862F95E}"/>
              </a:ext>
            </a:extLst>
          </p:cNvPr>
          <p:cNvSpPr txBox="1"/>
          <p:nvPr/>
        </p:nvSpPr>
        <p:spPr>
          <a:xfrm>
            <a:off x="9443421" y="5152273"/>
            <a:ext cx="704040" cy="400110"/>
          </a:xfrm>
          <a:prstGeom prst="rect">
            <a:avLst/>
          </a:prstGeom>
          <a:noFill/>
        </p:spPr>
        <p:txBody>
          <a:bodyPr wrap="none" rtlCol="0">
            <a:spAutoFit/>
          </a:bodyPr>
          <a:lstStyle/>
          <a:p>
            <a:pPr algn="ctr"/>
            <a:r>
              <a:rPr lang="en-US" sz="2000"/>
              <a:t>22%</a:t>
            </a:r>
            <a:endParaRPr lang="ru-UA" sz="2000"/>
          </a:p>
        </p:txBody>
      </p:sp>
      <p:sp>
        <p:nvSpPr>
          <p:cNvPr id="70" name="TextBox 69">
            <a:extLst>
              <a:ext uri="{FF2B5EF4-FFF2-40B4-BE49-F238E27FC236}">
                <a16:creationId xmlns:a16="http://schemas.microsoft.com/office/drawing/2014/main" id="{688DEFB1-BC87-4C21-9B0D-9F3D83FA94C8}"/>
              </a:ext>
            </a:extLst>
          </p:cNvPr>
          <p:cNvSpPr txBox="1"/>
          <p:nvPr/>
        </p:nvSpPr>
        <p:spPr>
          <a:xfrm>
            <a:off x="9269238" y="5445025"/>
            <a:ext cx="1045479" cy="369332"/>
          </a:xfrm>
          <a:prstGeom prst="rect">
            <a:avLst/>
          </a:prstGeom>
          <a:noFill/>
        </p:spPr>
        <p:txBody>
          <a:bodyPr wrap="none" rtlCol="0">
            <a:spAutoFit/>
          </a:bodyPr>
          <a:lstStyle/>
          <a:p>
            <a:r>
              <a:rPr lang="en-US"/>
              <a:t>BONES</a:t>
            </a:r>
            <a:endParaRPr lang="ru-UA"/>
          </a:p>
        </p:txBody>
      </p:sp>
      <p:sp>
        <p:nvSpPr>
          <p:cNvPr id="71" name="TextBox 70">
            <a:extLst>
              <a:ext uri="{FF2B5EF4-FFF2-40B4-BE49-F238E27FC236}">
                <a16:creationId xmlns:a16="http://schemas.microsoft.com/office/drawing/2014/main" id="{EF6613ED-C63D-4B35-A41B-02D45C8FF9F2}"/>
              </a:ext>
            </a:extLst>
          </p:cNvPr>
          <p:cNvSpPr txBox="1"/>
          <p:nvPr/>
        </p:nvSpPr>
        <p:spPr>
          <a:xfrm>
            <a:off x="9422582" y="3389349"/>
            <a:ext cx="745717" cy="400110"/>
          </a:xfrm>
          <a:prstGeom prst="rect">
            <a:avLst/>
          </a:prstGeom>
          <a:noFill/>
        </p:spPr>
        <p:txBody>
          <a:bodyPr wrap="none" rtlCol="0">
            <a:spAutoFit/>
          </a:bodyPr>
          <a:lstStyle/>
          <a:p>
            <a:pPr algn="ctr"/>
            <a:r>
              <a:rPr lang="en-US" sz="2000"/>
              <a:t>80%</a:t>
            </a:r>
            <a:endParaRPr lang="ru-UA" sz="2000"/>
          </a:p>
        </p:txBody>
      </p:sp>
      <p:sp>
        <p:nvSpPr>
          <p:cNvPr id="72" name="TextBox 71">
            <a:extLst>
              <a:ext uri="{FF2B5EF4-FFF2-40B4-BE49-F238E27FC236}">
                <a16:creationId xmlns:a16="http://schemas.microsoft.com/office/drawing/2014/main" id="{6BCF3452-95E8-4780-A4E5-9A534F56CAE0}"/>
              </a:ext>
            </a:extLst>
          </p:cNvPr>
          <p:cNvSpPr txBox="1"/>
          <p:nvPr/>
        </p:nvSpPr>
        <p:spPr>
          <a:xfrm>
            <a:off x="9269238" y="3682101"/>
            <a:ext cx="896399" cy="369332"/>
          </a:xfrm>
          <a:prstGeom prst="rect">
            <a:avLst/>
          </a:prstGeom>
          <a:noFill/>
        </p:spPr>
        <p:txBody>
          <a:bodyPr wrap="none" rtlCol="0">
            <a:spAutoFit/>
          </a:bodyPr>
          <a:lstStyle/>
          <a:p>
            <a:r>
              <a:rPr lang="en-US"/>
              <a:t>LIVER</a:t>
            </a:r>
            <a:endParaRPr lang="ru-UA"/>
          </a:p>
        </p:txBody>
      </p:sp>
      <p:sp>
        <p:nvSpPr>
          <p:cNvPr id="73" name="TextBox 72">
            <a:extLst>
              <a:ext uri="{FF2B5EF4-FFF2-40B4-BE49-F238E27FC236}">
                <a16:creationId xmlns:a16="http://schemas.microsoft.com/office/drawing/2014/main" id="{972EB57E-7CB6-4B14-817E-A191412A90C3}"/>
              </a:ext>
            </a:extLst>
          </p:cNvPr>
          <p:cNvSpPr txBox="1"/>
          <p:nvPr/>
        </p:nvSpPr>
        <p:spPr>
          <a:xfrm>
            <a:off x="9443421" y="1674650"/>
            <a:ext cx="704040" cy="400110"/>
          </a:xfrm>
          <a:prstGeom prst="rect">
            <a:avLst/>
          </a:prstGeom>
          <a:noFill/>
        </p:spPr>
        <p:txBody>
          <a:bodyPr wrap="none" rtlCol="0">
            <a:spAutoFit/>
          </a:bodyPr>
          <a:lstStyle/>
          <a:p>
            <a:pPr algn="ctr"/>
            <a:r>
              <a:rPr lang="en-US" sz="2000"/>
              <a:t>35%</a:t>
            </a:r>
            <a:endParaRPr lang="ru-UA" sz="2000"/>
          </a:p>
        </p:txBody>
      </p:sp>
      <p:sp>
        <p:nvSpPr>
          <p:cNvPr id="74" name="TextBox 73">
            <a:extLst>
              <a:ext uri="{FF2B5EF4-FFF2-40B4-BE49-F238E27FC236}">
                <a16:creationId xmlns:a16="http://schemas.microsoft.com/office/drawing/2014/main" id="{912C94C7-6607-492F-92A2-5C4B8DF52FA8}"/>
              </a:ext>
            </a:extLst>
          </p:cNvPr>
          <p:cNvSpPr txBox="1"/>
          <p:nvPr/>
        </p:nvSpPr>
        <p:spPr>
          <a:xfrm>
            <a:off x="9064856" y="1967402"/>
            <a:ext cx="1423788" cy="369332"/>
          </a:xfrm>
          <a:prstGeom prst="rect">
            <a:avLst/>
          </a:prstGeom>
          <a:noFill/>
        </p:spPr>
        <p:txBody>
          <a:bodyPr wrap="none" rtlCol="0">
            <a:spAutoFit/>
          </a:bodyPr>
          <a:lstStyle/>
          <a:p>
            <a:pPr algn="ctr"/>
            <a:r>
              <a:rPr lang="en-US"/>
              <a:t>STOMACH</a:t>
            </a:r>
            <a:endParaRPr lang="ru-UA"/>
          </a:p>
        </p:txBody>
      </p:sp>
      <p:graphicFrame>
        <p:nvGraphicFramePr>
          <p:cNvPr id="57" name="Chart 56">
            <a:extLst>
              <a:ext uri="{FF2B5EF4-FFF2-40B4-BE49-F238E27FC236}">
                <a16:creationId xmlns:a16="http://schemas.microsoft.com/office/drawing/2014/main" id="{566FFCB3-4EEA-4FF9-8153-185A618E8EFF}"/>
              </a:ext>
            </a:extLst>
          </p:cNvPr>
          <p:cNvGraphicFramePr/>
          <p:nvPr>
            <p:extLst>
              <p:ext uri="{D42A27DB-BD31-4B8C-83A1-F6EECF244321}">
                <p14:modId xmlns:p14="http://schemas.microsoft.com/office/powerpoint/2010/main" val="3279815481"/>
              </p:ext>
            </p:extLst>
          </p:nvPr>
        </p:nvGraphicFramePr>
        <p:xfrm>
          <a:off x="2698707" y="3012433"/>
          <a:ext cx="2211386" cy="1359167"/>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59" name="Chart 58">
            <a:extLst>
              <a:ext uri="{FF2B5EF4-FFF2-40B4-BE49-F238E27FC236}">
                <a16:creationId xmlns:a16="http://schemas.microsoft.com/office/drawing/2014/main" id="{C39799A5-2D3C-425D-AEF0-31F551361AF3}"/>
              </a:ext>
            </a:extLst>
          </p:cNvPr>
          <p:cNvGraphicFramePr/>
          <p:nvPr>
            <p:extLst>
              <p:ext uri="{D42A27DB-BD31-4B8C-83A1-F6EECF244321}">
                <p14:modId xmlns:p14="http://schemas.microsoft.com/office/powerpoint/2010/main" val="2803848256"/>
              </p:ext>
            </p:extLst>
          </p:nvPr>
        </p:nvGraphicFramePr>
        <p:xfrm>
          <a:off x="2698707" y="4794778"/>
          <a:ext cx="2211386" cy="1359167"/>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60" name="Chart 59">
            <a:extLst>
              <a:ext uri="{FF2B5EF4-FFF2-40B4-BE49-F238E27FC236}">
                <a16:creationId xmlns:a16="http://schemas.microsoft.com/office/drawing/2014/main" id="{D620C0BB-7E49-4EBB-99B7-E15F8BB00FAA}"/>
              </a:ext>
            </a:extLst>
          </p:cNvPr>
          <p:cNvGraphicFramePr/>
          <p:nvPr>
            <p:extLst>
              <p:ext uri="{D42A27DB-BD31-4B8C-83A1-F6EECF244321}">
                <p14:modId xmlns:p14="http://schemas.microsoft.com/office/powerpoint/2010/main" val="2765033212"/>
              </p:ext>
            </p:extLst>
          </p:nvPr>
        </p:nvGraphicFramePr>
        <p:xfrm>
          <a:off x="7300986" y="1326883"/>
          <a:ext cx="2211386" cy="1359167"/>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61" name="Chart 60">
            <a:extLst>
              <a:ext uri="{FF2B5EF4-FFF2-40B4-BE49-F238E27FC236}">
                <a16:creationId xmlns:a16="http://schemas.microsoft.com/office/drawing/2014/main" id="{D737F882-8855-414D-A4AB-C7243A4B3342}"/>
              </a:ext>
            </a:extLst>
          </p:cNvPr>
          <p:cNvGraphicFramePr/>
          <p:nvPr>
            <p:extLst>
              <p:ext uri="{D42A27DB-BD31-4B8C-83A1-F6EECF244321}">
                <p14:modId xmlns:p14="http://schemas.microsoft.com/office/powerpoint/2010/main" val="3790590300"/>
              </p:ext>
            </p:extLst>
          </p:nvPr>
        </p:nvGraphicFramePr>
        <p:xfrm>
          <a:off x="7300986" y="3012433"/>
          <a:ext cx="2211386" cy="1359167"/>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76" name="Chart 75">
            <a:extLst>
              <a:ext uri="{FF2B5EF4-FFF2-40B4-BE49-F238E27FC236}">
                <a16:creationId xmlns:a16="http://schemas.microsoft.com/office/drawing/2014/main" id="{9E62C78B-A394-4E6B-A319-91E9AA224E38}"/>
              </a:ext>
            </a:extLst>
          </p:cNvPr>
          <p:cNvGraphicFramePr/>
          <p:nvPr>
            <p:extLst>
              <p:ext uri="{D42A27DB-BD31-4B8C-83A1-F6EECF244321}">
                <p14:modId xmlns:p14="http://schemas.microsoft.com/office/powerpoint/2010/main" val="2267835510"/>
              </p:ext>
            </p:extLst>
          </p:nvPr>
        </p:nvGraphicFramePr>
        <p:xfrm>
          <a:off x="7300986" y="4794778"/>
          <a:ext cx="2211386" cy="1359167"/>
        </p:xfrm>
        <a:graphic>
          <a:graphicData uri="http://schemas.openxmlformats.org/drawingml/2006/chart">
            <c:chart xmlns:c="http://schemas.openxmlformats.org/drawingml/2006/chart" xmlns:r="http://schemas.openxmlformats.org/officeDocument/2006/relationships" r:id="rId13"/>
          </a:graphicData>
        </a:graphic>
      </p:graphicFrame>
      <p:sp>
        <p:nvSpPr>
          <p:cNvPr id="77" name="TextBox 76">
            <a:extLst>
              <a:ext uri="{FF2B5EF4-FFF2-40B4-BE49-F238E27FC236}">
                <a16:creationId xmlns:a16="http://schemas.microsoft.com/office/drawing/2014/main" id="{FC351E6E-CC6B-4B72-AC14-62F3A065E798}"/>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3984051606"/>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14:presetBounceEnd="67000">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14:bounceEnd="67000">
                                          <p:cBhvr additive="base">
                                            <p:cTn id="7" dur="1000" fill="hold"/>
                                            <p:tgtEl>
                                              <p:spTgt spid="28"/>
                                            </p:tgtEl>
                                            <p:attrNameLst>
                                              <p:attrName>ppt_x</p:attrName>
                                            </p:attrNameLst>
                                          </p:cBhvr>
                                          <p:tavLst>
                                            <p:tav tm="0">
                                              <p:val>
                                                <p:strVal val="#ppt_x"/>
                                              </p:val>
                                            </p:tav>
                                            <p:tav tm="100000">
                                              <p:val>
                                                <p:strVal val="#ppt_x"/>
                                              </p:val>
                                            </p:tav>
                                          </p:tavLst>
                                        </p:anim>
                                        <p:anim calcmode="lin" valueType="num" p14:bounceEnd="67000">
                                          <p:cBhvr additive="base">
                                            <p:cTn id="8" dur="1000" fill="hold"/>
                                            <p:tgtEl>
                                              <p:spTgt spid="28"/>
                                            </p:tgtEl>
                                            <p:attrNameLst>
                                              <p:attrName>ppt_y</p:attrName>
                                            </p:attrNameLst>
                                          </p:cBhvr>
                                          <p:tavLst>
                                            <p:tav tm="0">
                                              <p:val>
                                                <p:strVal val="1+#ppt_h/2"/>
                                              </p:val>
                                            </p:tav>
                                            <p:tav tm="100000">
                                              <p:val>
                                                <p:strVal val="#ppt_y"/>
                                              </p:val>
                                            </p:tav>
                                          </p:tavLst>
                                        </p:anim>
                                      </p:childTnLst>
                                    </p:cTn>
                                  </p:par>
                                  <p:par>
                                    <p:cTn id="9" presetID="21" presetClass="entr" presetSubtype="1" fill="hold" grpId="0" nodeType="withEffect">
                                      <p:stCondLst>
                                        <p:cond delay="250"/>
                                      </p:stCondLst>
                                      <p:childTnLst>
                                        <p:set>
                                          <p:cBhvr>
                                            <p:cTn id="10" dur="1" fill="hold">
                                              <p:stCondLst>
                                                <p:cond delay="0"/>
                                              </p:stCondLst>
                                            </p:cTn>
                                            <p:tgtEl>
                                              <p:spTgt spid="53"/>
                                            </p:tgtEl>
                                            <p:attrNameLst>
                                              <p:attrName>style.visibility</p:attrName>
                                            </p:attrNameLst>
                                          </p:cBhvr>
                                          <p:to>
                                            <p:strVal val="visible"/>
                                          </p:to>
                                        </p:set>
                                        <p:animEffect transition="in" filter="wheel(1)">
                                          <p:cBhvr>
                                            <p:cTn id="11" dur="1250"/>
                                            <p:tgtEl>
                                              <p:spTgt spid="53"/>
                                            </p:tgtEl>
                                          </p:cBhvr>
                                        </p:animEffect>
                                      </p:childTnLst>
                                    </p:cTn>
                                  </p:par>
                                  <p:par>
                                    <p:cTn id="12" presetID="21" presetClass="entr" presetSubtype="1" fill="hold" grpId="0" nodeType="withEffect">
                                      <p:stCondLst>
                                        <p:cond delay="500"/>
                                      </p:stCondLst>
                                      <p:childTnLst>
                                        <p:set>
                                          <p:cBhvr>
                                            <p:cTn id="13" dur="1" fill="hold">
                                              <p:stCondLst>
                                                <p:cond delay="0"/>
                                              </p:stCondLst>
                                            </p:cTn>
                                            <p:tgtEl>
                                              <p:spTgt spid="57"/>
                                            </p:tgtEl>
                                            <p:attrNameLst>
                                              <p:attrName>style.visibility</p:attrName>
                                            </p:attrNameLst>
                                          </p:cBhvr>
                                          <p:to>
                                            <p:strVal val="visible"/>
                                          </p:to>
                                        </p:set>
                                        <p:animEffect transition="in" filter="wheel(1)">
                                          <p:cBhvr>
                                            <p:cTn id="14" dur="1250"/>
                                            <p:tgtEl>
                                              <p:spTgt spid="57"/>
                                            </p:tgtEl>
                                          </p:cBhvr>
                                        </p:animEffect>
                                      </p:childTnLst>
                                    </p:cTn>
                                  </p:par>
                                  <p:par>
                                    <p:cTn id="15" presetID="21" presetClass="entr" presetSubtype="1" fill="hold" grpId="0" nodeType="withEffect">
                                      <p:stCondLst>
                                        <p:cond delay="750"/>
                                      </p:stCondLst>
                                      <p:childTnLst>
                                        <p:set>
                                          <p:cBhvr>
                                            <p:cTn id="16" dur="1" fill="hold">
                                              <p:stCondLst>
                                                <p:cond delay="0"/>
                                              </p:stCondLst>
                                            </p:cTn>
                                            <p:tgtEl>
                                              <p:spTgt spid="59"/>
                                            </p:tgtEl>
                                            <p:attrNameLst>
                                              <p:attrName>style.visibility</p:attrName>
                                            </p:attrNameLst>
                                          </p:cBhvr>
                                          <p:to>
                                            <p:strVal val="visible"/>
                                          </p:to>
                                        </p:set>
                                        <p:animEffect transition="in" filter="wheel(1)">
                                          <p:cBhvr>
                                            <p:cTn id="17" dur="1250"/>
                                            <p:tgtEl>
                                              <p:spTgt spid="59"/>
                                            </p:tgtEl>
                                          </p:cBhvr>
                                        </p:animEffect>
                                      </p:childTnLst>
                                    </p:cTn>
                                  </p:par>
                                  <p:par>
                                    <p:cTn id="18" presetID="21" presetClass="entr" presetSubtype="1" fill="hold" grpId="0" nodeType="withEffect">
                                      <p:stCondLst>
                                        <p:cond delay="250"/>
                                      </p:stCondLst>
                                      <p:childTnLst>
                                        <p:set>
                                          <p:cBhvr>
                                            <p:cTn id="19" dur="1" fill="hold">
                                              <p:stCondLst>
                                                <p:cond delay="0"/>
                                              </p:stCondLst>
                                            </p:cTn>
                                            <p:tgtEl>
                                              <p:spTgt spid="60"/>
                                            </p:tgtEl>
                                            <p:attrNameLst>
                                              <p:attrName>style.visibility</p:attrName>
                                            </p:attrNameLst>
                                          </p:cBhvr>
                                          <p:to>
                                            <p:strVal val="visible"/>
                                          </p:to>
                                        </p:set>
                                        <p:animEffect transition="in" filter="wheel(1)">
                                          <p:cBhvr>
                                            <p:cTn id="20" dur="1250"/>
                                            <p:tgtEl>
                                              <p:spTgt spid="60"/>
                                            </p:tgtEl>
                                          </p:cBhvr>
                                        </p:animEffect>
                                      </p:childTnLst>
                                    </p:cTn>
                                  </p:par>
                                  <p:par>
                                    <p:cTn id="21" presetID="21" presetClass="entr" presetSubtype="1" fill="hold" grpId="0" nodeType="withEffect">
                                      <p:stCondLst>
                                        <p:cond delay="500"/>
                                      </p:stCondLst>
                                      <p:childTnLst>
                                        <p:set>
                                          <p:cBhvr>
                                            <p:cTn id="22" dur="1" fill="hold">
                                              <p:stCondLst>
                                                <p:cond delay="0"/>
                                              </p:stCondLst>
                                            </p:cTn>
                                            <p:tgtEl>
                                              <p:spTgt spid="61"/>
                                            </p:tgtEl>
                                            <p:attrNameLst>
                                              <p:attrName>style.visibility</p:attrName>
                                            </p:attrNameLst>
                                          </p:cBhvr>
                                          <p:to>
                                            <p:strVal val="visible"/>
                                          </p:to>
                                        </p:set>
                                        <p:animEffect transition="in" filter="wheel(1)">
                                          <p:cBhvr>
                                            <p:cTn id="23" dur="1250"/>
                                            <p:tgtEl>
                                              <p:spTgt spid="61"/>
                                            </p:tgtEl>
                                          </p:cBhvr>
                                        </p:animEffect>
                                      </p:childTnLst>
                                    </p:cTn>
                                  </p:par>
                                  <p:par>
                                    <p:cTn id="24" presetID="21" presetClass="entr" presetSubtype="1" fill="hold" grpId="0" nodeType="withEffect">
                                      <p:stCondLst>
                                        <p:cond delay="750"/>
                                      </p:stCondLst>
                                      <p:childTnLst>
                                        <p:set>
                                          <p:cBhvr>
                                            <p:cTn id="25" dur="1" fill="hold">
                                              <p:stCondLst>
                                                <p:cond delay="0"/>
                                              </p:stCondLst>
                                            </p:cTn>
                                            <p:tgtEl>
                                              <p:spTgt spid="76"/>
                                            </p:tgtEl>
                                            <p:attrNameLst>
                                              <p:attrName>style.visibility</p:attrName>
                                            </p:attrNameLst>
                                          </p:cBhvr>
                                          <p:to>
                                            <p:strVal val="visible"/>
                                          </p:to>
                                        </p:set>
                                        <p:animEffect transition="in" filter="wheel(1)">
                                          <p:cBhvr>
                                            <p:cTn id="26" dur="1250"/>
                                            <p:tgtEl>
                                              <p:spTgt spid="76"/>
                                            </p:tgtEl>
                                          </p:cBhvr>
                                        </p:animEffect>
                                      </p:childTnLst>
                                    </p:cTn>
                                  </p:par>
                                  <p:par>
                                    <p:cTn id="27" presetID="53" presetClass="entr" presetSubtype="16" fill="hold" nodeType="withEffect">
                                      <p:stCondLst>
                                        <p:cond delay="250"/>
                                      </p:stCondLst>
                                      <p:childTnLst>
                                        <p:set>
                                          <p:cBhvr>
                                            <p:cTn id="28" dur="1" fill="hold">
                                              <p:stCondLst>
                                                <p:cond delay="0"/>
                                              </p:stCondLst>
                                            </p:cTn>
                                            <p:tgtEl>
                                              <p:spTgt spid="29"/>
                                            </p:tgtEl>
                                            <p:attrNameLst>
                                              <p:attrName>style.visibility</p:attrName>
                                            </p:attrNameLst>
                                          </p:cBhvr>
                                          <p:to>
                                            <p:strVal val="visible"/>
                                          </p:to>
                                        </p:set>
                                        <p:anim calcmode="lin" valueType="num">
                                          <p:cBhvr>
                                            <p:cTn id="29" dur="500" fill="hold"/>
                                            <p:tgtEl>
                                              <p:spTgt spid="29"/>
                                            </p:tgtEl>
                                            <p:attrNameLst>
                                              <p:attrName>ppt_w</p:attrName>
                                            </p:attrNameLst>
                                          </p:cBhvr>
                                          <p:tavLst>
                                            <p:tav tm="0">
                                              <p:val>
                                                <p:fltVal val="0"/>
                                              </p:val>
                                            </p:tav>
                                            <p:tav tm="100000">
                                              <p:val>
                                                <p:strVal val="#ppt_w"/>
                                              </p:val>
                                            </p:tav>
                                          </p:tavLst>
                                        </p:anim>
                                        <p:anim calcmode="lin" valueType="num">
                                          <p:cBhvr>
                                            <p:cTn id="30" dur="500" fill="hold"/>
                                            <p:tgtEl>
                                              <p:spTgt spid="29"/>
                                            </p:tgtEl>
                                            <p:attrNameLst>
                                              <p:attrName>ppt_h</p:attrName>
                                            </p:attrNameLst>
                                          </p:cBhvr>
                                          <p:tavLst>
                                            <p:tav tm="0">
                                              <p:val>
                                                <p:fltVal val="0"/>
                                              </p:val>
                                            </p:tav>
                                            <p:tav tm="100000">
                                              <p:val>
                                                <p:strVal val="#ppt_h"/>
                                              </p:val>
                                            </p:tav>
                                          </p:tavLst>
                                        </p:anim>
                                        <p:animEffect transition="in" filter="fade">
                                          <p:cBhvr>
                                            <p:cTn id="31" dur="500"/>
                                            <p:tgtEl>
                                              <p:spTgt spid="29"/>
                                            </p:tgtEl>
                                          </p:cBhvr>
                                        </p:animEffect>
                                      </p:childTnLst>
                                    </p:cTn>
                                  </p:par>
                                  <p:par>
                                    <p:cTn id="32" presetID="53" presetClass="entr" presetSubtype="16" fill="hold" nodeType="withEffect">
                                      <p:stCondLst>
                                        <p:cond delay="500"/>
                                      </p:stCondLst>
                                      <p:childTnLst>
                                        <p:set>
                                          <p:cBhvr>
                                            <p:cTn id="33" dur="1" fill="hold">
                                              <p:stCondLst>
                                                <p:cond delay="0"/>
                                              </p:stCondLst>
                                            </p:cTn>
                                            <p:tgtEl>
                                              <p:spTgt spid="39"/>
                                            </p:tgtEl>
                                            <p:attrNameLst>
                                              <p:attrName>style.visibility</p:attrName>
                                            </p:attrNameLst>
                                          </p:cBhvr>
                                          <p:to>
                                            <p:strVal val="visible"/>
                                          </p:to>
                                        </p:set>
                                        <p:anim calcmode="lin" valueType="num">
                                          <p:cBhvr>
                                            <p:cTn id="34" dur="500" fill="hold"/>
                                            <p:tgtEl>
                                              <p:spTgt spid="39"/>
                                            </p:tgtEl>
                                            <p:attrNameLst>
                                              <p:attrName>ppt_w</p:attrName>
                                            </p:attrNameLst>
                                          </p:cBhvr>
                                          <p:tavLst>
                                            <p:tav tm="0">
                                              <p:val>
                                                <p:fltVal val="0"/>
                                              </p:val>
                                            </p:tav>
                                            <p:tav tm="100000">
                                              <p:val>
                                                <p:strVal val="#ppt_w"/>
                                              </p:val>
                                            </p:tav>
                                          </p:tavLst>
                                        </p:anim>
                                        <p:anim calcmode="lin" valueType="num">
                                          <p:cBhvr>
                                            <p:cTn id="35" dur="500" fill="hold"/>
                                            <p:tgtEl>
                                              <p:spTgt spid="39"/>
                                            </p:tgtEl>
                                            <p:attrNameLst>
                                              <p:attrName>ppt_h</p:attrName>
                                            </p:attrNameLst>
                                          </p:cBhvr>
                                          <p:tavLst>
                                            <p:tav tm="0">
                                              <p:val>
                                                <p:fltVal val="0"/>
                                              </p:val>
                                            </p:tav>
                                            <p:tav tm="100000">
                                              <p:val>
                                                <p:strVal val="#ppt_h"/>
                                              </p:val>
                                            </p:tav>
                                          </p:tavLst>
                                        </p:anim>
                                        <p:animEffect transition="in" filter="fade">
                                          <p:cBhvr>
                                            <p:cTn id="36" dur="500"/>
                                            <p:tgtEl>
                                              <p:spTgt spid="39"/>
                                            </p:tgtEl>
                                          </p:cBhvr>
                                        </p:animEffect>
                                      </p:childTnLst>
                                    </p:cTn>
                                  </p:par>
                                  <p:par>
                                    <p:cTn id="37" presetID="53" presetClass="entr" presetSubtype="16" fill="hold" nodeType="withEffect">
                                      <p:stCondLst>
                                        <p:cond delay="750"/>
                                      </p:stCondLst>
                                      <p:childTnLst>
                                        <p:set>
                                          <p:cBhvr>
                                            <p:cTn id="38" dur="1" fill="hold">
                                              <p:stCondLst>
                                                <p:cond delay="0"/>
                                              </p:stCondLst>
                                            </p:cTn>
                                            <p:tgtEl>
                                              <p:spTgt spid="32"/>
                                            </p:tgtEl>
                                            <p:attrNameLst>
                                              <p:attrName>style.visibility</p:attrName>
                                            </p:attrNameLst>
                                          </p:cBhvr>
                                          <p:to>
                                            <p:strVal val="visible"/>
                                          </p:to>
                                        </p:set>
                                        <p:anim calcmode="lin" valueType="num">
                                          <p:cBhvr>
                                            <p:cTn id="39" dur="500" fill="hold"/>
                                            <p:tgtEl>
                                              <p:spTgt spid="32"/>
                                            </p:tgtEl>
                                            <p:attrNameLst>
                                              <p:attrName>ppt_w</p:attrName>
                                            </p:attrNameLst>
                                          </p:cBhvr>
                                          <p:tavLst>
                                            <p:tav tm="0">
                                              <p:val>
                                                <p:fltVal val="0"/>
                                              </p:val>
                                            </p:tav>
                                            <p:tav tm="100000">
                                              <p:val>
                                                <p:strVal val="#ppt_w"/>
                                              </p:val>
                                            </p:tav>
                                          </p:tavLst>
                                        </p:anim>
                                        <p:anim calcmode="lin" valueType="num">
                                          <p:cBhvr>
                                            <p:cTn id="40" dur="500" fill="hold"/>
                                            <p:tgtEl>
                                              <p:spTgt spid="32"/>
                                            </p:tgtEl>
                                            <p:attrNameLst>
                                              <p:attrName>ppt_h</p:attrName>
                                            </p:attrNameLst>
                                          </p:cBhvr>
                                          <p:tavLst>
                                            <p:tav tm="0">
                                              <p:val>
                                                <p:fltVal val="0"/>
                                              </p:val>
                                            </p:tav>
                                            <p:tav tm="100000">
                                              <p:val>
                                                <p:strVal val="#ppt_h"/>
                                              </p:val>
                                            </p:tav>
                                          </p:tavLst>
                                        </p:anim>
                                        <p:animEffect transition="in" filter="fade">
                                          <p:cBhvr>
                                            <p:cTn id="41" dur="500"/>
                                            <p:tgtEl>
                                              <p:spTgt spid="32"/>
                                            </p:tgtEl>
                                          </p:cBhvr>
                                        </p:animEffect>
                                      </p:childTnLst>
                                    </p:cTn>
                                  </p:par>
                                  <p:par>
                                    <p:cTn id="42" presetID="53" presetClass="entr" presetSubtype="16" fill="hold" nodeType="withEffect">
                                      <p:stCondLst>
                                        <p:cond delay="250"/>
                                      </p:stCondLst>
                                      <p:childTnLst>
                                        <p:set>
                                          <p:cBhvr>
                                            <p:cTn id="43" dur="1" fill="hold">
                                              <p:stCondLst>
                                                <p:cond delay="0"/>
                                              </p:stCondLst>
                                            </p:cTn>
                                            <p:tgtEl>
                                              <p:spTgt spid="43"/>
                                            </p:tgtEl>
                                            <p:attrNameLst>
                                              <p:attrName>style.visibility</p:attrName>
                                            </p:attrNameLst>
                                          </p:cBhvr>
                                          <p:to>
                                            <p:strVal val="visible"/>
                                          </p:to>
                                        </p:set>
                                        <p:anim calcmode="lin" valueType="num">
                                          <p:cBhvr>
                                            <p:cTn id="44" dur="500" fill="hold"/>
                                            <p:tgtEl>
                                              <p:spTgt spid="43"/>
                                            </p:tgtEl>
                                            <p:attrNameLst>
                                              <p:attrName>ppt_w</p:attrName>
                                            </p:attrNameLst>
                                          </p:cBhvr>
                                          <p:tavLst>
                                            <p:tav tm="0">
                                              <p:val>
                                                <p:fltVal val="0"/>
                                              </p:val>
                                            </p:tav>
                                            <p:tav tm="100000">
                                              <p:val>
                                                <p:strVal val="#ppt_w"/>
                                              </p:val>
                                            </p:tav>
                                          </p:tavLst>
                                        </p:anim>
                                        <p:anim calcmode="lin" valueType="num">
                                          <p:cBhvr>
                                            <p:cTn id="45" dur="500" fill="hold"/>
                                            <p:tgtEl>
                                              <p:spTgt spid="43"/>
                                            </p:tgtEl>
                                            <p:attrNameLst>
                                              <p:attrName>ppt_h</p:attrName>
                                            </p:attrNameLst>
                                          </p:cBhvr>
                                          <p:tavLst>
                                            <p:tav tm="0">
                                              <p:val>
                                                <p:fltVal val="0"/>
                                              </p:val>
                                            </p:tav>
                                            <p:tav tm="100000">
                                              <p:val>
                                                <p:strVal val="#ppt_h"/>
                                              </p:val>
                                            </p:tav>
                                          </p:tavLst>
                                        </p:anim>
                                        <p:animEffect transition="in" filter="fade">
                                          <p:cBhvr>
                                            <p:cTn id="46" dur="500"/>
                                            <p:tgtEl>
                                              <p:spTgt spid="43"/>
                                            </p:tgtEl>
                                          </p:cBhvr>
                                        </p:animEffect>
                                      </p:childTnLst>
                                    </p:cTn>
                                  </p:par>
                                  <p:par>
                                    <p:cTn id="47" presetID="53" presetClass="entr" presetSubtype="16" fill="hold" nodeType="withEffect">
                                      <p:stCondLst>
                                        <p:cond delay="500"/>
                                      </p:stCondLst>
                                      <p:childTnLst>
                                        <p:set>
                                          <p:cBhvr>
                                            <p:cTn id="48" dur="1" fill="hold">
                                              <p:stCondLst>
                                                <p:cond delay="0"/>
                                              </p:stCondLst>
                                            </p:cTn>
                                            <p:tgtEl>
                                              <p:spTgt spid="50"/>
                                            </p:tgtEl>
                                            <p:attrNameLst>
                                              <p:attrName>style.visibility</p:attrName>
                                            </p:attrNameLst>
                                          </p:cBhvr>
                                          <p:to>
                                            <p:strVal val="visible"/>
                                          </p:to>
                                        </p:set>
                                        <p:anim calcmode="lin" valueType="num">
                                          <p:cBhvr>
                                            <p:cTn id="49" dur="500" fill="hold"/>
                                            <p:tgtEl>
                                              <p:spTgt spid="50"/>
                                            </p:tgtEl>
                                            <p:attrNameLst>
                                              <p:attrName>ppt_w</p:attrName>
                                            </p:attrNameLst>
                                          </p:cBhvr>
                                          <p:tavLst>
                                            <p:tav tm="0">
                                              <p:val>
                                                <p:fltVal val="0"/>
                                              </p:val>
                                            </p:tav>
                                            <p:tav tm="100000">
                                              <p:val>
                                                <p:strVal val="#ppt_w"/>
                                              </p:val>
                                            </p:tav>
                                          </p:tavLst>
                                        </p:anim>
                                        <p:anim calcmode="lin" valueType="num">
                                          <p:cBhvr>
                                            <p:cTn id="50" dur="500" fill="hold"/>
                                            <p:tgtEl>
                                              <p:spTgt spid="50"/>
                                            </p:tgtEl>
                                            <p:attrNameLst>
                                              <p:attrName>ppt_h</p:attrName>
                                            </p:attrNameLst>
                                          </p:cBhvr>
                                          <p:tavLst>
                                            <p:tav tm="0">
                                              <p:val>
                                                <p:fltVal val="0"/>
                                              </p:val>
                                            </p:tav>
                                            <p:tav tm="100000">
                                              <p:val>
                                                <p:strVal val="#ppt_h"/>
                                              </p:val>
                                            </p:tav>
                                          </p:tavLst>
                                        </p:anim>
                                        <p:animEffect transition="in" filter="fade">
                                          <p:cBhvr>
                                            <p:cTn id="51" dur="500"/>
                                            <p:tgtEl>
                                              <p:spTgt spid="50"/>
                                            </p:tgtEl>
                                          </p:cBhvr>
                                        </p:animEffect>
                                      </p:childTnLst>
                                    </p:cTn>
                                  </p:par>
                                  <p:par>
                                    <p:cTn id="52" presetID="53" presetClass="entr" presetSubtype="16" fill="hold" nodeType="withEffect">
                                      <p:stCondLst>
                                        <p:cond delay="750"/>
                                      </p:stCondLst>
                                      <p:childTnLst>
                                        <p:set>
                                          <p:cBhvr>
                                            <p:cTn id="53" dur="1" fill="hold">
                                              <p:stCondLst>
                                                <p:cond delay="0"/>
                                              </p:stCondLst>
                                            </p:cTn>
                                            <p:tgtEl>
                                              <p:spTgt spid="46"/>
                                            </p:tgtEl>
                                            <p:attrNameLst>
                                              <p:attrName>style.visibility</p:attrName>
                                            </p:attrNameLst>
                                          </p:cBhvr>
                                          <p:to>
                                            <p:strVal val="visible"/>
                                          </p:to>
                                        </p:set>
                                        <p:anim calcmode="lin" valueType="num">
                                          <p:cBhvr>
                                            <p:cTn id="54" dur="500" fill="hold"/>
                                            <p:tgtEl>
                                              <p:spTgt spid="46"/>
                                            </p:tgtEl>
                                            <p:attrNameLst>
                                              <p:attrName>ppt_w</p:attrName>
                                            </p:attrNameLst>
                                          </p:cBhvr>
                                          <p:tavLst>
                                            <p:tav tm="0">
                                              <p:val>
                                                <p:fltVal val="0"/>
                                              </p:val>
                                            </p:tav>
                                            <p:tav tm="100000">
                                              <p:val>
                                                <p:strVal val="#ppt_w"/>
                                              </p:val>
                                            </p:tav>
                                          </p:tavLst>
                                        </p:anim>
                                        <p:anim calcmode="lin" valueType="num">
                                          <p:cBhvr>
                                            <p:cTn id="55" dur="500" fill="hold"/>
                                            <p:tgtEl>
                                              <p:spTgt spid="46"/>
                                            </p:tgtEl>
                                            <p:attrNameLst>
                                              <p:attrName>ppt_h</p:attrName>
                                            </p:attrNameLst>
                                          </p:cBhvr>
                                          <p:tavLst>
                                            <p:tav tm="0">
                                              <p:val>
                                                <p:fltVal val="0"/>
                                              </p:val>
                                            </p:tav>
                                            <p:tav tm="100000">
                                              <p:val>
                                                <p:strVal val="#ppt_h"/>
                                              </p:val>
                                            </p:tav>
                                          </p:tavLst>
                                        </p:anim>
                                        <p:animEffect transition="in" filter="fade">
                                          <p:cBhvr>
                                            <p:cTn id="56" dur="500"/>
                                            <p:tgtEl>
                                              <p:spTgt spid="46"/>
                                            </p:tgtEl>
                                          </p:cBhvr>
                                        </p:animEffect>
                                      </p:childTnLst>
                                    </p:cTn>
                                  </p:par>
                                  <p:par>
                                    <p:cTn id="57" presetID="2" presetClass="entr" presetSubtype="8" fill="hold" grpId="0" nodeType="withEffect" p14:presetBounceEnd="67000">
                                      <p:stCondLst>
                                        <p:cond delay="250"/>
                                      </p:stCondLst>
                                      <p:childTnLst>
                                        <p:set>
                                          <p:cBhvr>
                                            <p:cTn id="58" dur="1" fill="hold">
                                              <p:stCondLst>
                                                <p:cond delay="0"/>
                                              </p:stCondLst>
                                            </p:cTn>
                                            <p:tgtEl>
                                              <p:spTgt spid="64"/>
                                            </p:tgtEl>
                                            <p:attrNameLst>
                                              <p:attrName>style.visibility</p:attrName>
                                            </p:attrNameLst>
                                          </p:cBhvr>
                                          <p:to>
                                            <p:strVal val="visible"/>
                                          </p:to>
                                        </p:set>
                                        <p:anim calcmode="lin" valueType="num" p14:bounceEnd="67000">
                                          <p:cBhvr additive="base">
                                            <p:cTn id="59" dur="1000" fill="hold"/>
                                            <p:tgtEl>
                                              <p:spTgt spid="64"/>
                                            </p:tgtEl>
                                            <p:attrNameLst>
                                              <p:attrName>ppt_x</p:attrName>
                                            </p:attrNameLst>
                                          </p:cBhvr>
                                          <p:tavLst>
                                            <p:tav tm="0">
                                              <p:val>
                                                <p:strVal val="0-#ppt_w/2"/>
                                              </p:val>
                                            </p:tav>
                                            <p:tav tm="100000">
                                              <p:val>
                                                <p:strVal val="#ppt_x"/>
                                              </p:val>
                                            </p:tav>
                                          </p:tavLst>
                                        </p:anim>
                                        <p:anim calcmode="lin" valueType="num" p14:bounceEnd="67000">
                                          <p:cBhvr additive="base">
                                            <p:cTn id="60" dur="1000" fill="hold"/>
                                            <p:tgtEl>
                                              <p:spTgt spid="64"/>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14:presetBounceEnd="67000">
                                      <p:stCondLst>
                                        <p:cond delay="250"/>
                                      </p:stCondLst>
                                      <p:childTnLst>
                                        <p:set>
                                          <p:cBhvr>
                                            <p:cTn id="62" dur="1" fill="hold">
                                              <p:stCondLst>
                                                <p:cond delay="0"/>
                                              </p:stCondLst>
                                            </p:cTn>
                                            <p:tgtEl>
                                              <p:spTgt spid="65"/>
                                            </p:tgtEl>
                                            <p:attrNameLst>
                                              <p:attrName>style.visibility</p:attrName>
                                            </p:attrNameLst>
                                          </p:cBhvr>
                                          <p:to>
                                            <p:strVal val="visible"/>
                                          </p:to>
                                        </p:set>
                                        <p:anim calcmode="lin" valueType="num" p14:bounceEnd="67000">
                                          <p:cBhvr additive="base">
                                            <p:cTn id="63" dur="1000" fill="hold"/>
                                            <p:tgtEl>
                                              <p:spTgt spid="65"/>
                                            </p:tgtEl>
                                            <p:attrNameLst>
                                              <p:attrName>ppt_x</p:attrName>
                                            </p:attrNameLst>
                                          </p:cBhvr>
                                          <p:tavLst>
                                            <p:tav tm="0">
                                              <p:val>
                                                <p:strVal val="0-#ppt_w/2"/>
                                              </p:val>
                                            </p:tav>
                                            <p:tav tm="100000">
                                              <p:val>
                                                <p:strVal val="#ppt_x"/>
                                              </p:val>
                                            </p:tav>
                                          </p:tavLst>
                                        </p:anim>
                                        <p:anim calcmode="lin" valueType="num" p14:bounceEnd="67000">
                                          <p:cBhvr additive="base">
                                            <p:cTn id="64" dur="1000" fill="hold"/>
                                            <p:tgtEl>
                                              <p:spTgt spid="65"/>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14:presetBounceEnd="67000">
                                      <p:stCondLst>
                                        <p:cond delay="500"/>
                                      </p:stCondLst>
                                      <p:childTnLst>
                                        <p:set>
                                          <p:cBhvr>
                                            <p:cTn id="66" dur="1" fill="hold">
                                              <p:stCondLst>
                                                <p:cond delay="0"/>
                                              </p:stCondLst>
                                            </p:cTn>
                                            <p:tgtEl>
                                              <p:spTgt spid="62"/>
                                            </p:tgtEl>
                                            <p:attrNameLst>
                                              <p:attrName>style.visibility</p:attrName>
                                            </p:attrNameLst>
                                          </p:cBhvr>
                                          <p:to>
                                            <p:strVal val="visible"/>
                                          </p:to>
                                        </p:set>
                                        <p:anim calcmode="lin" valueType="num" p14:bounceEnd="67000">
                                          <p:cBhvr additive="base">
                                            <p:cTn id="67" dur="1000" fill="hold"/>
                                            <p:tgtEl>
                                              <p:spTgt spid="62"/>
                                            </p:tgtEl>
                                            <p:attrNameLst>
                                              <p:attrName>ppt_x</p:attrName>
                                            </p:attrNameLst>
                                          </p:cBhvr>
                                          <p:tavLst>
                                            <p:tav tm="0">
                                              <p:val>
                                                <p:strVal val="0-#ppt_w/2"/>
                                              </p:val>
                                            </p:tav>
                                            <p:tav tm="100000">
                                              <p:val>
                                                <p:strVal val="#ppt_x"/>
                                              </p:val>
                                            </p:tav>
                                          </p:tavLst>
                                        </p:anim>
                                        <p:anim calcmode="lin" valueType="num" p14:bounceEnd="67000">
                                          <p:cBhvr additive="base">
                                            <p:cTn id="68" dur="1000" fill="hold"/>
                                            <p:tgtEl>
                                              <p:spTgt spid="62"/>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14:presetBounceEnd="67000">
                                      <p:stCondLst>
                                        <p:cond delay="500"/>
                                      </p:stCondLst>
                                      <p:childTnLst>
                                        <p:set>
                                          <p:cBhvr>
                                            <p:cTn id="70" dur="1" fill="hold">
                                              <p:stCondLst>
                                                <p:cond delay="0"/>
                                              </p:stCondLst>
                                            </p:cTn>
                                            <p:tgtEl>
                                              <p:spTgt spid="63"/>
                                            </p:tgtEl>
                                            <p:attrNameLst>
                                              <p:attrName>style.visibility</p:attrName>
                                            </p:attrNameLst>
                                          </p:cBhvr>
                                          <p:to>
                                            <p:strVal val="visible"/>
                                          </p:to>
                                        </p:set>
                                        <p:anim calcmode="lin" valueType="num" p14:bounceEnd="67000">
                                          <p:cBhvr additive="base">
                                            <p:cTn id="71" dur="1000" fill="hold"/>
                                            <p:tgtEl>
                                              <p:spTgt spid="63"/>
                                            </p:tgtEl>
                                            <p:attrNameLst>
                                              <p:attrName>ppt_x</p:attrName>
                                            </p:attrNameLst>
                                          </p:cBhvr>
                                          <p:tavLst>
                                            <p:tav tm="0">
                                              <p:val>
                                                <p:strVal val="0-#ppt_w/2"/>
                                              </p:val>
                                            </p:tav>
                                            <p:tav tm="100000">
                                              <p:val>
                                                <p:strVal val="#ppt_x"/>
                                              </p:val>
                                            </p:tav>
                                          </p:tavLst>
                                        </p:anim>
                                        <p:anim calcmode="lin" valueType="num" p14:bounceEnd="67000">
                                          <p:cBhvr additive="base">
                                            <p:cTn id="72" dur="1000" fill="hold"/>
                                            <p:tgtEl>
                                              <p:spTgt spid="63"/>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14:presetBounceEnd="67000">
                                      <p:stCondLst>
                                        <p:cond delay="750"/>
                                      </p:stCondLst>
                                      <p:childTnLst>
                                        <p:set>
                                          <p:cBhvr>
                                            <p:cTn id="74" dur="1" fill="hold">
                                              <p:stCondLst>
                                                <p:cond delay="0"/>
                                              </p:stCondLst>
                                            </p:cTn>
                                            <p:tgtEl>
                                              <p:spTgt spid="56"/>
                                            </p:tgtEl>
                                            <p:attrNameLst>
                                              <p:attrName>style.visibility</p:attrName>
                                            </p:attrNameLst>
                                          </p:cBhvr>
                                          <p:to>
                                            <p:strVal val="visible"/>
                                          </p:to>
                                        </p:set>
                                        <p:anim calcmode="lin" valueType="num" p14:bounceEnd="67000">
                                          <p:cBhvr additive="base">
                                            <p:cTn id="75" dur="1000" fill="hold"/>
                                            <p:tgtEl>
                                              <p:spTgt spid="56"/>
                                            </p:tgtEl>
                                            <p:attrNameLst>
                                              <p:attrName>ppt_x</p:attrName>
                                            </p:attrNameLst>
                                          </p:cBhvr>
                                          <p:tavLst>
                                            <p:tav tm="0">
                                              <p:val>
                                                <p:strVal val="0-#ppt_w/2"/>
                                              </p:val>
                                            </p:tav>
                                            <p:tav tm="100000">
                                              <p:val>
                                                <p:strVal val="#ppt_x"/>
                                              </p:val>
                                            </p:tav>
                                          </p:tavLst>
                                        </p:anim>
                                        <p:anim calcmode="lin" valueType="num" p14:bounceEnd="67000">
                                          <p:cBhvr additive="base">
                                            <p:cTn id="76" dur="1000" fill="hold"/>
                                            <p:tgtEl>
                                              <p:spTgt spid="56"/>
                                            </p:tgtEl>
                                            <p:attrNameLst>
                                              <p:attrName>ppt_y</p:attrName>
                                            </p:attrNameLst>
                                          </p:cBhvr>
                                          <p:tavLst>
                                            <p:tav tm="0">
                                              <p:val>
                                                <p:strVal val="#ppt_y"/>
                                              </p:val>
                                            </p:tav>
                                            <p:tav tm="100000">
                                              <p:val>
                                                <p:strVal val="#ppt_y"/>
                                              </p:val>
                                            </p:tav>
                                          </p:tavLst>
                                        </p:anim>
                                      </p:childTnLst>
                                    </p:cTn>
                                  </p:par>
                                  <p:par>
                                    <p:cTn id="77" presetID="2" presetClass="entr" presetSubtype="8" fill="hold" grpId="0" nodeType="withEffect" p14:presetBounceEnd="67000">
                                      <p:stCondLst>
                                        <p:cond delay="750"/>
                                      </p:stCondLst>
                                      <p:childTnLst>
                                        <p:set>
                                          <p:cBhvr>
                                            <p:cTn id="78" dur="1" fill="hold">
                                              <p:stCondLst>
                                                <p:cond delay="0"/>
                                              </p:stCondLst>
                                            </p:cTn>
                                            <p:tgtEl>
                                              <p:spTgt spid="58"/>
                                            </p:tgtEl>
                                            <p:attrNameLst>
                                              <p:attrName>style.visibility</p:attrName>
                                            </p:attrNameLst>
                                          </p:cBhvr>
                                          <p:to>
                                            <p:strVal val="visible"/>
                                          </p:to>
                                        </p:set>
                                        <p:anim calcmode="lin" valueType="num" p14:bounceEnd="67000">
                                          <p:cBhvr additive="base">
                                            <p:cTn id="79" dur="1000" fill="hold"/>
                                            <p:tgtEl>
                                              <p:spTgt spid="58"/>
                                            </p:tgtEl>
                                            <p:attrNameLst>
                                              <p:attrName>ppt_x</p:attrName>
                                            </p:attrNameLst>
                                          </p:cBhvr>
                                          <p:tavLst>
                                            <p:tav tm="0">
                                              <p:val>
                                                <p:strVal val="0-#ppt_w/2"/>
                                              </p:val>
                                            </p:tav>
                                            <p:tav tm="100000">
                                              <p:val>
                                                <p:strVal val="#ppt_x"/>
                                              </p:val>
                                            </p:tav>
                                          </p:tavLst>
                                        </p:anim>
                                        <p:anim calcmode="lin" valueType="num" p14:bounceEnd="67000">
                                          <p:cBhvr additive="base">
                                            <p:cTn id="80" dur="1000" fill="hold"/>
                                            <p:tgtEl>
                                              <p:spTgt spid="58"/>
                                            </p:tgtEl>
                                            <p:attrNameLst>
                                              <p:attrName>ppt_y</p:attrName>
                                            </p:attrNameLst>
                                          </p:cBhvr>
                                          <p:tavLst>
                                            <p:tav tm="0">
                                              <p:val>
                                                <p:strVal val="#ppt_y"/>
                                              </p:val>
                                            </p:tav>
                                            <p:tav tm="100000">
                                              <p:val>
                                                <p:strVal val="#ppt_y"/>
                                              </p:val>
                                            </p:tav>
                                          </p:tavLst>
                                        </p:anim>
                                      </p:childTnLst>
                                    </p:cTn>
                                  </p:par>
                                  <p:par>
                                    <p:cTn id="81" presetID="2" presetClass="entr" presetSubtype="2" fill="hold" grpId="0" nodeType="withEffect" p14:presetBounceEnd="67000">
                                      <p:stCondLst>
                                        <p:cond delay="250"/>
                                      </p:stCondLst>
                                      <p:childTnLst>
                                        <p:set>
                                          <p:cBhvr>
                                            <p:cTn id="82" dur="1" fill="hold">
                                              <p:stCondLst>
                                                <p:cond delay="0"/>
                                              </p:stCondLst>
                                            </p:cTn>
                                            <p:tgtEl>
                                              <p:spTgt spid="73"/>
                                            </p:tgtEl>
                                            <p:attrNameLst>
                                              <p:attrName>style.visibility</p:attrName>
                                            </p:attrNameLst>
                                          </p:cBhvr>
                                          <p:to>
                                            <p:strVal val="visible"/>
                                          </p:to>
                                        </p:set>
                                        <p:anim calcmode="lin" valueType="num" p14:bounceEnd="67000">
                                          <p:cBhvr additive="base">
                                            <p:cTn id="83" dur="1000" fill="hold"/>
                                            <p:tgtEl>
                                              <p:spTgt spid="73"/>
                                            </p:tgtEl>
                                            <p:attrNameLst>
                                              <p:attrName>ppt_x</p:attrName>
                                            </p:attrNameLst>
                                          </p:cBhvr>
                                          <p:tavLst>
                                            <p:tav tm="0">
                                              <p:val>
                                                <p:strVal val="1+#ppt_w/2"/>
                                              </p:val>
                                            </p:tav>
                                            <p:tav tm="100000">
                                              <p:val>
                                                <p:strVal val="#ppt_x"/>
                                              </p:val>
                                            </p:tav>
                                          </p:tavLst>
                                        </p:anim>
                                        <p:anim calcmode="lin" valueType="num" p14:bounceEnd="67000">
                                          <p:cBhvr additive="base">
                                            <p:cTn id="84" dur="1000" fill="hold"/>
                                            <p:tgtEl>
                                              <p:spTgt spid="73"/>
                                            </p:tgtEl>
                                            <p:attrNameLst>
                                              <p:attrName>ppt_y</p:attrName>
                                            </p:attrNameLst>
                                          </p:cBhvr>
                                          <p:tavLst>
                                            <p:tav tm="0">
                                              <p:val>
                                                <p:strVal val="#ppt_y"/>
                                              </p:val>
                                            </p:tav>
                                            <p:tav tm="100000">
                                              <p:val>
                                                <p:strVal val="#ppt_y"/>
                                              </p:val>
                                            </p:tav>
                                          </p:tavLst>
                                        </p:anim>
                                      </p:childTnLst>
                                    </p:cTn>
                                  </p:par>
                                  <p:par>
                                    <p:cTn id="85" presetID="2" presetClass="entr" presetSubtype="2" fill="hold" grpId="0" nodeType="withEffect" p14:presetBounceEnd="67000">
                                      <p:stCondLst>
                                        <p:cond delay="250"/>
                                      </p:stCondLst>
                                      <p:childTnLst>
                                        <p:set>
                                          <p:cBhvr>
                                            <p:cTn id="86" dur="1" fill="hold">
                                              <p:stCondLst>
                                                <p:cond delay="0"/>
                                              </p:stCondLst>
                                            </p:cTn>
                                            <p:tgtEl>
                                              <p:spTgt spid="74"/>
                                            </p:tgtEl>
                                            <p:attrNameLst>
                                              <p:attrName>style.visibility</p:attrName>
                                            </p:attrNameLst>
                                          </p:cBhvr>
                                          <p:to>
                                            <p:strVal val="visible"/>
                                          </p:to>
                                        </p:set>
                                        <p:anim calcmode="lin" valueType="num" p14:bounceEnd="67000">
                                          <p:cBhvr additive="base">
                                            <p:cTn id="87" dur="1000" fill="hold"/>
                                            <p:tgtEl>
                                              <p:spTgt spid="74"/>
                                            </p:tgtEl>
                                            <p:attrNameLst>
                                              <p:attrName>ppt_x</p:attrName>
                                            </p:attrNameLst>
                                          </p:cBhvr>
                                          <p:tavLst>
                                            <p:tav tm="0">
                                              <p:val>
                                                <p:strVal val="1+#ppt_w/2"/>
                                              </p:val>
                                            </p:tav>
                                            <p:tav tm="100000">
                                              <p:val>
                                                <p:strVal val="#ppt_x"/>
                                              </p:val>
                                            </p:tav>
                                          </p:tavLst>
                                        </p:anim>
                                        <p:anim calcmode="lin" valueType="num" p14:bounceEnd="67000">
                                          <p:cBhvr additive="base">
                                            <p:cTn id="88" dur="1000" fill="hold"/>
                                            <p:tgtEl>
                                              <p:spTgt spid="74"/>
                                            </p:tgtEl>
                                            <p:attrNameLst>
                                              <p:attrName>ppt_y</p:attrName>
                                            </p:attrNameLst>
                                          </p:cBhvr>
                                          <p:tavLst>
                                            <p:tav tm="0">
                                              <p:val>
                                                <p:strVal val="#ppt_y"/>
                                              </p:val>
                                            </p:tav>
                                            <p:tav tm="100000">
                                              <p:val>
                                                <p:strVal val="#ppt_y"/>
                                              </p:val>
                                            </p:tav>
                                          </p:tavLst>
                                        </p:anim>
                                      </p:childTnLst>
                                    </p:cTn>
                                  </p:par>
                                  <p:par>
                                    <p:cTn id="89" presetID="2" presetClass="entr" presetSubtype="2" fill="hold" grpId="0" nodeType="withEffect" p14:presetBounceEnd="67000">
                                      <p:stCondLst>
                                        <p:cond delay="500"/>
                                      </p:stCondLst>
                                      <p:childTnLst>
                                        <p:set>
                                          <p:cBhvr>
                                            <p:cTn id="90" dur="1" fill="hold">
                                              <p:stCondLst>
                                                <p:cond delay="0"/>
                                              </p:stCondLst>
                                            </p:cTn>
                                            <p:tgtEl>
                                              <p:spTgt spid="71"/>
                                            </p:tgtEl>
                                            <p:attrNameLst>
                                              <p:attrName>style.visibility</p:attrName>
                                            </p:attrNameLst>
                                          </p:cBhvr>
                                          <p:to>
                                            <p:strVal val="visible"/>
                                          </p:to>
                                        </p:set>
                                        <p:anim calcmode="lin" valueType="num" p14:bounceEnd="67000">
                                          <p:cBhvr additive="base">
                                            <p:cTn id="91" dur="1000" fill="hold"/>
                                            <p:tgtEl>
                                              <p:spTgt spid="71"/>
                                            </p:tgtEl>
                                            <p:attrNameLst>
                                              <p:attrName>ppt_x</p:attrName>
                                            </p:attrNameLst>
                                          </p:cBhvr>
                                          <p:tavLst>
                                            <p:tav tm="0">
                                              <p:val>
                                                <p:strVal val="1+#ppt_w/2"/>
                                              </p:val>
                                            </p:tav>
                                            <p:tav tm="100000">
                                              <p:val>
                                                <p:strVal val="#ppt_x"/>
                                              </p:val>
                                            </p:tav>
                                          </p:tavLst>
                                        </p:anim>
                                        <p:anim calcmode="lin" valueType="num" p14:bounceEnd="67000">
                                          <p:cBhvr additive="base">
                                            <p:cTn id="92" dur="1000" fill="hold"/>
                                            <p:tgtEl>
                                              <p:spTgt spid="71"/>
                                            </p:tgtEl>
                                            <p:attrNameLst>
                                              <p:attrName>ppt_y</p:attrName>
                                            </p:attrNameLst>
                                          </p:cBhvr>
                                          <p:tavLst>
                                            <p:tav tm="0">
                                              <p:val>
                                                <p:strVal val="#ppt_y"/>
                                              </p:val>
                                            </p:tav>
                                            <p:tav tm="100000">
                                              <p:val>
                                                <p:strVal val="#ppt_y"/>
                                              </p:val>
                                            </p:tav>
                                          </p:tavLst>
                                        </p:anim>
                                      </p:childTnLst>
                                    </p:cTn>
                                  </p:par>
                                  <p:par>
                                    <p:cTn id="93" presetID="2" presetClass="entr" presetSubtype="2" fill="hold" grpId="0" nodeType="withEffect" p14:presetBounceEnd="67000">
                                      <p:stCondLst>
                                        <p:cond delay="500"/>
                                      </p:stCondLst>
                                      <p:childTnLst>
                                        <p:set>
                                          <p:cBhvr>
                                            <p:cTn id="94" dur="1" fill="hold">
                                              <p:stCondLst>
                                                <p:cond delay="0"/>
                                              </p:stCondLst>
                                            </p:cTn>
                                            <p:tgtEl>
                                              <p:spTgt spid="72"/>
                                            </p:tgtEl>
                                            <p:attrNameLst>
                                              <p:attrName>style.visibility</p:attrName>
                                            </p:attrNameLst>
                                          </p:cBhvr>
                                          <p:to>
                                            <p:strVal val="visible"/>
                                          </p:to>
                                        </p:set>
                                        <p:anim calcmode="lin" valueType="num" p14:bounceEnd="67000">
                                          <p:cBhvr additive="base">
                                            <p:cTn id="95" dur="1000" fill="hold"/>
                                            <p:tgtEl>
                                              <p:spTgt spid="72"/>
                                            </p:tgtEl>
                                            <p:attrNameLst>
                                              <p:attrName>ppt_x</p:attrName>
                                            </p:attrNameLst>
                                          </p:cBhvr>
                                          <p:tavLst>
                                            <p:tav tm="0">
                                              <p:val>
                                                <p:strVal val="1+#ppt_w/2"/>
                                              </p:val>
                                            </p:tav>
                                            <p:tav tm="100000">
                                              <p:val>
                                                <p:strVal val="#ppt_x"/>
                                              </p:val>
                                            </p:tav>
                                          </p:tavLst>
                                        </p:anim>
                                        <p:anim calcmode="lin" valueType="num" p14:bounceEnd="67000">
                                          <p:cBhvr additive="base">
                                            <p:cTn id="96" dur="1000" fill="hold"/>
                                            <p:tgtEl>
                                              <p:spTgt spid="72"/>
                                            </p:tgtEl>
                                            <p:attrNameLst>
                                              <p:attrName>ppt_y</p:attrName>
                                            </p:attrNameLst>
                                          </p:cBhvr>
                                          <p:tavLst>
                                            <p:tav tm="0">
                                              <p:val>
                                                <p:strVal val="#ppt_y"/>
                                              </p:val>
                                            </p:tav>
                                            <p:tav tm="100000">
                                              <p:val>
                                                <p:strVal val="#ppt_y"/>
                                              </p:val>
                                            </p:tav>
                                          </p:tavLst>
                                        </p:anim>
                                      </p:childTnLst>
                                    </p:cTn>
                                  </p:par>
                                  <p:par>
                                    <p:cTn id="97" presetID="2" presetClass="entr" presetSubtype="2" fill="hold" grpId="0" nodeType="withEffect" p14:presetBounceEnd="67000">
                                      <p:stCondLst>
                                        <p:cond delay="750"/>
                                      </p:stCondLst>
                                      <p:childTnLst>
                                        <p:set>
                                          <p:cBhvr>
                                            <p:cTn id="98" dur="1" fill="hold">
                                              <p:stCondLst>
                                                <p:cond delay="0"/>
                                              </p:stCondLst>
                                            </p:cTn>
                                            <p:tgtEl>
                                              <p:spTgt spid="69"/>
                                            </p:tgtEl>
                                            <p:attrNameLst>
                                              <p:attrName>style.visibility</p:attrName>
                                            </p:attrNameLst>
                                          </p:cBhvr>
                                          <p:to>
                                            <p:strVal val="visible"/>
                                          </p:to>
                                        </p:set>
                                        <p:anim calcmode="lin" valueType="num" p14:bounceEnd="67000">
                                          <p:cBhvr additive="base">
                                            <p:cTn id="99" dur="1000" fill="hold"/>
                                            <p:tgtEl>
                                              <p:spTgt spid="69"/>
                                            </p:tgtEl>
                                            <p:attrNameLst>
                                              <p:attrName>ppt_x</p:attrName>
                                            </p:attrNameLst>
                                          </p:cBhvr>
                                          <p:tavLst>
                                            <p:tav tm="0">
                                              <p:val>
                                                <p:strVal val="1+#ppt_w/2"/>
                                              </p:val>
                                            </p:tav>
                                            <p:tav tm="100000">
                                              <p:val>
                                                <p:strVal val="#ppt_x"/>
                                              </p:val>
                                            </p:tav>
                                          </p:tavLst>
                                        </p:anim>
                                        <p:anim calcmode="lin" valueType="num" p14:bounceEnd="67000">
                                          <p:cBhvr additive="base">
                                            <p:cTn id="100" dur="1000" fill="hold"/>
                                            <p:tgtEl>
                                              <p:spTgt spid="69"/>
                                            </p:tgtEl>
                                            <p:attrNameLst>
                                              <p:attrName>ppt_y</p:attrName>
                                            </p:attrNameLst>
                                          </p:cBhvr>
                                          <p:tavLst>
                                            <p:tav tm="0">
                                              <p:val>
                                                <p:strVal val="#ppt_y"/>
                                              </p:val>
                                            </p:tav>
                                            <p:tav tm="100000">
                                              <p:val>
                                                <p:strVal val="#ppt_y"/>
                                              </p:val>
                                            </p:tav>
                                          </p:tavLst>
                                        </p:anim>
                                      </p:childTnLst>
                                    </p:cTn>
                                  </p:par>
                                  <p:par>
                                    <p:cTn id="101" presetID="2" presetClass="entr" presetSubtype="2" fill="hold" grpId="0" nodeType="withEffect" p14:presetBounceEnd="67000">
                                      <p:stCondLst>
                                        <p:cond delay="750"/>
                                      </p:stCondLst>
                                      <p:childTnLst>
                                        <p:set>
                                          <p:cBhvr>
                                            <p:cTn id="102" dur="1" fill="hold">
                                              <p:stCondLst>
                                                <p:cond delay="0"/>
                                              </p:stCondLst>
                                            </p:cTn>
                                            <p:tgtEl>
                                              <p:spTgt spid="70"/>
                                            </p:tgtEl>
                                            <p:attrNameLst>
                                              <p:attrName>style.visibility</p:attrName>
                                            </p:attrNameLst>
                                          </p:cBhvr>
                                          <p:to>
                                            <p:strVal val="visible"/>
                                          </p:to>
                                        </p:set>
                                        <p:anim calcmode="lin" valueType="num" p14:bounceEnd="67000">
                                          <p:cBhvr additive="base">
                                            <p:cTn id="103" dur="1000" fill="hold"/>
                                            <p:tgtEl>
                                              <p:spTgt spid="70"/>
                                            </p:tgtEl>
                                            <p:attrNameLst>
                                              <p:attrName>ppt_x</p:attrName>
                                            </p:attrNameLst>
                                          </p:cBhvr>
                                          <p:tavLst>
                                            <p:tav tm="0">
                                              <p:val>
                                                <p:strVal val="1+#ppt_w/2"/>
                                              </p:val>
                                            </p:tav>
                                            <p:tav tm="100000">
                                              <p:val>
                                                <p:strVal val="#ppt_x"/>
                                              </p:val>
                                            </p:tav>
                                          </p:tavLst>
                                        </p:anim>
                                        <p:anim calcmode="lin" valueType="num" p14:bounceEnd="67000">
                                          <p:cBhvr additive="base">
                                            <p:cTn id="104" dur="1000" fill="hold"/>
                                            <p:tgtEl>
                                              <p:spTgt spid="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3" grpId="0">
            <p:bldAsOne/>
          </p:bldGraphic>
          <p:bldP spid="56" grpId="0"/>
          <p:bldP spid="58" grpId="0"/>
          <p:bldP spid="62" grpId="0"/>
          <p:bldP spid="63" grpId="0"/>
          <p:bldP spid="64" grpId="0"/>
          <p:bldP spid="65" grpId="0"/>
          <p:bldP spid="69" grpId="0"/>
          <p:bldP spid="70" grpId="0"/>
          <p:bldP spid="71" grpId="0"/>
          <p:bldP spid="72" grpId="0"/>
          <p:bldP spid="73" grpId="0"/>
          <p:bldP spid="74" grpId="0"/>
          <p:bldGraphic spid="57" grpId="0">
            <p:bldAsOne/>
          </p:bldGraphic>
          <p:bldGraphic spid="59" grpId="0">
            <p:bldAsOne/>
          </p:bldGraphic>
          <p:bldGraphic spid="60" grpId="0">
            <p:bldAsOne/>
          </p:bldGraphic>
          <p:bldGraphic spid="61" grpId="0">
            <p:bldAsOne/>
          </p:bldGraphic>
          <p:bldGraphic spid="76" grpId="0">
            <p:bldAsOne/>
          </p:bldGraphic>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1000" fill="hold"/>
                                            <p:tgtEl>
                                              <p:spTgt spid="28"/>
                                            </p:tgtEl>
                                            <p:attrNameLst>
                                              <p:attrName>ppt_x</p:attrName>
                                            </p:attrNameLst>
                                          </p:cBhvr>
                                          <p:tavLst>
                                            <p:tav tm="0">
                                              <p:val>
                                                <p:strVal val="#ppt_x"/>
                                              </p:val>
                                            </p:tav>
                                            <p:tav tm="100000">
                                              <p:val>
                                                <p:strVal val="#ppt_x"/>
                                              </p:val>
                                            </p:tav>
                                          </p:tavLst>
                                        </p:anim>
                                        <p:anim calcmode="lin" valueType="num">
                                          <p:cBhvr additive="base">
                                            <p:cTn id="8" dur="1000" fill="hold"/>
                                            <p:tgtEl>
                                              <p:spTgt spid="28"/>
                                            </p:tgtEl>
                                            <p:attrNameLst>
                                              <p:attrName>ppt_y</p:attrName>
                                            </p:attrNameLst>
                                          </p:cBhvr>
                                          <p:tavLst>
                                            <p:tav tm="0">
                                              <p:val>
                                                <p:strVal val="1+#ppt_h/2"/>
                                              </p:val>
                                            </p:tav>
                                            <p:tav tm="100000">
                                              <p:val>
                                                <p:strVal val="#ppt_y"/>
                                              </p:val>
                                            </p:tav>
                                          </p:tavLst>
                                        </p:anim>
                                      </p:childTnLst>
                                    </p:cTn>
                                  </p:par>
                                  <p:par>
                                    <p:cTn id="9" presetID="21" presetClass="entr" presetSubtype="1" fill="hold" grpId="0" nodeType="withEffect">
                                      <p:stCondLst>
                                        <p:cond delay="250"/>
                                      </p:stCondLst>
                                      <p:childTnLst>
                                        <p:set>
                                          <p:cBhvr>
                                            <p:cTn id="10" dur="1" fill="hold">
                                              <p:stCondLst>
                                                <p:cond delay="0"/>
                                              </p:stCondLst>
                                            </p:cTn>
                                            <p:tgtEl>
                                              <p:spTgt spid="53"/>
                                            </p:tgtEl>
                                            <p:attrNameLst>
                                              <p:attrName>style.visibility</p:attrName>
                                            </p:attrNameLst>
                                          </p:cBhvr>
                                          <p:to>
                                            <p:strVal val="visible"/>
                                          </p:to>
                                        </p:set>
                                        <p:animEffect transition="in" filter="wheel(1)">
                                          <p:cBhvr>
                                            <p:cTn id="11" dur="1250"/>
                                            <p:tgtEl>
                                              <p:spTgt spid="53"/>
                                            </p:tgtEl>
                                          </p:cBhvr>
                                        </p:animEffect>
                                      </p:childTnLst>
                                    </p:cTn>
                                  </p:par>
                                  <p:par>
                                    <p:cTn id="12" presetID="21" presetClass="entr" presetSubtype="1" fill="hold" grpId="0" nodeType="withEffect">
                                      <p:stCondLst>
                                        <p:cond delay="500"/>
                                      </p:stCondLst>
                                      <p:childTnLst>
                                        <p:set>
                                          <p:cBhvr>
                                            <p:cTn id="13" dur="1" fill="hold">
                                              <p:stCondLst>
                                                <p:cond delay="0"/>
                                              </p:stCondLst>
                                            </p:cTn>
                                            <p:tgtEl>
                                              <p:spTgt spid="57"/>
                                            </p:tgtEl>
                                            <p:attrNameLst>
                                              <p:attrName>style.visibility</p:attrName>
                                            </p:attrNameLst>
                                          </p:cBhvr>
                                          <p:to>
                                            <p:strVal val="visible"/>
                                          </p:to>
                                        </p:set>
                                        <p:animEffect transition="in" filter="wheel(1)">
                                          <p:cBhvr>
                                            <p:cTn id="14" dur="1250"/>
                                            <p:tgtEl>
                                              <p:spTgt spid="57"/>
                                            </p:tgtEl>
                                          </p:cBhvr>
                                        </p:animEffect>
                                      </p:childTnLst>
                                    </p:cTn>
                                  </p:par>
                                  <p:par>
                                    <p:cTn id="15" presetID="21" presetClass="entr" presetSubtype="1" fill="hold" grpId="0" nodeType="withEffect">
                                      <p:stCondLst>
                                        <p:cond delay="750"/>
                                      </p:stCondLst>
                                      <p:childTnLst>
                                        <p:set>
                                          <p:cBhvr>
                                            <p:cTn id="16" dur="1" fill="hold">
                                              <p:stCondLst>
                                                <p:cond delay="0"/>
                                              </p:stCondLst>
                                            </p:cTn>
                                            <p:tgtEl>
                                              <p:spTgt spid="59"/>
                                            </p:tgtEl>
                                            <p:attrNameLst>
                                              <p:attrName>style.visibility</p:attrName>
                                            </p:attrNameLst>
                                          </p:cBhvr>
                                          <p:to>
                                            <p:strVal val="visible"/>
                                          </p:to>
                                        </p:set>
                                        <p:animEffect transition="in" filter="wheel(1)">
                                          <p:cBhvr>
                                            <p:cTn id="17" dur="1250"/>
                                            <p:tgtEl>
                                              <p:spTgt spid="59"/>
                                            </p:tgtEl>
                                          </p:cBhvr>
                                        </p:animEffect>
                                      </p:childTnLst>
                                    </p:cTn>
                                  </p:par>
                                  <p:par>
                                    <p:cTn id="18" presetID="21" presetClass="entr" presetSubtype="1" fill="hold" grpId="0" nodeType="withEffect">
                                      <p:stCondLst>
                                        <p:cond delay="250"/>
                                      </p:stCondLst>
                                      <p:childTnLst>
                                        <p:set>
                                          <p:cBhvr>
                                            <p:cTn id="19" dur="1" fill="hold">
                                              <p:stCondLst>
                                                <p:cond delay="0"/>
                                              </p:stCondLst>
                                            </p:cTn>
                                            <p:tgtEl>
                                              <p:spTgt spid="60"/>
                                            </p:tgtEl>
                                            <p:attrNameLst>
                                              <p:attrName>style.visibility</p:attrName>
                                            </p:attrNameLst>
                                          </p:cBhvr>
                                          <p:to>
                                            <p:strVal val="visible"/>
                                          </p:to>
                                        </p:set>
                                        <p:animEffect transition="in" filter="wheel(1)">
                                          <p:cBhvr>
                                            <p:cTn id="20" dur="1250"/>
                                            <p:tgtEl>
                                              <p:spTgt spid="60"/>
                                            </p:tgtEl>
                                          </p:cBhvr>
                                        </p:animEffect>
                                      </p:childTnLst>
                                    </p:cTn>
                                  </p:par>
                                  <p:par>
                                    <p:cTn id="21" presetID="21" presetClass="entr" presetSubtype="1" fill="hold" grpId="0" nodeType="withEffect">
                                      <p:stCondLst>
                                        <p:cond delay="500"/>
                                      </p:stCondLst>
                                      <p:childTnLst>
                                        <p:set>
                                          <p:cBhvr>
                                            <p:cTn id="22" dur="1" fill="hold">
                                              <p:stCondLst>
                                                <p:cond delay="0"/>
                                              </p:stCondLst>
                                            </p:cTn>
                                            <p:tgtEl>
                                              <p:spTgt spid="61"/>
                                            </p:tgtEl>
                                            <p:attrNameLst>
                                              <p:attrName>style.visibility</p:attrName>
                                            </p:attrNameLst>
                                          </p:cBhvr>
                                          <p:to>
                                            <p:strVal val="visible"/>
                                          </p:to>
                                        </p:set>
                                        <p:animEffect transition="in" filter="wheel(1)">
                                          <p:cBhvr>
                                            <p:cTn id="23" dur="1250"/>
                                            <p:tgtEl>
                                              <p:spTgt spid="61"/>
                                            </p:tgtEl>
                                          </p:cBhvr>
                                        </p:animEffect>
                                      </p:childTnLst>
                                    </p:cTn>
                                  </p:par>
                                  <p:par>
                                    <p:cTn id="24" presetID="21" presetClass="entr" presetSubtype="1" fill="hold" grpId="0" nodeType="withEffect">
                                      <p:stCondLst>
                                        <p:cond delay="750"/>
                                      </p:stCondLst>
                                      <p:childTnLst>
                                        <p:set>
                                          <p:cBhvr>
                                            <p:cTn id="25" dur="1" fill="hold">
                                              <p:stCondLst>
                                                <p:cond delay="0"/>
                                              </p:stCondLst>
                                            </p:cTn>
                                            <p:tgtEl>
                                              <p:spTgt spid="76"/>
                                            </p:tgtEl>
                                            <p:attrNameLst>
                                              <p:attrName>style.visibility</p:attrName>
                                            </p:attrNameLst>
                                          </p:cBhvr>
                                          <p:to>
                                            <p:strVal val="visible"/>
                                          </p:to>
                                        </p:set>
                                        <p:animEffect transition="in" filter="wheel(1)">
                                          <p:cBhvr>
                                            <p:cTn id="26" dur="1250"/>
                                            <p:tgtEl>
                                              <p:spTgt spid="76"/>
                                            </p:tgtEl>
                                          </p:cBhvr>
                                        </p:animEffect>
                                      </p:childTnLst>
                                    </p:cTn>
                                  </p:par>
                                  <p:par>
                                    <p:cTn id="27" presetID="53" presetClass="entr" presetSubtype="16" fill="hold" nodeType="withEffect">
                                      <p:stCondLst>
                                        <p:cond delay="250"/>
                                      </p:stCondLst>
                                      <p:childTnLst>
                                        <p:set>
                                          <p:cBhvr>
                                            <p:cTn id="28" dur="1" fill="hold">
                                              <p:stCondLst>
                                                <p:cond delay="0"/>
                                              </p:stCondLst>
                                            </p:cTn>
                                            <p:tgtEl>
                                              <p:spTgt spid="29"/>
                                            </p:tgtEl>
                                            <p:attrNameLst>
                                              <p:attrName>style.visibility</p:attrName>
                                            </p:attrNameLst>
                                          </p:cBhvr>
                                          <p:to>
                                            <p:strVal val="visible"/>
                                          </p:to>
                                        </p:set>
                                        <p:anim calcmode="lin" valueType="num">
                                          <p:cBhvr>
                                            <p:cTn id="29" dur="500" fill="hold"/>
                                            <p:tgtEl>
                                              <p:spTgt spid="29"/>
                                            </p:tgtEl>
                                            <p:attrNameLst>
                                              <p:attrName>ppt_w</p:attrName>
                                            </p:attrNameLst>
                                          </p:cBhvr>
                                          <p:tavLst>
                                            <p:tav tm="0">
                                              <p:val>
                                                <p:fltVal val="0"/>
                                              </p:val>
                                            </p:tav>
                                            <p:tav tm="100000">
                                              <p:val>
                                                <p:strVal val="#ppt_w"/>
                                              </p:val>
                                            </p:tav>
                                          </p:tavLst>
                                        </p:anim>
                                        <p:anim calcmode="lin" valueType="num">
                                          <p:cBhvr>
                                            <p:cTn id="30" dur="500" fill="hold"/>
                                            <p:tgtEl>
                                              <p:spTgt spid="29"/>
                                            </p:tgtEl>
                                            <p:attrNameLst>
                                              <p:attrName>ppt_h</p:attrName>
                                            </p:attrNameLst>
                                          </p:cBhvr>
                                          <p:tavLst>
                                            <p:tav tm="0">
                                              <p:val>
                                                <p:fltVal val="0"/>
                                              </p:val>
                                            </p:tav>
                                            <p:tav tm="100000">
                                              <p:val>
                                                <p:strVal val="#ppt_h"/>
                                              </p:val>
                                            </p:tav>
                                          </p:tavLst>
                                        </p:anim>
                                        <p:animEffect transition="in" filter="fade">
                                          <p:cBhvr>
                                            <p:cTn id="31" dur="500"/>
                                            <p:tgtEl>
                                              <p:spTgt spid="29"/>
                                            </p:tgtEl>
                                          </p:cBhvr>
                                        </p:animEffect>
                                      </p:childTnLst>
                                    </p:cTn>
                                  </p:par>
                                  <p:par>
                                    <p:cTn id="32" presetID="53" presetClass="entr" presetSubtype="16" fill="hold" nodeType="withEffect">
                                      <p:stCondLst>
                                        <p:cond delay="500"/>
                                      </p:stCondLst>
                                      <p:childTnLst>
                                        <p:set>
                                          <p:cBhvr>
                                            <p:cTn id="33" dur="1" fill="hold">
                                              <p:stCondLst>
                                                <p:cond delay="0"/>
                                              </p:stCondLst>
                                            </p:cTn>
                                            <p:tgtEl>
                                              <p:spTgt spid="39"/>
                                            </p:tgtEl>
                                            <p:attrNameLst>
                                              <p:attrName>style.visibility</p:attrName>
                                            </p:attrNameLst>
                                          </p:cBhvr>
                                          <p:to>
                                            <p:strVal val="visible"/>
                                          </p:to>
                                        </p:set>
                                        <p:anim calcmode="lin" valueType="num">
                                          <p:cBhvr>
                                            <p:cTn id="34" dur="500" fill="hold"/>
                                            <p:tgtEl>
                                              <p:spTgt spid="39"/>
                                            </p:tgtEl>
                                            <p:attrNameLst>
                                              <p:attrName>ppt_w</p:attrName>
                                            </p:attrNameLst>
                                          </p:cBhvr>
                                          <p:tavLst>
                                            <p:tav tm="0">
                                              <p:val>
                                                <p:fltVal val="0"/>
                                              </p:val>
                                            </p:tav>
                                            <p:tav tm="100000">
                                              <p:val>
                                                <p:strVal val="#ppt_w"/>
                                              </p:val>
                                            </p:tav>
                                          </p:tavLst>
                                        </p:anim>
                                        <p:anim calcmode="lin" valueType="num">
                                          <p:cBhvr>
                                            <p:cTn id="35" dur="500" fill="hold"/>
                                            <p:tgtEl>
                                              <p:spTgt spid="39"/>
                                            </p:tgtEl>
                                            <p:attrNameLst>
                                              <p:attrName>ppt_h</p:attrName>
                                            </p:attrNameLst>
                                          </p:cBhvr>
                                          <p:tavLst>
                                            <p:tav tm="0">
                                              <p:val>
                                                <p:fltVal val="0"/>
                                              </p:val>
                                            </p:tav>
                                            <p:tav tm="100000">
                                              <p:val>
                                                <p:strVal val="#ppt_h"/>
                                              </p:val>
                                            </p:tav>
                                          </p:tavLst>
                                        </p:anim>
                                        <p:animEffect transition="in" filter="fade">
                                          <p:cBhvr>
                                            <p:cTn id="36" dur="500"/>
                                            <p:tgtEl>
                                              <p:spTgt spid="39"/>
                                            </p:tgtEl>
                                          </p:cBhvr>
                                        </p:animEffect>
                                      </p:childTnLst>
                                    </p:cTn>
                                  </p:par>
                                  <p:par>
                                    <p:cTn id="37" presetID="53" presetClass="entr" presetSubtype="16" fill="hold" nodeType="withEffect">
                                      <p:stCondLst>
                                        <p:cond delay="750"/>
                                      </p:stCondLst>
                                      <p:childTnLst>
                                        <p:set>
                                          <p:cBhvr>
                                            <p:cTn id="38" dur="1" fill="hold">
                                              <p:stCondLst>
                                                <p:cond delay="0"/>
                                              </p:stCondLst>
                                            </p:cTn>
                                            <p:tgtEl>
                                              <p:spTgt spid="32"/>
                                            </p:tgtEl>
                                            <p:attrNameLst>
                                              <p:attrName>style.visibility</p:attrName>
                                            </p:attrNameLst>
                                          </p:cBhvr>
                                          <p:to>
                                            <p:strVal val="visible"/>
                                          </p:to>
                                        </p:set>
                                        <p:anim calcmode="lin" valueType="num">
                                          <p:cBhvr>
                                            <p:cTn id="39" dur="500" fill="hold"/>
                                            <p:tgtEl>
                                              <p:spTgt spid="32"/>
                                            </p:tgtEl>
                                            <p:attrNameLst>
                                              <p:attrName>ppt_w</p:attrName>
                                            </p:attrNameLst>
                                          </p:cBhvr>
                                          <p:tavLst>
                                            <p:tav tm="0">
                                              <p:val>
                                                <p:fltVal val="0"/>
                                              </p:val>
                                            </p:tav>
                                            <p:tav tm="100000">
                                              <p:val>
                                                <p:strVal val="#ppt_w"/>
                                              </p:val>
                                            </p:tav>
                                          </p:tavLst>
                                        </p:anim>
                                        <p:anim calcmode="lin" valueType="num">
                                          <p:cBhvr>
                                            <p:cTn id="40" dur="500" fill="hold"/>
                                            <p:tgtEl>
                                              <p:spTgt spid="32"/>
                                            </p:tgtEl>
                                            <p:attrNameLst>
                                              <p:attrName>ppt_h</p:attrName>
                                            </p:attrNameLst>
                                          </p:cBhvr>
                                          <p:tavLst>
                                            <p:tav tm="0">
                                              <p:val>
                                                <p:fltVal val="0"/>
                                              </p:val>
                                            </p:tav>
                                            <p:tav tm="100000">
                                              <p:val>
                                                <p:strVal val="#ppt_h"/>
                                              </p:val>
                                            </p:tav>
                                          </p:tavLst>
                                        </p:anim>
                                        <p:animEffect transition="in" filter="fade">
                                          <p:cBhvr>
                                            <p:cTn id="41" dur="500"/>
                                            <p:tgtEl>
                                              <p:spTgt spid="32"/>
                                            </p:tgtEl>
                                          </p:cBhvr>
                                        </p:animEffect>
                                      </p:childTnLst>
                                    </p:cTn>
                                  </p:par>
                                  <p:par>
                                    <p:cTn id="42" presetID="53" presetClass="entr" presetSubtype="16" fill="hold" nodeType="withEffect">
                                      <p:stCondLst>
                                        <p:cond delay="250"/>
                                      </p:stCondLst>
                                      <p:childTnLst>
                                        <p:set>
                                          <p:cBhvr>
                                            <p:cTn id="43" dur="1" fill="hold">
                                              <p:stCondLst>
                                                <p:cond delay="0"/>
                                              </p:stCondLst>
                                            </p:cTn>
                                            <p:tgtEl>
                                              <p:spTgt spid="43"/>
                                            </p:tgtEl>
                                            <p:attrNameLst>
                                              <p:attrName>style.visibility</p:attrName>
                                            </p:attrNameLst>
                                          </p:cBhvr>
                                          <p:to>
                                            <p:strVal val="visible"/>
                                          </p:to>
                                        </p:set>
                                        <p:anim calcmode="lin" valueType="num">
                                          <p:cBhvr>
                                            <p:cTn id="44" dur="500" fill="hold"/>
                                            <p:tgtEl>
                                              <p:spTgt spid="43"/>
                                            </p:tgtEl>
                                            <p:attrNameLst>
                                              <p:attrName>ppt_w</p:attrName>
                                            </p:attrNameLst>
                                          </p:cBhvr>
                                          <p:tavLst>
                                            <p:tav tm="0">
                                              <p:val>
                                                <p:fltVal val="0"/>
                                              </p:val>
                                            </p:tav>
                                            <p:tav tm="100000">
                                              <p:val>
                                                <p:strVal val="#ppt_w"/>
                                              </p:val>
                                            </p:tav>
                                          </p:tavLst>
                                        </p:anim>
                                        <p:anim calcmode="lin" valueType="num">
                                          <p:cBhvr>
                                            <p:cTn id="45" dur="500" fill="hold"/>
                                            <p:tgtEl>
                                              <p:spTgt spid="43"/>
                                            </p:tgtEl>
                                            <p:attrNameLst>
                                              <p:attrName>ppt_h</p:attrName>
                                            </p:attrNameLst>
                                          </p:cBhvr>
                                          <p:tavLst>
                                            <p:tav tm="0">
                                              <p:val>
                                                <p:fltVal val="0"/>
                                              </p:val>
                                            </p:tav>
                                            <p:tav tm="100000">
                                              <p:val>
                                                <p:strVal val="#ppt_h"/>
                                              </p:val>
                                            </p:tav>
                                          </p:tavLst>
                                        </p:anim>
                                        <p:animEffect transition="in" filter="fade">
                                          <p:cBhvr>
                                            <p:cTn id="46" dur="500"/>
                                            <p:tgtEl>
                                              <p:spTgt spid="43"/>
                                            </p:tgtEl>
                                          </p:cBhvr>
                                        </p:animEffect>
                                      </p:childTnLst>
                                    </p:cTn>
                                  </p:par>
                                  <p:par>
                                    <p:cTn id="47" presetID="53" presetClass="entr" presetSubtype="16" fill="hold" nodeType="withEffect">
                                      <p:stCondLst>
                                        <p:cond delay="500"/>
                                      </p:stCondLst>
                                      <p:childTnLst>
                                        <p:set>
                                          <p:cBhvr>
                                            <p:cTn id="48" dur="1" fill="hold">
                                              <p:stCondLst>
                                                <p:cond delay="0"/>
                                              </p:stCondLst>
                                            </p:cTn>
                                            <p:tgtEl>
                                              <p:spTgt spid="50"/>
                                            </p:tgtEl>
                                            <p:attrNameLst>
                                              <p:attrName>style.visibility</p:attrName>
                                            </p:attrNameLst>
                                          </p:cBhvr>
                                          <p:to>
                                            <p:strVal val="visible"/>
                                          </p:to>
                                        </p:set>
                                        <p:anim calcmode="lin" valueType="num">
                                          <p:cBhvr>
                                            <p:cTn id="49" dur="500" fill="hold"/>
                                            <p:tgtEl>
                                              <p:spTgt spid="50"/>
                                            </p:tgtEl>
                                            <p:attrNameLst>
                                              <p:attrName>ppt_w</p:attrName>
                                            </p:attrNameLst>
                                          </p:cBhvr>
                                          <p:tavLst>
                                            <p:tav tm="0">
                                              <p:val>
                                                <p:fltVal val="0"/>
                                              </p:val>
                                            </p:tav>
                                            <p:tav tm="100000">
                                              <p:val>
                                                <p:strVal val="#ppt_w"/>
                                              </p:val>
                                            </p:tav>
                                          </p:tavLst>
                                        </p:anim>
                                        <p:anim calcmode="lin" valueType="num">
                                          <p:cBhvr>
                                            <p:cTn id="50" dur="500" fill="hold"/>
                                            <p:tgtEl>
                                              <p:spTgt spid="50"/>
                                            </p:tgtEl>
                                            <p:attrNameLst>
                                              <p:attrName>ppt_h</p:attrName>
                                            </p:attrNameLst>
                                          </p:cBhvr>
                                          <p:tavLst>
                                            <p:tav tm="0">
                                              <p:val>
                                                <p:fltVal val="0"/>
                                              </p:val>
                                            </p:tav>
                                            <p:tav tm="100000">
                                              <p:val>
                                                <p:strVal val="#ppt_h"/>
                                              </p:val>
                                            </p:tav>
                                          </p:tavLst>
                                        </p:anim>
                                        <p:animEffect transition="in" filter="fade">
                                          <p:cBhvr>
                                            <p:cTn id="51" dur="500"/>
                                            <p:tgtEl>
                                              <p:spTgt spid="50"/>
                                            </p:tgtEl>
                                          </p:cBhvr>
                                        </p:animEffect>
                                      </p:childTnLst>
                                    </p:cTn>
                                  </p:par>
                                  <p:par>
                                    <p:cTn id="52" presetID="53" presetClass="entr" presetSubtype="16" fill="hold" nodeType="withEffect">
                                      <p:stCondLst>
                                        <p:cond delay="750"/>
                                      </p:stCondLst>
                                      <p:childTnLst>
                                        <p:set>
                                          <p:cBhvr>
                                            <p:cTn id="53" dur="1" fill="hold">
                                              <p:stCondLst>
                                                <p:cond delay="0"/>
                                              </p:stCondLst>
                                            </p:cTn>
                                            <p:tgtEl>
                                              <p:spTgt spid="46"/>
                                            </p:tgtEl>
                                            <p:attrNameLst>
                                              <p:attrName>style.visibility</p:attrName>
                                            </p:attrNameLst>
                                          </p:cBhvr>
                                          <p:to>
                                            <p:strVal val="visible"/>
                                          </p:to>
                                        </p:set>
                                        <p:anim calcmode="lin" valueType="num">
                                          <p:cBhvr>
                                            <p:cTn id="54" dur="500" fill="hold"/>
                                            <p:tgtEl>
                                              <p:spTgt spid="46"/>
                                            </p:tgtEl>
                                            <p:attrNameLst>
                                              <p:attrName>ppt_w</p:attrName>
                                            </p:attrNameLst>
                                          </p:cBhvr>
                                          <p:tavLst>
                                            <p:tav tm="0">
                                              <p:val>
                                                <p:fltVal val="0"/>
                                              </p:val>
                                            </p:tav>
                                            <p:tav tm="100000">
                                              <p:val>
                                                <p:strVal val="#ppt_w"/>
                                              </p:val>
                                            </p:tav>
                                          </p:tavLst>
                                        </p:anim>
                                        <p:anim calcmode="lin" valueType="num">
                                          <p:cBhvr>
                                            <p:cTn id="55" dur="500" fill="hold"/>
                                            <p:tgtEl>
                                              <p:spTgt spid="46"/>
                                            </p:tgtEl>
                                            <p:attrNameLst>
                                              <p:attrName>ppt_h</p:attrName>
                                            </p:attrNameLst>
                                          </p:cBhvr>
                                          <p:tavLst>
                                            <p:tav tm="0">
                                              <p:val>
                                                <p:fltVal val="0"/>
                                              </p:val>
                                            </p:tav>
                                            <p:tav tm="100000">
                                              <p:val>
                                                <p:strVal val="#ppt_h"/>
                                              </p:val>
                                            </p:tav>
                                          </p:tavLst>
                                        </p:anim>
                                        <p:animEffect transition="in" filter="fade">
                                          <p:cBhvr>
                                            <p:cTn id="56" dur="500"/>
                                            <p:tgtEl>
                                              <p:spTgt spid="46"/>
                                            </p:tgtEl>
                                          </p:cBhvr>
                                        </p:animEffect>
                                      </p:childTnLst>
                                    </p:cTn>
                                  </p:par>
                                  <p:par>
                                    <p:cTn id="57" presetID="2" presetClass="entr" presetSubtype="8" fill="hold" grpId="0" nodeType="withEffect">
                                      <p:stCondLst>
                                        <p:cond delay="250"/>
                                      </p:stCondLst>
                                      <p:childTnLst>
                                        <p:set>
                                          <p:cBhvr>
                                            <p:cTn id="58" dur="1" fill="hold">
                                              <p:stCondLst>
                                                <p:cond delay="0"/>
                                              </p:stCondLst>
                                            </p:cTn>
                                            <p:tgtEl>
                                              <p:spTgt spid="64"/>
                                            </p:tgtEl>
                                            <p:attrNameLst>
                                              <p:attrName>style.visibility</p:attrName>
                                            </p:attrNameLst>
                                          </p:cBhvr>
                                          <p:to>
                                            <p:strVal val="visible"/>
                                          </p:to>
                                        </p:set>
                                        <p:anim calcmode="lin" valueType="num">
                                          <p:cBhvr additive="base">
                                            <p:cTn id="59" dur="1000" fill="hold"/>
                                            <p:tgtEl>
                                              <p:spTgt spid="64"/>
                                            </p:tgtEl>
                                            <p:attrNameLst>
                                              <p:attrName>ppt_x</p:attrName>
                                            </p:attrNameLst>
                                          </p:cBhvr>
                                          <p:tavLst>
                                            <p:tav tm="0">
                                              <p:val>
                                                <p:strVal val="0-#ppt_w/2"/>
                                              </p:val>
                                            </p:tav>
                                            <p:tav tm="100000">
                                              <p:val>
                                                <p:strVal val="#ppt_x"/>
                                              </p:val>
                                            </p:tav>
                                          </p:tavLst>
                                        </p:anim>
                                        <p:anim calcmode="lin" valueType="num">
                                          <p:cBhvr additive="base">
                                            <p:cTn id="60" dur="1000" fill="hold"/>
                                            <p:tgtEl>
                                              <p:spTgt spid="64"/>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250"/>
                                      </p:stCondLst>
                                      <p:childTnLst>
                                        <p:set>
                                          <p:cBhvr>
                                            <p:cTn id="62" dur="1" fill="hold">
                                              <p:stCondLst>
                                                <p:cond delay="0"/>
                                              </p:stCondLst>
                                            </p:cTn>
                                            <p:tgtEl>
                                              <p:spTgt spid="65"/>
                                            </p:tgtEl>
                                            <p:attrNameLst>
                                              <p:attrName>style.visibility</p:attrName>
                                            </p:attrNameLst>
                                          </p:cBhvr>
                                          <p:to>
                                            <p:strVal val="visible"/>
                                          </p:to>
                                        </p:set>
                                        <p:anim calcmode="lin" valueType="num">
                                          <p:cBhvr additive="base">
                                            <p:cTn id="63" dur="1000" fill="hold"/>
                                            <p:tgtEl>
                                              <p:spTgt spid="65"/>
                                            </p:tgtEl>
                                            <p:attrNameLst>
                                              <p:attrName>ppt_x</p:attrName>
                                            </p:attrNameLst>
                                          </p:cBhvr>
                                          <p:tavLst>
                                            <p:tav tm="0">
                                              <p:val>
                                                <p:strVal val="0-#ppt_w/2"/>
                                              </p:val>
                                            </p:tav>
                                            <p:tav tm="100000">
                                              <p:val>
                                                <p:strVal val="#ppt_x"/>
                                              </p:val>
                                            </p:tav>
                                          </p:tavLst>
                                        </p:anim>
                                        <p:anim calcmode="lin" valueType="num">
                                          <p:cBhvr additive="base">
                                            <p:cTn id="64" dur="1000" fill="hold"/>
                                            <p:tgtEl>
                                              <p:spTgt spid="65"/>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500"/>
                                      </p:stCondLst>
                                      <p:childTnLst>
                                        <p:set>
                                          <p:cBhvr>
                                            <p:cTn id="66" dur="1" fill="hold">
                                              <p:stCondLst>
                                                <p:cond delay="0"/>
                                              </p:stCondLst>
                                            </p:cTn>
                                            <p:tgtEl>
                                              <p:spTgt spid="62"/>
                                            </p:tgtEl>
                                            <p:attrNameLst>
                                              <p:attrName>style.visibility</p:attrName>
                                            </p:attrNameLst>
                                          </p:cBhvr>
                                          <p:to>
                                            <p:strVal val="visible"/>
                                          </p:to>
                                        </p:set>
                                        <p:anim calcmode="lin" valueType="num">
                                          <p:cBhvr additive="base">
                                            <p:cTn id="67" dur="1000" fill="hold"/>
                                            <p:tgtEl>
                                              <p:spTgt spid="62"/>
                                            </p:tgtEl>
                                            <p:attrNameLst>
                                              <p:attrName>ppt_x</p:attrName>
                                            </p:attrNameLst>
                                          </p:cBhvr>
                                          <p:tavLst>
                                            <p:tav tm="0">
                                              <p:val>
                                                <p:strVal val="0-#ppt_w/2"/>
                                              </p:val>
                                            </p:tav>
                                            <p:tav tm="100000">
                                              <p:val>
                                                <p:strVal val="#ppt_x"/>
                                              </p:val>
                                            </p:tav>
                                          </p:tavLst>
                                        </p:anim>
                                        <p:anim calcmode="lin" valueType="num">
                                          <p:cBhvr additive="base">
                                            <p:cTn id="68" dur="1000" fill="hold"/>
                                            <p:tgtEl>
                                              <p:spTgt spid="62"/>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500"/>
                                      </p:stCondLst>
                                      <p:childTnLst>
                                        <p:set>
                                          <p:cBhvr>
                                            <p:cTn id="70" dur="1" fill="hold">
                                              <p:stCondLst>
                                                <p:cond delay="0"/>
                                              </p:stCondLst>
                                            </p:cTn>
                                            <p:tgtEl>
                                              <p:spTgt spid="63"/>
                                            </p:tgtEl>
                                            <p:attrNameLst>
                                              <p:attrName>style.visibility</p:attrName>
                                            </p:attrNameLst>
                                          </p:cBhvr>
                                          <p:to>
                                            <p:strVal val="visible"/>
                                          </p:to>
                                        </p:set>
                                        <p:anim calcmode="lin" valueType="num">
                                          <p:cBhvr additive="base">
                                            <p:cTn id="71" dur="1000" fill="hold"/>
                                            <p:tgtEl>
                                              <p:spTgt spid="63"/>
                                            </p:tgtEl>
                                            <p:attrNameLst>
                                              <p:attrName>ppt_x</p:attrName>
                                            </p:attrNameLst>
                                          </p:cBhvr>
                                          <p:tavLst>
                                            <p:tav tm="0">
                                              <p:val>
                                                <p:strVal val="0-#ppt_w/2"/>
                                              </p:val>
                                            </p:tav>
                                            <p:tav tm="100000">
                                              <p:val>
                                                <p:strVal val="#ppt_x"/>
                                              </p:val>
                                            </p:tav>
                                          </p:tavLst>
                                        </p:anim>
                                        <p:anim calcmode="lin" valueType="num">
                                          <p:cBhvr additive="base">
                                            <p:cTn id="72" dur="1000" fill="hold"/>
                                            <p:tgtEl>
                                              <p:spTgt spid="63"/>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750"/>
                                      </p:stCondLst>
                                      <p:childTnLst>
                                        <p:set>
                                          <p:cBhvr>
                                            <p:cTn id="74" dur="1" fill="hold">
                                              <p:stCondLst>
                                                <p:cond delay="0"/>
                                              </p:stCondLst>
                                            </p:cTn>
                                            <p:tgtEl>
                                              <p:spTgt spid="56"/>
                                            </p:tgtEl>
                                            <p:attrNameLst>
                                              <p:attrName>style.visibility</p:attrName>
                                            </p:attrNameLst>
                                          </p:cBhvr>
                                          <p:to>
                                            <p:strVal val="visible"/>
                                          </p:to>
                                        </p:set>
                                        <p:anim calcmode="lin" valueType="num">
                                          <p:cBhvr additive="base">
                                            <p:cTn id="75" dur="1000" fill="hold"/>
                                            <p:tgtEl>
                                              <p:spTgt spid="56"/>
                                            </p:tgtEl>
                                            <p:attrNameLst>
                                              <p:attrName>ppt_x</p:attrName>
                                            </p:attrNameLst>
                                          </p:cBhvr>
                                          <p:tavLst>
                                            <p:tav tm="0">
                                              <p:val>
                                                <p:strVal val="0-#ppt_w/2"/>
                                              </p:val>
                                            </p:tav>
                                            <p:tav tm="100000">
                                              <p:val>
                                                <p:strVal val="#ppt_x"/>
                                              </p:val>
                                            </p:tav>
                                          </p:tavLst>
                                        </p:anim>
                                        <p:anim calcmode="lin" valueType="num">
                                          <p:cBhvr additive="base">
                                            <p:cTn id="76" dur="1000" fill="hold"/>
                                            <p:tgtEl>
                                              <p:spTgt spid="56"/>
                                            </p:tgtEl>
                                            <p:attrNameLst>
                                              <p:attrName>ppt_y</p:attrName>
                                            </p:attrNameLst>
                                          </p:cBhvr>
                                          <p:tavLst>
                                            <p:tav tm="0">
                                              <p:val>
                                                <p:strVal val="#ppt_y"/>
                                              </p:val>
                                            </p:tav>
                                            <p:tav tm="100000">
                                              <p:val>
                                                <p:strVal val="#ppt_y"/>
                                              </p:val>
                                            </p:tav>
                                          </p:tavLst>
                                        </p:anim>
                                      </p:childTnLst>
                                    </p:cTn>
                                  </p:par>
                                  <p:par>
                                    <p:cTn id="77" presetID="2" presetClass="entr" presetSubtype="8" fill="hold" grpId="0" nodeType="withEffect">
                                      <p:stCondLst>
                                        <p:cond delay="750"/>
                                      </p:stCondLst>
                                      <p:childTnLst>
                                        <p:set>
                                          <p:cBhvr>
                                            <p:cTn id="78" dur="1" fill="hold">
                                              <p:stCondLst>
                                                <p:cond delay="0"/>
                                              </p:stCondLst>
                                            </p:cTn>
                                            <p:tgtEl>
                                              <p:spTgt spid="58"/>
                                            </p:tgtEl>
                                            <p:attrNameLst>
                                              <p:attrName>style.visibility</p:attrName>
                                            </p:attrNameLst>
                                          </p:cBhvr>
                                          <p:to>
                                            <p:strVal val="visible"/>
                                          </p:to>
                                        </p:set>
                                        <p:anim calcmode="lin" valueType="num">
                                          <p:cBhvr additive="base">
                                            <p:cTn id="79" dur="1000" fill="hold"/>
                                            <p:tgtEl>
                                              <p:spTgt spid="58"/>
                                            </p:tgtEl>
                                            <p:attrNameLst>
                                              <p:attrName>ppt_x</p:attrName>
                                            </p:attrNameLst>
                                          </p:cBhvr>
                                          <p:tavLst>
                                            <p:tav tm="0">
                                              <p:val>
                                                <p:strVal val="0-#ppt_w/2"/>
                                              </p:val>
                                            </p:tav>
                                            <p:tav tm="100000">
                                              <p:val>
                                                <p:strVal val="#ppt_x"/>
                                              </p:val>
                                            </p:tav>
                                          </p:tavLst>
                                        </p:anim>
                                        <p:anim calcmode="lin" valueType="num">
                                          <p:cBhvr additive="base">
                                            <p:cTn id="80" dur="1000" fill="hold"/>
                                            <p:tgtEl>
                                              <p:spTgt spid="58"/>
                                            </p:tgtEl>
                                            <p:attrNameLst>
                                              <p:attrName>ppt_y</p:attrName>
                                            </p:attrNameLst>
                                          </p:cBhvr>
                                          <p:tavLst>
                                            <p:tav tm="0">
                                              <p:val>
                                                <p:strVal val="#ppt_y"/>
                                              </p:val>
                                            </p:tav>
                                            <p:tav tm="100000">
                                              <p:val>
                                                <p:strVal val="#ppt_y"/>
                                              </p:val>
                                            </p:tav>
                                          </p:tavLst>
                                        </p:anim>
                                      </p:childTnLst>
                                    </p:cTn>
                                  </p:par>
                                  <p:par>
                                    <p:cTn id="81" presetID="2" presetClass="entr" presetSubtype="2" fill="hold" grpId="0" nodeType="withEffect">
                                      <p:stCondLst>
                                        <p:cond delay="250"/>
                                      </p:stCondLst>
                                      <p:childTnLst>
                                        <p:set>
                                          <p:cBhvr>
                                            <p:cTn id="82" dur="1" fill="hold">
                                              <p:stCondLst>
                                                <p:cond delay="0"/>
                                              </p:stCondLst>
                                            </p:cTn>
                                            <p:tgtEl>
                                              <p:spTgt spid="73"/>
                                            </p:tgtEl>
                                            <p:attrNameLst>
                                              <p:attrName>style.visibility</p:attrName>
                                            </p:attrNameLst>
                                          </p:cBhvr>
                                          <p:to>
                                            <p:strVal val="visible"/>
                                          </p:to>
                                        </p:set>
                                        <p:anim calcmode="lin" valueType="num">
                                          <p:cBhvr additive="base">
                                            <p:cTn id="83" dur="1000" fill="hold"/>
                                            <p:tgtEl>
                                              <p:spTgt spid="73"/>
                                            </p:tgtEl>
                                            <p:attrNameLst>
                                              <p:attrName>ppt_x</p:attrName>
                                            </p:attrNameLst>
                                          </p:cBhvr>
                                          <p:tavLst>
                                            <p:tav tm="0">
                                              <p:val>
                                                <p:strVal val="1+#ppt_w/2"/>
                                              </p:val>
                                            </p:tav>
                                            <p:tav tm="100000">
                                              <p:val>
                                                <p:strVal val="#ppt_x"/>
                                              </p:val>
                                            </p:tav>
                                          </p:tavLst>
                                        </p:anim>
                                        <p:anim calcmode="lin" valueType="num">
                                          <p:cBhvr additive="base">
                                            <p:cTn id="84" dur="1000" fill="hold"/>
                                            <p:tgtEl>
                                              <p:spTgt spid="73"/>
                                            </p:tgtEl>
                                            <p:attrNameLst>
                                              <p:attrName>ppt_y</p:attrName>
                                            </p:attrNameLst>
                                          </p:cBhvr>
                                          <p:tavLst>
                                            <p:tav tm="0">
                                              <p:val>
                                                <p:strVal val="#ppt_y"/>
                                              </p:val>
                                            </p:tav>
                                            <p:tav tm="100000">
                                              <p:val>
                                                <p:strVal val="#ppt_y"/>
                                              </p:val>
                                            </p:tav>
                                          </p:tavLst>
                                        </p:anim>
                                      </p:childTnLst>
                                    </p:cTn>
                                  </p:par>
                                  <p:par>
                                    <p:cTn id="85" presetID="2" presetClass="entr" presetSubtype="2" fill="hold" grpId="0" nodeType="withEffect">
                                      <p:stCondLst>
                                        <p:cond delay="250"/>
                                      </p:stCondLst>
                                      <p:childTnLst>
                                        <p:set>
                                          <p:cBhvr>
                                            <p:cTn id="86" dur="1" fill="hold">
                                              <p:stCondLst>
                                                <p:cond delay="0"/>
                                              </p:stCondLst>
                                            </p:cTn>
                                            <p:tgtEl>
                                              <p:spTgt spid="74"/>
                                            </p:tgtEl>
                                            <p:attrNameLst>
                                              <p:attrName>style.visibility</p:attrName>
                                            </p:attrNameLst>
                                          </p:cBhvr>
                                          <p:to>
                                            <p:strVal val="visible"/>
                                          </p:to>
                                        </p:set>
                                        <p:anim calcmode="lin" valueType="num">
                                          <p:cBhvr additive="base">
                                            <p:cTn id="87" dur="1000" fill="hold"/>
                                            <p:tgtEl>
                                              <p:spTgt spid="74"/>
                                            </p:tgtEl>
                                            <p:attrNameLst>
                                              <p:attrName>ppt_x</p:attrName>
                                            </p:attrNameLst>
                                          </p:cBhvr>
                                          <p:tavLst>
                                            <p:tav tm="0">
                                              <p:val>
                                                <p:strVal val="1+#ppt_w/2"/>
                                              </p:val>
                                            </p:tav>
                                            <p:tav tm="100000">
                                              <p:val>
                                                <p:strVal val="#ppt_x"/>
                                              </p:val>
                                            </p:tav>
                                          </p:tavLst>
                                        </p:anim>
                                        <p:anim calcmode="lin" valueType="num">
                                          <p:cBhvr additive="base">
                                            <p:cTn id="88" dur="1000" fill="hold"/>
                                            <p:tgtEl>
                                              <p:spTgt spid="74"/>
                                            </p:tgtEl>
                                            <p:attrNameLst>
                                              <p:attrName>ppt_y</p:attrName>
                                            </p:attrNameLst>
                                          </p:cBhvr>
                                          <p:tavLst>
                                            <p:tav tm="0">
                                              <p:val>
                                                <p:strVal val="#ppt_y"/>
                                              </p:val>
                                            </p:tav>
                                            <p:tav tm="100000">
                                              <p:val>
                                                <p:strVal val="#ppt_y"/>
                                              </p:val>
                                            </p:tav>
                                          </p:tavLst>
                                        </p:anim>
                                      </p:childTnLst>
                                    </p:cTn>
                                  </p:par>
                                  <p:par>
                                    <p:cTn id="89" presetID="2" presetClass="entr" presetSubtype="2" fill="hold" grpId="0" nodeType="withEffect">
                                      <p:stCondLst>
                                        <p:cond delay="500"/>
                                      </p:stCondLst>
                                      <p:childTnLst>
                                        <p:set>
                                          <p:cBhvr>
                                            <p:cTn id="90" dur="1" fill="hold">
                                              <p:stCondLst>
                                                <p:cond delay="0"/>
                                              </p:stCondLst>
                                            </p:cTn>
                                            <p:tgtEl>
                                              <p:spTgt spid="71"/>
                                            </p:tgtEl>
                                            <p:attrNameLst>
                                              <p:attrName>style.visibility</p:attrName>
                                            </p:attrNameLst>
                                          </p:cBhvr>
                                          <p:to>
                                            <p:strVal val="visible"/>
                                          </p:to>
                                        </p:set>
                                        <p:anim calcmode="lin" valueType="num">
                                          <p:cBhvr additive="base">
                                            <p:cTn id="91" dur="1000" fill="hold"/>
                                            <p:tgtEl>
                                              <p:spTgt spid="71"/>
                                            </p:tgtEl>
                                            <p:attrNameLst>
                                              <p:attrName>ppt_x</p:attrName>
                                            </p:attrNameLst>
                                          </p:cBhvr>
                                          <p:tavLst>
                                            <p:tav tm="0">
                                              <p:val>
                                                <p:strVal val="1+#ppt_w/2"/>
                                              </p:val>
                                            </p:tav>
                                            <p:tav tm="100000">
                                              <p:val>
                                                <p:strVal val="#ppt_x"/>
                                              </p:val>
                                            </p:tav>
                                          </p:tavLst>
                                        </p:anim>
                                        <p:anim calcmode="lin" valueType="num">
                                          <p:cBhvr additive="base">
                                            <p:cTn id="92" dur="1000" fill="hold"/>
                                            <p:tgtEl>
                                              <p:spTgt spid="71"/>
                                            </p:tgtEl>
                                            <p:attrNameLst>
                                              <p:attrName>ppt_y</p:attrName>
                                            </p:attrNameLst>
                                          </p:cBhvr>
                                          <p:tavLst>
                                            <p:tav tm="0">
                                              <p:val>
                                                <p:strVal val="#ppt_y"/>
                                              </p:val>
                                            </p:tav>
                                            <p:tav tm="100000">
                                              <p:val>
                                                <p:strVal val="#ppt_y"/>
                                              </p:val>
                                            </p:tav>
                                          </p:tavLst>
                                        </p:anim>
                                      </p:childTnLst>
                                    </p:cTn>
                                  </p:par>
                                  <p:par>
                                    <p:cTn id="93" presetID="2" presetClass="entr" presetSubtype="2" fill="hold" grpId="0" nodeType="withEffect">
                                      <p:stCondLst>
                                        <p:cond delay="500"/>
                                      </p:stCondLst>
                                      <p:childTnLst>
                                        <p:set>
                                          <p:cBhvr>
                                            <p:cTn id="94" dur="1" fill="hold">
                                              <p:stCondLst>
                                                <p:cond delay="0"/>
                                              </p:stCondLst>
                                            </p:cTn>
                                            <p:tgtEl>
                                              <p:spTgt spid="72"/>
                                            </p:tgtEl>
                                            <p:attrNameLst>
                                              <p:attrName>style.visibility</p:attrName>
                                            </p:attrNameLst>
                                          </p:cBhvr>
                                          <p:to>
                                            <p:strVal val="visible"/>
                                          </p:to>
                                        </p:set>
                                        <p:anim calcmode="lin" valueType="num">
                                          <p:cBhvr additive="base">
                                            <p:cTn id="95" dur="1000" fill="hold"/>
                                            <p:tgtEl>
                                              <p:spTgt spid="72"/>
                                            </p:tgtEl>
                                            <p:attrNameLst>
                                              <p:attrName>ppt_x</p:attrName>
                                            </p:attrNameLst>
                                          </p:cBhvr>
                                          <p:tavLst>
                                            <p:tav tm="0">
                                              <p:val>
                                                <p:strVal val="1+#ppt_w/2"/>
                                              </p:val>
                                            </p:tav>
                                            <p:tav tm="100000">
                                              <p:val>
                                                <p:strVal val="#ppt_x"/>
                                              </p:val>
                                            </p:tav>
                                          </p:tavLst>
                                        </p:anim>
                                        <p:anim calcmode="lin" valueType="num">
                                          <p:cBhvr additive="base">
                                            <p:cTn id="96" dur="1000" fill="hold"/>
                                            <p:tgtEl>
                                              <p:spTgt spid="72"/>
                                            </p:tgtEl>
                                            <p:attrNameLst>
                                              <p:attrName>ppt_y</p:attrName>
                                            </p:attrNameLst>
                                          </p:cBhvr>
                                          <p:tavLst>
                                            <p:tav tm="0">
                                              <p:val>
                                                <p:strVal val="#ppt_y"/>
                                              </p:val>
                                            </p:tav>
                                            <p:tav tm="100000">
                                              <p:val>
                                                <p:strVal val="#ppt_y"/>
                                              </p:val>
                                            </p:tav>
                                          </p:tavLst>
                                        </p:anim>
                                      </p:childTnLst>
                                    </p:cTn>
                                  </p:par>
                                  <p:par>
                                    <p:cTn id="97" presetID="2" presetClass="entr" presetSubtype="2" fill="hold" grpId="0" nodeType="withEffect">
                                      <p:stCondLst>
                                        <p:cond delay="750"/>
                                      </p:stCondLst>
                                      <p:childTnLst>
                                        <p:set>
                                          <p:cBhvr>
                                            <p:cTn id="98" dur="1" fill="hold">
                                              <p:stCondLst>
                                                <p:cond delay="0"/>
                                              </p:stCondLst>
                                            </p:cTn>
                                            <p:tgtEl>
                                              <p:spTgt spid="69"/>
                                            </p:tgtEl>
                                            <p:attrNameLst>
                                              <p:attrName>style.visibility</p:attrName>
                                            </p:attrNameLst>
                                          </p:cBhvr>
                                          <p:to>
                                            <p:strVal val="visible"/>
                                          </p:to>
                                        </p:set>
                                        <p:anim calcmode="lin" valueType="num">
                                          <p:cBhvr additive="base">
                                            <p:cTn id="99" dur="1000" fill="hold"/>
                                            <p:tgtEl>
                                              <p:spTgt spid="69"/>
                                            </p:tgtEl>
                                            <p:attrNameLst>
                                              <p:attrName>ppt_x</p:attrName>
                                            </p:attrNameLst>
                                          </p:cBhvr>
                                          <p:tavLst>
                                            <p:tav tm="0">
                                              <p:val>
                                                <p:strVal val="1+#ppt_w/2"/>
                                              </p:val>
                                            </p:tav>
                                            <p:tav tm="100000">
                                              <p:val>
                                                <p:strVal val="#ppt_x"/>
                                              </p:val>
                                            </p:tav>
                                          </p:tavLst>
                                        </p:anim>
                                        <p:anim calcmode="lin" valueType="num">
                                          <p:cBhvr additive="base">
                                            <p:cTn id="100" dur="1000" fill="hold"/>
                                            <p:tgtEl>
                                              <p:spTgt spid="69"/>
                                            </p:tgtEl>
                                            <p:attrNameLst>
                                              <p:attrName>ppt_y</p:attrName>
                                            </p:attrNameLst>
                                          </p:cBhvr>
                                          <p:tavLst>
                                            <p:tav tm="0">
                                              <p:val>
                                                <p:strVal val="#ppt_y"/>
                                              </p:val>
                                            </p:tav>
                                            <p:tav tm="100000">
                                              <p:val>
                                                <p:strVal val="#ppt_y"/>
                                              </p:val>
                                            </p:tav>
                                          </p:tavLst>
                                        </p:anim>
                                      </p:childTnLst>
                                    </p:cTn>
                                  </p:par>
                                  <p:par>
                                    <p:cTn id="101" presetID="2" presetClass="entr" presetSubtype="2" fill="hold" grpId="0" nodeType="withEffect">
                                      <p:stCondLst>
                                        <p:cond delay="750"/>
                                      </p:stCondLst>
                                      <p:childTnLst>
                                        <p:set>
                                          <p:cBhvr>
                                            <p:cTn id="102" dur="1" fill="hold">
                                              <p:stCondLst>
                                                <p:cond delay="0"/>
                                              </p:stCondLst>
                                            </p:cTn>
                                            <p:tgtEl>
                                              <p:spTgt spid="70"/>
                                            </p:tgtEl>
                                            <p:attrNameLst>
                                              <p:attrName>style.visibility</p:attrName>
                                            </p:attrNameLst>
                                          </p:cBhvr>
                                          <p:to>
                                            <p:strVal val="visible"/>
                                          </p:to>
                                        </p:set>
                                        <p:anim calcmode="lin" valueType="num">
                                          <p:cBhvr additive="base">
                                            <p:cTn id="103" dur="1000" fill="hold"/>
                                            <p:tgtEl>
                                              <p:spTgt spid="70"/>
                                            </p:tgtEl>
                                            <p:attrNameLst>
                                              <p:attrName>ppt_x</p:attrName>
                                            </p:attrNameLst>
                                          </p:cBhvr>
                                          <p:tavLst>
                                            <p:tav tm="0">
                                              <p:val>
                                                <p:strVal val="1+#ppt_w/2"/>
                                              </p:val>
                                            </p:tav>
                                            <p:tav tm="100000">
                                              <p:val>
                                                <p:strVal val="#ppt_x"/>
                                              </p:val>
                                            </p:tav>
                                          </p:tavLst>
                                        </p:anim>
                                        <p:anim calcmode="lin" valueType="num">
                                          <p:cBhvr additive="base">
                                            <p:cTn id="104" dur="1000" fill="hold"/>
                                            <p:tgtEl>
                                              <p:spTgt spid="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3" grpId="0">
            <p:bldAsOne/>
          </p:bldGraphic>
          <p:bldP spid="56" grpId="0"/>
          <p:bldP spid="58" grpId="0"/>
          <p:bldP spid="62" grpId="0"/>
          <p:bldP spid="63" grpId="0"/>
          <p:bldP spid="64" grpId="0"/>
          <p:bldP spid="65" grpId="0"/>
          <p:bldP spid="69" grpId="0"/>
          <p:bldP spid="70" grpId="0"/>
          <p:bldP spid="71" grpId="0"/>
          <p:bldP spid="72" grpId="0"/>
          <p:bldP spid="73" grpId="0"/>
          <p:bldP spid="74" grpId="0"/>
          <p:bldGraphic spid="57" grpId="0">
            <p:bldAsOne/>
          </p:bldGraphic>
          <p:bldGraphic spid="59" grpId="0">
            <p:bldAsOne/>
          </p:bldGraphic>
          <p:bldGraphic spid="60" grpId="0">
            <p:bldAsOne/>
          </p:bldGraphic>
          <p:bldGraphic spid="61" grpId="0">
            <p:bldAsOne/>
          </p:bldGraphic>
          <p:bldGraphic spid="76" grpId="0">
            <p:bldAsOne/>
          </p:bldGraphic>
        </p:bldLst>
      </p:timing>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95D5D97D-2EC8-46B0-9C8A-5827A8D41863}"/>
              </a:ext>
            </a:extLst>
          </p:cNvPr>
          <p:cNvGrpSpPr/>
          <p:nvPr/>
        </p:nvGrpSpPr>
        <p:grpSpPr>
          <a:xfrm>
            <a:off x="4119563" y="1666028"/>
            <a:ext cx="4830763" cy="4829175"/>
            <a:chOff x="4087813" y="1420813"/>
            <a:chExt cx="4830763" cy="4829175"/>
          </a:xfrm>
          <a:solidFill>
            <a:schemeClr val="bg2">
              <a:lumMod val="75000"/>
              <a:lumOff val="25000"/>
            </a:schemeClr>
          </a:solidFill>
        </p:grpSpPr>
        <p:sp>
          <p:nvSpPr>
            <p:cNvPr id="37" name="Freeform 5">
              <a:extLst>
                <a:ext uri="{FF2B5EF4-FFF2-40B4-BE49-F238E27FC236}">
                  <a16:creationId xmlns:a16="http://schemas.microsoft.com/office/drawing/2014/main" id="{DCC71F53-4CCE-4DC8-A6E6-D954F499B2CC}"/>
                </a:ext>
              </a:extLst>
            </p:cNvPr>
            <p:cNvSpPr>
              <a:spLocks noEditPoints="1"/>
            </p:cNvSpPr>
            <p:nvPr/>
          </p:nvSpPr>
          <p:spPr bwMode="auto">
            <a:xfrm>
              <a:off x="4087813" y="1420813"/>
              <a:ext cx="3371850" cy="3371850"/>
            </a:xfrm>
            <a:custGeom>
              <a:avLst/>
              <a:gdLst>
                <a:gd name="T0" fmla="*/ 372 w 745"/>
                <a:gd name="T1" fmla="*/ 0 h 745"/>
                <a:gd name="T2" fmla="*/ 0 w 745"/>
                <a:gd name="T3" fmla="*/ 372 h 745"/>
                <a:gd name="T4" fmla="*/ 372 w 745"/>
                <a:gd name="T5" fmla="*/ 745 h 745"/>
                <a:gd name="T6" fmla="*/ 745 w 745"/>
                <a:gd name="T7" fmla="*/ 372 h 745"/>
                <a:gd name="T8" fmla="*/ 372 w 745"/>
                <a:gd name="T9" fmla="*/ 0 h 745"/>
                <a:gd name="T10" fmla="*/ 372 w 745"/>
                <a:gd name="T11" fmla="*/ 691 h 745"/>
                <a:gd name="T12" fmla="*/ 53 w 745"/>
                <a:gd name="T13" fmla="*/ 372 h 745"/>
                <a:gd name="T14" fmla="*/ 372 w 745"/>
                <a:gd name="T15" fmla="*/ 53 h 745"/>
                <a:gd name="T16" fmla="*/ 691 w 745"/>
                <a:gd name="T17" fmla="*/ 372 h 745"/>
                <a:gd name="T18" fmla="*/ 372 w 745"/>
                <a:gd name="T19" fmla="*/ 691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5" h="745">
                  <a:moveTo>
                    <a:pt x="372" y="0"/>
                  </a:moveTo>
                  <a:cubicBezTo>
                    <a:pt x="167" y="0"/>
                    <a:pt x="0" y="166"/>
                    <a:pt x="0" y="372"/>
                  </a:cubicBezTo>
                  <a:cubicBezTo>
                    <a:pt x="0" y="578"/>
                    <a:pt x="167" y="745"/>
                    <a:pt x="372" y="745"/>
                  </a:cubicBezTo>
                  <a:cubicBezTo>
                    <a:pt x="578" y="745"/>
                    <a:pt x="745" y="578"/>
                    <a:pt x="745" y="372"/>
                  </a:cubicBezTo>
                  <a:cubicBezTo>
                    <a:pt x="745" y="166"/>
                    <a:pt x="578" y="0"/>
                    <a:pt x="372" y="0"/>
                  </a:cubicBezTo>
                  <a:close/>
                  <a:moveTo>
                    <a:pt x="372" y="691"/>
                  </a:moveTo>
                  <a:cubicBezTo>
                    <a:pt x="196" y="691"/>
                    <a:pt x="53" y="548"/>
                    <a:pt x="53" y="372"/>
                  </a:cubicBezTo>
                  <a:cubicBezTo>
                    <a:pt x="53" y="196"/>
                    <a:pt x="196" y="53"/>
                    <a:pt x="372" y="53"/>
                  </a:cubicBezTo>
                  <a:cubicBezTo>
                    <a:pt x="548" y="53"/>
                    <a:pt x="691" y="196"/>
                    <a:pt x="691" y="372"/>
                  </a:cubicBezTo>
                  <a:cubicBezTo>
                    <a:pt x="691" y="548"/>
                    <a:pt x="548" y="691"/>
                    <a:pt x="372" y="6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8" name="Freeform 6">
              <a:extLst>
                <a:ext uri="{FF2B5EF4-FFF2-40B4-BE49-F238E27FC236}">
                  <a16:creationId xmlns:a16="http://schemas.microsoft.com/office/drawing/2014/main" id="{FDAD9386-CE54-4AF4-BE2D-A7A1508BB9AA}"/>
                </a:ext>
              </a:extLst>
            </p:cNvPr>
            <p:cNvSpPr>
              <a:spLocks/>
            </p:cNvSpPr>
            <p:nvPr/>
          </p:nvSpPr>
          <p:spPr bwMode="auto">
            <a:xfrm>
              <a:off x="6980238" y="4313238"/>
              <a:ext cx="1938338" cy="1936750"/>
            </a:xfrm>
            <a:custGeom>
              <a:avLst/>
              <a:gdLst>
                <a:gd name="T0" fmla="*/ 0 w 428"/>
                <a:gd name="T1" fmla="*/ 104 h 428"/>
                <a:gd name="T2" fmla="*/ 304 w 428"/>
                <a:gd name="T3" fmla="*/ 408 h 428"/>
                <a:gd name="T4" fmla="*/ 363 w 428"/>
                <a:gd name="T5" fmla="*/ 415 h 428"/>
                <a:gd name="T6" fmla="*/ 390 w 428"/>
                <a:gd name="T7" fmla="*/ 390 h 428"/>
                <a:gd name="T8" fmla="*/ 415 w 428"/>
                <a:gd name="T9" fmla="*/ 363 h 428"/>
                <a:gd name="T10" fmla="*/ 408 w 428"/>
                <a:gd name="T11" fmla="*/ 304 h 428"/>
                <a:gd name="T12" fmla="*/ 104 w 428"/>
                <a:gd name="T13" fmla="*/ 0 h 428"/>
                <a:gd name="T14" fmla="*/ 0 w 428"/>
                <a:gd name="T15" fmla="*/ 104 h 4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8" h="428">
                  <a:moveTo>
                    <a:pt x="0" y="104"/>
                  </a:moveTo>
                  <a:cubicBezTo>
                    <a:pt x="304" y="408"/>
                    <a:pt x="304" y="408"/>
                    <a:pt x="304" y="408"/>
                  </a:cubicBezTo>
                  <a:cubicBezTo>
                    <a:pt x="320" y="424"/>
                    <a:pt x="347" y="428"/>
                    <a:pt x="363" y="415"/>
                  </a:cubicBezTo>
                  <a:cubicBezTo>
                    <a:pt x="372" y="407"/>
                    <a:pt x="381" y="399"/>
                    <a:pt x="390" y="390"/>
                  </a:cubicBezTo>
                  <a:cubicBezTo>
                    <a:pt x="399" y="381"/>
                    <a:pt x="407" y="372"/>
                    <a:pt x="415" y="363"/>
                  </a:cubicBezTo>
                  <a:cubicBezTo>
                    <a:pt x="428" y="347"/>
                    <a:pt x="424" y="320"/>
                    <a:pt x="408" y="304"/>
                  </a:cubicBezTo>
                  <a:cubicBezTo>
                    <a:pt x="104" y="0"/>
                    <a:pt x="104" y="0"/>
                    <a:pt x="104" y="0"/>
                  </a:cubicBezTo>
                  <a:lnTo>
                    <a:pt x="0"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9" name="Freeform 7">
              <a:extLst>
                <a:ext uri="{FF2B5EF4-FFF2-40B4-BE49-F238E27FC236}">
                  <a16:creationId xmlns:a16="http://schemas.microsoft.com/office/drawing/2014/main" id="{67448EE6-BE11-44CB-95A5-E8672E637599}"/>
                </a:ext>
              </a:extLst>
            </p:cNvPr>
            <p:cNvSpPr>
              <a:spLocks/>
            </p:cNvSpPr>
            <p:nvPr/>
          </p:nvSpPr>
          <p:spPr bwMode="auto">
            <a:xfrm>
              <a:off x="6853238" y="4186238"/>
              <a:ext cx="471488" cy="471488"/>
            </a:xfrm>
            <a:custGeom>
              <a:avLst/>
              <a:gdLst>
                <a:gd name="T0" fmla="*/ 0 w 104"/>
                <a:gd name="T1" fmla="*/ 64 h 104"/>
                <a:gd name="T2" fmla="*/ 39 w 104"/>
                <a:gd name="T3" fmla="*/ 104 h 104"/>
                <a:gd name="T4" fmla="*/ 104 w 104"/>
                <a:gd name="T5" fmla="*/ 39 h 104"/>
                <a:gd name="T6" fmla="*/ 64 w 104"/>
                <a:gd name="T7" fmla="*/ 0 h 104"/>
                <a:gd name="T8" fmla="*/ 0 w 104"/>
                <a:gd name="T9" fmla="*/ 64 h 104"/>
              </a:gdLst>
              <a:ahLst/>
              <a:cxnLst>
                <a:cxn ang="0">
                  <a:pos x="T0" y="T1"/>
                </a:cxn>
                <a:cxn ang="0">
                  <a:pos x="T2" y="T3"/>
                </a:cxn>
                <a:cxn ang="0">
                  <a:pos x="T4" y="T5"/>
                </a:cxn>
                <a:cxn ang="0">
                  <a:pos x="T6" y="T7"/>
                </a:cxn>
                <a:cxn ang="0">
                  <a:pos x="T8" y="T9"/>
                </a:cxn>
              </a:cxnLst>
              <a:rect l="0" t="0" r="r" b="b"/>
              <a:pathLst>
                <a:path w="104" h="104">
                  <a:moveTo>
                    <a:pt x="0" y="64"/>
                  </a:moveTo>
                  <a:cubicBezTo>
                    <a:pt x="39" y="104"/>
                    <a:pt x="39" y="104"/>
                    <a:pt x="39" y="104"/>
                  </a:cubicBezTo>
                  <a:cubicBezTo>
                    <a:pt x="104" y="39"/>
                    <a:pt x="104" y="39"/>
                    <a:pt x="104" y="39"/>
                  </a:cubicBezTo>
                  <a:cubicBezTo>
                    <a:pt x="64" y="0"/>
                    <a:pt x="64" y="0"/>
                    <a:pt x="64" y="0"/>
                  </a:cubicBezTo>
                  <a:cubicBezTo>
                    <a:pt x="46" y="24"/>
                    <a:pt x="24" y="46"/>
                    <a:pt x="0" y="64"/>
                  </a:cubicBezTo>
                  <a:close/>
                </a:path>
              </a:pathLst>
            </a:custGeom>
            <a:solidFill>
              <a:schemeClr val="bg2">
                <a:lumMod val="50000"/>
                <a:lumOff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aphicFrame>
        <p:nvGraphicFramePr>
          <p:cNvPr id="40" name="Chart 39">
            <a:extLst>
              <a:ext uri="{FF2B5EF4-FFF2-40B4-BE49-F238E27FC236}">
                <a16:creationId xmlns:a16="http://schemas.microsoft.com/office/drawing/2014/main" id="{80F48AAC-234C-4319-BB7E-78C4FC6D97CD}"/>
              </a:ext>
            </a:extLst>
          </p:cNvPr>
          <p:cNvGraphicFramePr/>
          <p:nvPr>
            <p:extLst>
              <p:ext uri="{D42A27DB-BD31-4B8C-83A1-F6EECF244321}">
                <p14:modId xmlns:p14="http://schemas.microsoft.com/office/powerpoint/2010/main" val="1908251054"/>
              </p:ext>
            </p:extLst>
          </p:nvPr>
        </p:nvGraphicFramePr>
        <p:xfrm>
          <a:off x="2764866" y="1765935"/>
          <a:ext cx="6073498" cy="3159230"/>
        </p:xfrm>
        <a:graphic>
          <a:graphicData uri="http://schemas.openxmlformats.org/drawingml/2006/chart">
            <c:chart xmlns:c="http://schemas.openxmlformats.org/drawingml/2006/chart" xmlns:r="http://schemas.openxmlformats.org/officeDocument/2006/relationships" r:id="rId2"/>
          </a:graphicData>
        </a:graphic>
      </p:graphicFrame>
      <p:sp>
        <p:nvSpPr>
          <p:cNvPr id="41" name="Text Placeholder 33">
            <a:extLst>
              <a:ext uri="{FF2B5EF4-FFF2-40B4-BE49-F238E27FC236}">
                <a16:creationId xmlns:a16="http://schemas.microsoft.com/office/drawing/2014/main" id="{0C7000DE-2B1D-4E93-B137-FA16D34EA989}"/>
              </a:ext>
            </a:extLst>
          </p:cNvPr>
          <p:cNvSpPr txBox="1">
            <a:spLocks/>
          </p:cNvSpPr>
          <p:nvPr/>
        </p:nvSpPr>
        <p:spPr>
          <a:xfrm>
            <a:off x="8280667" y="2070700"/>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42" name="Text Placeholder 36">
            <a:extLst>
              <a:ext uri="{FF2B5EF4-FFF2-40B4-BE49-F238E27FC236}">
                <a16:creationId xmlns:a16="http://schemas.microsoft.com/office/drawing/2014/main" id="{98AD1339-E8DF-4CEB-9E35-113B672BF9AD}"/>
              </a:ext>
            </a:extLst>
          </p:cNvPr>
          <p:cNvSpPr txBox="1">
            <a:spLocks/>
          </p:cNvSpPr>
          <p:nvPr/>
        </p:nvSpPr>
        <p:spPr>
          <a:xfrm>
            <a:off x="8570509" y="1666028"/>
            <a:ext cx="840639" cy="35520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2400" b="0">
                <a:latin typeface="Montserrat SemiBold" panose="00000700000000000000" pitchFamily="50" charset="-52"/>
              </a:rPr>
              <a:t>13%</a:t>
            </a:r>
          </a:p>
        </p:txBody>
      </p:sp>
      <p:sp>
        <p:nvSpPr>
          <p:cNvPr id="43" name="Text Placeholder 33">
            <a:extLst>
              <a:ext uri="{FF2B5EF4-FFF2-40B4-BE49-F238E27FC236}">
                <a16:creationId xmlns:a16="http://schemas.microsoft.com/office/drawing/2014/main" id="{4D6BC486-E871-488D-AE91-943CB4DE78E2}"/>
              </a:ext>
            </a:extLst>
          </p:cNvPr>
          <p:cNvSpPr txBox="1">
            <a:spLocks/>
          </p:cNvSpPr>
          <p:nvPr/>
        </p:nvSpPr>
        <p:spPr>
          <a:xfrm>
            <a:off x="8819500" y="3707858"/>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44" name="Text Placeholder 36">
            <a:extLst>
              <a:ext uri="{FF2B5EF4-FFF2-40B4-BE49-F238E27FC236}">
                <a16:creationId xmlns:a16="http://schemas.microsoft.com/office/drawing/2014/main" id="{1E83E9FF-5B50-4512-9BBC-5ED68999B2CA}"/>
              </a:ext>
            </a:extLst>
          </p:cNvPr>
          <p:cNvSpPr txBox="1">
            <a:spLocks/>
          </p:cNvSpPr>
          <p:nvPr/>
        </p:nvSpPr>
        <p:spPr>
          <a:xfrm>
            <a:off x="9109342" y="3303186"/>
            <a:ext cx="840639" cy="35520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2400" b="0">
                <a:solidFill>
                  <a:schemeClr val="accent2"/>
                </a:solidFill>
                <a:latin typeface="Montserrat SemiBold" panose="00000700000000000000" pitchFamily="50" charset="-52"/>
              </a:rPr>
              <a:t>29%</a:t>
            </a:r>
          </a:p>
        </p:txBody>
      </p:sp>
      <p:sp>
        <p:nvSpPr>
          <p:cNvPr id="45" name="Text Placeholder 33">
            <a:extLst>
              <a:ext uri="{FF2B5EF4-FFF2-40B4-BE49-F238E27FC236}">
                <a16:creationId xmlns:a16="http://schemas.microsoft.com/office/drawing/2014/main" id="{77761F2A-AA4E-43FE-A4AC-420EB085A7B8}"/>
              </a:ext>
            </a:extLst>
          </p:cNvPr>
          <p:cNvSpPr txBox="1">
            <a:spLocks/>
          </p:cNvSpPr>
          <p:nvPr/>
        </p:nvSpPr>
        <p:spPr>
          <a:xfrm>
            <a:off x="1928736" y="2070700"/>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46" name="Text Placeholder 36">
            <a:extLst>
              <a:ext uri="{FF2B5EF4-FFF2-40B4-BE49-F238E27FC236}">
                <a16:creationId xmlns:a16="http://schemas.microsoft.com/office/drawing/2014/main" id="{8510E931-9278-476E-AE92-2DF1CDA5FE80}"/>
              </a:ext>
            </a:extLst>
          </p:cNvPr>
          <p:cNvSpPr txBox="1">
            <a:spLocks/>
          </p:cNvSpPr>
          <p:nvPr/>
        </p:nvSpPr>
        <p:spPr>
          <a:xfrm>
            <a:off x="2218578" y="1666028"/>
            <a:ext cx="840639" cy="35520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2400" b="0">
                <a:solidFill>
                  <a:schemeClr val="accent5"/>
                </a:solidFill>
                <a:latin typeface="Montserrat SemiBold" panose="00000700000000000000" pitchFamily="50" charset="-52"/>
              </a:rPr>
              <a:t>18%</a:t>
            </a:r>
          </a:p>
        </p:txBody>
      </p:sp>
      <p:sp>
        <p:nvSpPr>
          <p:cNvPr id="47" name="Text Placeholder 33">
            <a:extLst>
              <a:ext uri="{FF2B5EF4-FFF2-40B4-BE49-F238E27FC236}">
                <a16:creationId xmlns:a16="http://schemas.microsoft.com/office/drawing/2014/main" id="{7E58D879-4E2E-4730-84F6-BD2363C6D499}"/>
              </a:ext>
            </a:extLst>
          </p:cNvPr>
          <p:cNvSpPr txBox="1">
            <a:spLocks/>
          </p:cNvSpPr>
          <p:nvPr/>
        </p:nvSpPr>
        <p:spPr>
          <a:xfrm>
            <a:off x="1514968" y="3707858"/>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48" name="Text Placeholder 36">
            <a:extLst>
              <a:ext uri="{FF2B5EF4-FFF2-40B4-BE49-F238E27FC236}">
                <a16:creationId xmlns:a16="http://schemas.microsoft.com/office/drawing/2014/main" id="{AC9172F2-A1E3-40AC-B1AE-B9CB8EACF5E1}"/>
              </a:ext>
            </a:extLst>
          </p:cNvPr>
          <p:cNvSpPr txBox="1">
            <a:spLocks/>
          </p:cNvSpPr>
          <p:nvPr/>
        </p:nvSpPr>
        <p:spPr>
          <a:xfrm>
            <a:off x="1804810" y="3303186"/>
            <a:ext cx="840639" cy="35520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2400" b="0">
                <a:solidFill>
                  <a:schemeClr val="accent4"/>
                </a:solidFill>
                <a:latin typeface="Montserrat SemiBold" panose="00000700000000000000" pitchFamily="50" charset="-52"/>
              </a:rPr>
              <a:t>27%</a:t>
            </a:r>
          </a:p>
        </p:txBody>
      </p:sp>
      <p:sp>
        <p:nvSpPr>
          <p:cNvPr id="49" name="Text Placeholder 33">
            <a:extLst>
              <a:ext uri="{FF2B5EF4-FFF2-40B4-BE49-F238E27FC236}">
                <a16:creationId xmlns:a16="http://schemas.microsoft.com/office/drawing/2014/main" id="{8F59FB9A-98DB-4E1C-AD03-FA91855F2CCB}"/>
              </a:ext>
            </a:extLst>
          </p:cNvPr>
          <p:cNvSpPr txBox="1">
            <a:spLocks/>
          </p:cNvSpPr>
          <p:nvPr/>
        </p:nvSpPr>
        <p:spPr>
          <a:xfrm>
            <a:off x="1928736" y="5229930"/>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50" name="Text Placeholder 36">
            <a:extLst>
              <a:ext uri="{FF2B5EF4-FFF2-40B4-BE49-F238E27FC236}">
                <a16:creationId xmlns:a16="http://schemas.microsoft.com/office/drawing/2014/main" id="{754CC115-C0C8-4542-A1DC-CA89292C3F62}"/>
              </a:ext>
            </a:extLst>
          </p:cNvPr>
          <p:cNvSpPr txBox="1">
            <a:spLocks/>
          </p:cNvSpPr>
          <p:nvPr/>
        </p:nvSpPr>
        <p:spPr>
          <a:xfrm>
            <a:off x="2218578" y="4825258"/>
            <a:ext cx="840639" cy="355200"/>
          </a:xfrm>
          <a:prstGeom prst="rect">
            <a:avLst/>
          </a:prstGeom>
          <a:ln>
            <a:noFill/>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2400" b="0">
                <a:solidFill>
                  <a:schemeClr val="accent3"/>
                </a:solidFill>
                <a:latin typeface="Montserrat SemiBold" panose="00000700000000000000" pitchFamily="50" charset="-52"/>
              </a:rPr>
              <a:t>13%</a:t>
            </a:r>
          </a:p>
        </p:txBody>
      </p:sp>
      <p:sp>
        <p:nvSpPr>
          <p:cNvPr id="51" name="TextBox 50">
            <a:extLst>
              <a:ext uri="{FF2B5EF4-FFF2-40B4-BE49-F238E27FC236}">
                <a16:creationId xmlns:a16="http://schemas.microsoft.com/office/drawing/2014/main" id="{606010EB-1872-4DEC-B25C-C7DA48479533}"/>
              </a:ext>
            </a:extLst>
          </p:cNvPr>
          <p:cNvSpPr txBox="1"/>
          <p:nvPr/>
        </p:nvSpPr>
        <p:spPr>
          <a:xfrm>
            <a:off x="5128348" y="2178873"/>
            <a:ext cx="360996" cy="584775"/>
          </a:xfrm>
          <a:prstGeom prst="rect">
            <a:avLst/>
          </a:prstGeom>
          <a:noFill/>
        </p:spPr>
        <p:txBody>
          <a:bodyPr wrap="square" rtlCol="0">
            <a:spAutoFit/>
          </a:bodyPr>
          <a:lstStyle/>
          <a:p>
            <a:pPr algn="ctr"/>
            <a:r>
              <a:rPr lang="en-US" sz="3200" b="1">
                <a:solidFill>
                  <a:schemeClr val="bg2"/>
                </a:solidFill>
              </a:rPr>
              <a:t>A</a:t>
            </a:r>
            <a:endParaRPr lang="ru-UA" sz="3200" b="1">
              <a:solidFill>
                <a:schemeClr val="bg2"/>
              </a:solidFill>
            </a:endParaRPr>
          </a:p>
        </p:txBody>
      </p:sp>
      <p:sp>
        <p:nvSpPr>
          <p:cNvPr id="52" name="TextBox 51">
            <a:extLst>
              <a:ext uri="{FF2B5EF4-FFF2-40B4-BE49-F238E27FC236}">
                <a16:creationId xmlns:a16="http://schemas.microsoft.com/office/drawing/2014/main" id="{47FF6212-5142-4B8B-8BF6-846D6B8FC02D}"/>
              </a:ext>
            </a:extLst>
          </p:cNvPr>
          <p:cNvSpPr txBox="1"/>
          <p:nvPr/>
        </p:nvSpPr>
        <p:spPr>
          <a:xfrm>
            <a:off x="4872127" y="3336107"/>
            <a:ext cx="360996" cy="584775"/>
          </a:xfrm>
          <a:prstGeom prst="rect">
            <a:avLst/>
          </a:prstGeom>
          <a:noFill/>
        </p:spPr>
        <p:txBody>
          <a:bodyPr wrap="square" rtlCol="0">
            <a:spAutoFit/>
          </a:bodyPr>
          <a:lstStyle/>
          <a:p>
            <a:pPr algn="ctr"/>
            <a:r>
              <a:rPr lang="en-US" sz="3200" b="1">
                <a:solidFill>
                  <a:schemeClr val="bg2"/>
                </a:solidFill>
              </a:rPr>
              <a:t>E</a:t>
            </a:r>
            <a:endParaRPr lang="ru-UA" sz="3200" b="1">
              <a:solidFill>
                <a:schemeClr val="bg2"/>
              </a:solidFill>
            </a:endParaRPr>
          </a:p>
        </p:txBody>
      </p:sp>
      <p:sp>
        <p:nvSpPr>
          <p:cNvPr id="53" name="TextBox 52">
            <a:extLst>
              <a:ext uri="{FF2B5EF4-FFF2-40B4-BE49-F238E27FC236}">
                <a16:creationId xmlns:a16="http://schemas.microsoft.com/office/drawing/2014/main" id="{1FF4F5B0-1058-4382-B82C-852262C671ED}"/>
              </a:ext>
            </a:extLst>
          </p:cNvPr>
          <p:cNvSpPr txBox="1"/>
          <p:nvPr/>
        </p:nvSpPr>
        <p:spPr>
          <a:xfrm>
            <a:off x="5714181" y="3983478"/>
            <a:ext cx="360996" cy="584775"/>
          </a:xfrm>
          <a:prstGeom prst="rect">
            <a:avLst/>
          </a:prstGeom>
          <a:noFill/>
        </p:spPr>
        <p:txBody>
          <a:bodyPr wrap="square" rtlCol="0">
            <a:spAutoFit/>
          </a:bodyPr>
          <a:lstStyle/>
          <a:p>
            <a:pPr algn="ctr"/>
            <a:r>
              <a:rPr lang="en-US" sz="3200" b="1">
                <a:solidFill>
                  <a:schemeClr val="bg2"/>
                </a:solidFill>
              </a:rPr>
              <a:t>D</a:t>
            </a:r>
            <a:endParaRPr lang="ru-UA" sz="3200" b="1">
              <a:solidFill>
                <a:schemeClr val="bg2"/>
              </a:solidFill>
            </a:endParaRPr>
          </a:p>
        </p:txBody>
      </p:sp>
      <p:sp>
        <p:nvSpPr>
          <p:cNvPr id="54" name="TextBox 53">
            <a:extLst>
              <a:ext uri="{FF2B5EF4-FFF2-40B4-BE49-F238E27FC236}">
                <a16:creationId xmlns:a16="http://schemas.microsoft.com/office/drawing/2014/main" id="{1E978D98-77F8-4017-9903-0F35E723EBE4}"/>
              </a:ext>
            </a:extLst>
          </p:cNvPr>
          <p:cNvSpPr txBox="1"/>
          <p:nvPr/>
        </p:nvSpPr>
        <p:spPr>
          <a:xfrm>
            <a:off x="6463601" y="3188398"/>
            <a:ext cx="360996" cy="584775"/>
          </a:xfrm>
          <a:prstGeom prst="rect">
            <a:avLst/>
          </a:prstGeom>
          <a:noFill/>
        </p:spPr>
        <p:txBody>
          <a:bodyPr wrap="square" rtlCol="0">
            <a:spAutoFit/>
          </a:bodyPr>
          <a:lstStyle/>
          <a:p>
            <a:pPr algn="ctr"/>
            <a:r>
              <a:rPr lang="en-US" sz="3200" b="1">
                <a:solidFill>
                  <a:schemeClr val="bg2"/>
                </a:solidFill>
              </a:rPr>
              <a:t>C</a:t>
            </a:r>
            <a:endParaRPr lang="ru-UA" sz="3200" b="1">
              <a:solidFill>
                <a:schemeClr val="bg2"/>
              </a:solidFill>
            </a:endParaRPr>
          </a:p>
        </p:txBody>
      </p:sp>
      <p:sp>
        <p:nvSpPr>
          <p:cNvPr id="55" name="TextBox 54">
            <a:extLst>
              <a:ext uri="{FF2B5EF4-FFF2-40B4-BE49-F238E27FC236}">
                <a16:creationId xmlns:a16="http://schemas.microsoft.com/office/drawing/2014/main" id="{8E635CA2-21E8-465A-A04C-B5C0627E56A0}"/>
              </a:ext>
            </a:extLst>
          </p:cNvPr>
          <p:cNvSpPr txBox="1"/>
          <p:nvPr/>
        </p:nvSpPr>
        <p:spPr>
          <a:xfrm>
            <a:off x="5989853" y="2185223"/>
            <a:ext cx="360996" cy="584775"/>
          </a:xfrm>
          <a:prstGeom prst="rect">
            <a:avLst/>
          </a:prstGeom>
          <a:noFill/>
        </p:spPr>
        <p:txBody>
          <a:bodyPr wrap="square" rtlCol="0">
            <a:spAutoFit/>
          </a:bodyPr>
          <a:lstStyle/>
          <a:p>
            <a:pPr algn="ctr"/>
            <a:r>
              <a:rPr lang="en-US" sz="3200" b="1">
                <a:solidFill>
                  <a:schemeClr val="bg2"/>
                </a:solidFill>
              </a:rPr>
              <a:t>B</a:t>
            </a:r>
            <a:endParaRPr lang="ru-UA" sz="3200" b="1">
              <a:solidFill>
                <a:schemeClr val="bg2"/>
              </a:solidFill>
            </a:endParaRPr>
          </a:p>
        </p:txBody>
      </p:sp>
      <p:sp>
        <p:nvSpPr>
          <p:cNvPr id="56" name="TextBox 55">
            <a:extLst>
              <a:ext uri="{FF2B5EF4-FFF2-40B4-BE49-F238E27FC236}">
                <a16:creationId xmlns:a16="http://schemas.microsoft.com/office/drawing/2014/main" id="{6465ACFF-EC33-496C-8CB7-DD4A320E5DC2}"/>
              </a:ext>
            </a:extLst>
          </p:cNvPr>
          <p:cNvSpPr txBox="1"/>
          <p:nvPr/>
        </p:nvSpPr>
        <p:spPr>
          <a:xfrm>
            <a:off x="3055751" y="362797"/>
            <a:ext cx="6080512" cy="461665"/>
          </a:xfrm>
          <a:prstGeom prst="rect">
            <a:avLst/>
          </a:prstGeom>
          <a:noFill/>
        </p:spPr>
        <p:txBody>
          <a:bodyPr wrap="none" rtlCol="0">
            <a:spAutoFit/>
          </a:bodyPr>
          <a:lstStyle/>
          <a:p>
            <a:pPr algn="ctr"/>
            <a:r>
              <a:rPr lang="en-US" sz="2400">
                <a:latin typeface="Montserrat SemiBold" panose="00000700000000000000" pitchFamily="50" charset="-52"/>
              </a:rPr>
              <a:t>EDITABLE MAGNIFIER INFOGRAPHIC</a:t>
            </a:r>
            <a:endParaRPr lang="ru-UA" sz="2400">
              <a:latin typeface="Montserrat SemiBold" panose="00000700000000000000" pitchFamily="50" charset="-52"/>
            </a:endParaRPr>
          </a:p>
        </p:txBody>
      </p:sp>
      <p:sp>
        <p:nvSpPr>
          <p:cNvPr id="57" name="TextBox 56">
            <a:extLst>
              <a:ext uri="{FF2B5EF4-FFF2-40B4-BE49-F238E27FC236}">
                <a16:creationId xmlns:a16="http://schemas.microsoft.com/office/drawing/2014/main" id="{8C4E5640-5AD3-45D3-8CF8-D83828402960}"/>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941885314"/>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
                                                <p:graphicEl>
                                                  <a:chart seriesIdx="-3" categoryIdx="-3" bldStep="gridLegend"/>
                                                </p:graphicEl>
                                              </p:spTgt>
                                            </p:tgtEl>
                                            <p:attrNameLst>
                                              <p:attrName>style.visibility</p:attrName>
                                            </p:attrNameLst>
                                          </p:cBhvr>
                                          <p:to>
                                            <p:strVal val="visible"/>
                                          </p:to>
                                        </p:set>
                                        <p:animEffect transition="in" filter="fade">
                                          <p:cBhvr>
                                            <p:cTn id="7" dur="750"/>
                                            <p:tgtEl>
                                              <p:spTgt spid="40">
                                                <p:graphicEl>
                                                  <a:chart seriesIdx="-3" categoryIdx="-3" bldStep="gridLegend"/>
                                                </p:graphicEl>
                                              </p:spTgt>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40">
                                                <p:graphicEl>
                                                  <a:chart seriesIdx="-4" categoryIdx="0" bldStep="category"/>
                                                </p:graphicEl>
                                              </p:spTgt>
                                            </p:tgtEl>
                                            <p:attrNameLst>
                                              <p:attrName>style.visibility</p:attrName>
                                            </p:attrNameLst>
                                          </p:cBhvr>
                                          <p:to>
                                            <p:strVal val="visible"/>
                                          </p:to>
                                        </p:set>
                                        <p:animEffect transition="in" filter="fade">
                                          <p:cBhvr>
                                            <p:cTn id="10" dur="750"/>
                                            <p:tgtEl>
                                              <p:spTgt spid="40">
                                                <p:graphicEl>
                                                  <a:chart seriesIdx="-4" categoryIdx="0" bldStep="category"/>
                                                </p:graphicEl>
                                              </p:spTgt>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40">
                                                <p:graphicEl>
                                                  <a:chart seriesIdx="-4" categoryIdx="1" bldStep="category"/>
                                                </p:graphicEl>
                                              </p:spTgt>
                                            </p:tgtEl>
                                            <p:attrNameLst>
                                              <p:attrName>style.visibility</p:attrName>
                                            </p:attrNameLst>
                                          </p:cBhvr>
                                          <p:to>
                                            <p:strVal val="visible"/>
                                          </p:to>
                                        </p:set>
                                        <p:animEffect transition="in" filter="fade">
                                          <p:cBhvr>
                                            <p:cTn id="13" dur="750"/>
                                            <p:tgtEl>
                                              <p:spTgt spid="40">
                                                <p:graphicEl>
                                                  <a:chart seriesIdx="-4" categoryIdx="1" bldStep="category"/>
                                                </p:graphicEl>
                                              </p:spTgt>
                                            </p:tgtEl>
                                          </p:cBhvr>
                                        </p:animEffect>
                                      </p:childTnLst>
                                    </p:cTn>
                                  </p:par>
                                  <p:par>
                                    <p:cTn id="14" presetID="10" presetClass="entr" presetSubtype="0" fill="hold" grpId="0" nodeType="withEffect">
                                      <p:stCondLst>
                                        <p:cond delay="750"/>
                                      </p:stCondLst>
                                      <p:childTnLst>
                                        <p:set>
                                          <p:cBhvr>
                                            <p:cTn id="15" dur="1" fill="hold">
                                              <p:stCondLst>
                                                <p:cond delay="0"/>
                                              </p:stCondLst>
                                            </p:cTn>
                                            <p:tgtEl>
                                              <p:spTgt spid="40">
                                                <p:graphicEl>
                                                  <a:chart seriesIdx="-4" categoryIdx="2" bldStep="category"/>
                                                </p:graphicEl>
                                              </p:spTgt>
                                            </p:tgtEl>
                                            <p:attrNameLst>
                                              <p:attrName>style.visibility</p:attrName>
                                            </p:attrNameLst>
                                          </p:cBhvr>
                                          <p:to>
                                            <p:strVal val="visible"/>
                                          </p:to>
                                        </p:set>
                                        <p:animEffect transition="in" filter="fade">
                                          <p:cBhvr>
                                            <p:cTn id="16" dur="750"/>
                                            <p:tgtEl>
                                              <p:spTgt spid="40">
                                                <p:graphicEl>
                                                  <a:chart seriesIdx="-4" categoryIdx="2" bldStep="category"/>
                                                </p:graphicEl>
                                              </p:spTgt>
                                            </p:tgtEl>
                                          </p:cBhvr>
                                        </p:animEffect>
                                      </p:childTnLst>
                                    </p:cTn>
                                  </p:par>
                                  <p:par>
                                    <p:cTn id="17" presetID="10" presetClass="entr" presetSubtype="0" fill="hold" grpId="0" nodeType="withEffect">
                                      <p:stCondLst>
                                        <p:cond delay="1000"/>
                                      </p:stCondLst>
                                      <p:childTnLst>
                                        <p:set>
                                          <p:cBhvr>
                                            <p:cTn id="18" dur="1" fill="hold">
                                              <p:stCondLst>
                                                <p:cond delay="0"/>
                                              </p:stCondLst>
                                            </p:cTn>
                                            <p:tgtEl>
                                              <p:spTgt spid="40">
                                                <p:graphicEl>
                                                  <a:chart seriesIdx="-4" categoryIdx="3" bldStep="category"/>
                                                </p:graphicEl>
                                              </p:spTgt>
                                            </p:tgtEl>
                                            <p:attrNameLst>
                                              <p:attrName>style.visibility</p:attrName>
                                            </p:attrNameLst>
                                          </p:cBhvr>
                                          <p:to>
                                            <p:strVal val="visible"/>
                                          </p:to>
                                        </p:set>
                                        <p:animEffect transition="in" filter="fade">
                                          <p:cBhvr>
                                            <p:cTn id="19" dur="750"/>
                                            <p:tgtEl>
                                              <p:spTgt spid="40">
                                                <p:graphicEl>
                                                  <a:chart seriesIdx="-4" categoryIdx="3" bldStep="category"/>
                                                </p:graphicEl>
                                              </p:spTgt>
                                            </p:tgtEl>
                                          </p:cBhvr>
                                        </p:animEffect>
                                      </p:childTnLst>
                                    </p:cTn>
                                  </p:par>
                                  <p:par>
                                    <p:cTn id="20" presetID="10" presetClass="entr" presetSubtype="0" fill="hold" grpId="0" nodeType="withEffect">
                                      <p:stCondLst>
                                        <p:cond delay="1250"/>
                                      </p:stCondLst>
                                      <p:childTnLst>
                                        <p:set>
                                          <p:cBhvr>
                                            <p:cTn id="21" dur="1" fill="hold">
                                              <p:stCondLst>
                                                <p:cond delay="0"/>
                                              </p:stCondLst>
                                            </p:cTn>
                                            <p:tgtEl>
                                              <p:spTgt spid="40">
                                                <p:graphicEl>
                                                  <a:chart seriesIdx="-4" categoryIdx="4" bldStep="category"/>
                                                </p:graphicEl>
                                              </p:spTgt>
                                            </p:tgtEl>
                                            <p:attrNameLst>
                                              <p:attrName>style.visibility</p:attrName>
                                            </p:attrNameLst>
                                          </p:cBhvr>
                                          <p:to>
                                            <p:strVal val="visible"/>
                                          </p:to>
                                        </p:set>
                                        <p:animEffect transition="in" filter="fade">
                                          <p:cBhvr>
                                            <p:cTn id="22" dur="750"/>
                                            <p:tgtEl>
                                              <p:spTgt spid="40">
                                                <p:graphicEl>
                                                  <a:chart seriesIdx="-4" categoryIdx="4" bldStep="category"/>
                                                </p:graphicEl>
                                              </p:spTgt>
                                            </p:tgtEl>
                                          </p:cBhvr>
                                        </p:animEffect>
                                      </p:childTnLst>
                                    </p:cTn>
                                  </p:par>
                                  <p:par>
                                    <p:cTn id="23" presetID="2" presetClass="entr" presetSubtype="8" fill="hold" grpId="0" nodeType="withEffect" p14:presetBounceEnd="67000">
                                      <p:stCondLst>
                                        <p:cond delay="250"/>
                                      </p:stCondLst>
                                      <p:childTnLst>
                                        <p:set>
                                          <p:cBhvr>
                                            <p:cTn id="24" dur="1" fill="hold">
                                              <p:stCondLst>
                                                <p:cond delay="0"/>
                                              </p:stCondLst>
                                            </p:cTn>
                                            <p:tgtEl>
                                              <p:spTgt spid="45"/>
                                            </p:tgtEl>
                                            <p:attrNameLst>
                                              <p:attrName>style.visibility</p:attrName>
                                            </p:attrNameLst>
                                          </p:cBhvr>
                                          <p:to>
                                            <p:strVal val="visible"/>
                                          </p:to>
                                        </p:set>
                                        <p:anim calcmode="lin" valueType="num" p14:bounceEnd="67000">
                                          <p:cBhvr additive="base">
                                            <p:cTn id="25" dur="1000" fill="hold"/>
                                            <p:tgtEl>
                                              <p:spTgt spid="45"/>
                                            </p:tgtEl>
                                            <p:attrNameLst>
                                              <p:attrName>ppt_x</p:attrName>
                                            </p:attrNameLst>
                                          </p:cBhvr>
                                          <p:tavLst>
                                            <p:tav tm="0">
                                              <p:val>
                                                <p:strVal val="0-#ppt_w/2"/>
                                              </p:val>
                                            </p:tav>
                                            <p:tav tm="100000">
                                              <p:val>
                                                <p:strVal val="#ppt_x"/>
                                              </p:val>
                                            </p:tav>
                                          </p:tavLst>
                                        </p:anim>
                                        <p:anim calcmode="lin" valueType="num" p14:bounceEnd="67000">
                                          <p:cBhvr additive="base">
                                            <p:cTn id="26" dur="1000" fill="hold"/>
                                            <p:tgtEl>
                                              <p:spTgt spid="45"/>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14:presetBounceEnd="67000">
                                      <p:stCondLst>
                                        <p:cond delay="250"/>
                                      </p:stCondLst>
                                      <p:childTnLst>
                                        <p:set>
                                          <p:cBhvr>
                                            <p:cTn id="28" dur="1" fill="hold">
                                              <p:stCondLst>
                                                <p:cond delay="0"/>
                                              </p:stCondLst>
                                            </p:cTn>
                                            <p:tgtEl>
                                              <p:spTgt spid="46"/>
                                            </p:tgtEl>
                                            <p:attrNameLst>
                                              <p:attrName>style.visibility</p:attrName>
                                            </p:attrNameLst>
                                          </p:cBhvr>
                                          <p:to>
                                            <p:strVal val="visible"/>
                                          </p:to>
                                        </p:set>
                                        <p:anim calcmode="lin" valueType="num" p14:bounceEnd="67000">
                                          <p:cBhvr additive="base">
                                            <p:cTn id="29" dur="1000" fill="hold"/>
                                            <p:tgtEl>
                                              <p:spTgt spid="46"/>
                                            </p:tgtEl>
                                            <p:attrNameLst>
                                              <p:attrName>ppt_x</p:attrName>
                                            </p:attrNameLst>
                                          </p:cBhvr>
                                          <p:tavLst>
                                            <p:tav tm="0">
                                              <p:val>
                                                <p:strVal val="0-#ppt_w/2"/>
                                              </p:val>
                                            </p:tav>
                                            <p:tav tm="100000">
                                              <p:val>
                                                <p:strVal val="#ppt_x"/>
                                              </p:val>
                                            </p:tav>
                                          </p:tavLst>
                                        </p:anim>
                                        <p:anim calcmode="lin" valueType="num" p14:bounceEnd="67000">
                                          <p:cBhvr additive="base">
                                            <p:cTn id="30" dur="1000" fill="hold"/>
                                            <p:tgtEl>
                                              <p:spTgt spid="46"/>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14:presetBounceEnd="67000">
                                      <p:stCondLst>
                                        <p:cond delay="500"/>
                                      </p:stCondLst>
                                      <p:childTnLst>
                                        <p:set>
                                          <p:cBhvr>
                                            <p:cTn id="32" dur="1" fill="hold">
                                              <p:stCondLst>
                                                <p:cond delay="0"/>
                                              </p:stCondLst>
                                            </p:cTn>
                                            <p:tgtEl>
                                              <p:spTgt spid="47"/>
                                            </p:tgtEl>
                                            <p:attrNameLst>
                                              <p:attrName>style.visibility</p:attrName>
                                            </p:attrNameLst>
                                          </p:cBhvr>
                                          <p:to>
                                            <p:strVal val="visible"/>
                                          </p:to>
                                        </p:set>
                                        <p:anim calcmode="lin" valueType="num" p14:bounceEnd="67000">
                                          <p:cBhvr additive="base">
                                            <p:cTn id="33" dur="1000" fill="hold"/>
                                            <p:tgtEl>
                                              <p:spTgt spid="47"/>
                                            </p:tgtEl>
                                            <p:attrNameLst>
                                              <p:attrName>ppt_x</p:attrName>
                                            </p:attrNameLst>
                                          </p:cBhvr>
                                          <p:tavLst>
                                            <p:tav tm="0">
                                              <p:val>
                                                <p:strVal val="0-#ppt_w/2"/>
                                              </p:val>
                                            </p:tav>
                                            <p:tav tm="100000">
                                              <p:val>
                                                <p:strVal val="#ppt_x"/>
                                              </p:val>
                                            </p:tav>
                                          </p:tavLst>
                                        </p:anim>
                                        <p:anim calcmode="lin" valueType="num" p14:bounceEnd="67000">
                                          <p:cBhvr additive="base">
                                            <p:cTn id="34" dur="1000" fill="hold"/>
                                            <p:tgtEl>
                                              <p:spTgt spid="47"/>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14:presetBounceEnd="67000">
                                      <p:stCondLst>
                                        <p:cond delay="500"/>
                                      </p:stCondLst>
                                      <p:childTnLst>
                                        <p:set>
                                          <p:cBhvr>
                                            <p:cTn id="36" dur="1" fill="hold">
                                              <p:stCondLst>
                                                <p:cond delay="0"/>
                                              </p:stCondLst>
                                            </p:cTn>
                                            <p:tgtEl>
                                              <p:spTgt spid="48"/>
                                            </p:tgtEl>
                                            <p:attrNameLst>
                                              <p:attrName>style.visibility</p:attrName>
                                            </p:attrNameLst>
                                          </p:cBhvr>
                                          <p:to>
                                            <p:strVal val="visible"/>
                                          </p:to>
                                        </p:set>
                                        <p:anim calcmode="lin" valueType="num" p14:bounceEnd="67000">
                                          <p:cBhvr additive="base">
                                            <p:cTn id="37" dur="1000" fill="hold"/>
                                            <p:tgtEl>
                                              <p:spTgt spid="48"/>
                                            </p:tgtEl>
                                            <p:attrNameLst>
                                              <p:attrName>ppt_x</p:attrName>
                                            </p:attrNameLst>
                                          </p:cBhvr>
                                          <p:tavLst>
                                            <p:tav tm="0">
                                              <p:val>
                                                <p:strVal val="0-#ppt_w/2"/>
                                              </p:val>
                                            </p:tav>
                                            <p:tav tm="100000">
                                              <p:val>
                                                <p:strVal val="#ppt_x"/>
                                              </p:val>
                                            </p:tav>
                                          </p:tavLst>
                                        </p:anim>
                                        <p:anim calcmode="lin" valueType="num" p14:bounceEnd="67000">
                                          <p:cBhvr additive="base">
                                            <p:cTn id="38" dur="1000" fill="hold"/>
                                            <p:tgtEl>
                                              <p:spTgt spid="48"/>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14:presetBounceEnd="67000">
                                      <p:stCondLst>
                                        <p:cond delay="750"/>
                                      </p:stCondLst>
                                      <p:childTnLst>
                                        <p:set>
                                          <p:cBhvr>
                                            <p:cTn id="40" dur="1" fill="hold">
                                              <p:stCondLst>
                                                <p:cond delay="0"/>
                                              </p:stCondLst>
                                            </p:cTn>
                                            <p:tgtEl>
                                              <p:spTgt spid="49"/>
                                            </p:tgtEl>
                                            <p:attrNameLst>
                                              <p:attrName>style.visibility</p:attrName>
                                            </p:attrNameLst>
                                          </p:cBhvr>
                                          <p:to>
                                            <p:strVal val="visible"/>
                                          </p:to>
                                        </p:set>
                                        <p:anim calcmode="lin" valueType="num" p14:bounceEnd="67000">
                                          <p:cBhvr additive="base">
                                            <p:cTn id="41" dur="1000" fill="hold"/>
                                            <p:tgtEl>
                                              <p:spTgt spid="49"/>
                                            </p:tgtEl>
                                            <p:attrNameLst>
                                              <p:attrName>ppt_x</p:attrName>
                                            </p:attrNameLst>
                                          </p:cBhvr>
                                          <p:tavLst>
                                            <p:tav tm="0">
                                              <p:val>
                                                <p:strVal val="0-#ppt_w/2"/>
                                              </p:val>
                                            </p:tav>
                                            <p:tav tm="100000">
                                              <p:val>
                                                <p:strVal val="#ppt_x"/>
                                              </p:val>
                                            </p:tav>
                                          </p:tavLst>
                                        </p:anim>
                                        <p:anim calcmode="lin" valueType="num" p14:bounceEnd="67000">
                                          <p:cBhvr additive="base">
                                            <p:cTn id="42" dur="1000" fill="hold"/>
                                            <p:tgtEl>
                                              <p:spTgt spid="49"/>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14:presetBounceEnd="67000">
                                      <p:stCondLst>
                                        <p:cond delay="750"/>
                                      </p:stCondLst>
                                      <p:childTnLst>
                                        <p:set>
                                          <p:cBhvr>
                                            <p:cTn id="44" dur="1" fill="hold">
                                              <p:stCondLst>
                                                <p:cond delay="0"/>
                                              </p:stCondLst>
                                            </p:cTn>
                                            <p:tgtEl>
                                              <p:spTgt spid="50"/>
                                            </p:tgtEl>
                                            <p:attrNameLst>
                                              <p:attrName>style.visibility</p:attrName>
                                            </p:attrNameLst>
                                          </p:cBhvr>
                                          <p:to>
                                            <p:strVal val="visible"/>
                                          </p:to>
                                        </p:set>
                                        <p:anim calcmode="lin" valueType="num" p14:bounceEnd="67000">
                                          <p:cBhvr additive="base">
                                            <p:cTn id="45" dur="1000" fill="hold"/>
                                            <p:tgtEl>
                                              <p:spTgt spid="50"/>
                                            </p:tgtEl>
                                            <p:attrNameLst>
                                              <p:attrName>ppt_x</p:attrName>
                                            </p:attrNameLst>
                                          </p:cBhvr>
                                          <p:tavLst>
                                            <p:tav tm="0">
                                              <p:val>
                                                <p:strVal val="0-#ppt_w/2"/>
                                              </p:val>
                                            </p:tav>
                                            <p:tav tm="100000">
                                              <p:val>
                                                <p:strVal val="#ppt_x"/>
                                              </p:val>
                                            </p:tav>
                                          </p:tavLst>
                                        </p:anim>
                                        <p:anim calcmode="lin" valueType="num" p14:bounceEnd="67000">
                                          <p:cBhvr additive="base">
                                            <p:cTn id="46" dur="1000" fill="hold"/>
                                            <p:tgtEl>
                                              <p:spTgt spid="50"/>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14:presetBounceEnd="67000">
                                      <p:stCondLst>
                                        <p:cond delay="1000"/>
                                      </p:stCondLst>
                                      <p:childTnLst>
                                        <p:set>
                                          <p:cBhvr>
                                            <p:cTn id="48" dur="1" fill="hold">
                                              <p:stCondLst>
                                                <p:cond delay="0"/>
                                              </p:stCondLst>
                                            </p:cTn>
                                            <p:tgtEl>
                                              <p:spTgt spid="41"/>
                                            </p:tgtEl>
                                            <p:attrNameLst>
                                              <p:attrName>style.visibility</p:attrName>
                                            </p:attrNameLst>
                                          </p:cBhvr>
                                          <p:to>
                                            <p:strVal val="visible"/>
                                          </p:to>
                                        </p:set>
                                        <p:anim calcmode="lin" valueType="num" p14:bounceEnd="67000">
                                          <p:cBhvr additive="base">
                                            <p:cTn id="49" dur="1000" fill="hold"/>
                                            <p:tgtEl>
                                              <p:spTgt spid="41"/>
                                            </p:tgtEl>
                                            <p:attrNameLst>
                                              <p:attrName>ppt_x</p:attrName>
                                            </p:attrNameLst>
                                          </p:cBhvr>
                                          <p:tavLst>
                                            <p:tav tm="0">
                                              <p:val>
                                                <p:strVal val="1+#ppt_w/2"/>
                                              </p:val>
                                            </p:tav>
                                            <p:tav tm="100000">
                                              <p:val>
                                                <p:strVal val="#ppt_x"/>
                                              </p:val>
                                            </p:tav>
                                          </p:tavLst>
                                        </p:anim>
                                        <p:anim calcmode="lin" valueType="num" p14:bounceEnd="67000">
                                          <p:cBhvr additive="base">
                                            <p:cTn id="50" dur="1000" fill="hold"/>
                                            <p:tgtEl>
                                              <p:spTgt spid="41"/>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14:presetBounceEnd="67000">
                                      <p:stCondLst>
                                        <p:cond delay="1000"/>
                                      </p:stCondLst>
                                      <p:childTnLst>
                                        <p:set>
                                          <p:cBhvr>
                                            <p:cTn id="52" dur="1" fill="hold">
                                              <p:stCondLst>
                                                <p:cond delay="0"/>
                                              </p:stCondLst>
                                            </p:cTn>
                                            <p:tgtEl>
                                              <p:spTgt spid="42"/>
                                            </p:tgtEl>
                                            <p:attrNameLst>
                                              <p:attrName>style.visibility</p:attrName>
                                            </p:attrNameLst>
                                          </p:cBhvr>
                                          <p:to>
                                            <p:strVal val="visible"/>
                                          </p:to>
                                        </p:set>
                                        <p:anim calcmode="lin" valueType="num" p14:bounceEnd="67000">
                                          <p:cBhvr additive="base">
                                            <p:cTn id="53" dur="1000" fill="hold"/>
                                            <p:tgtEl>
                                              <p:spTgt spid="42"/>
                                            </p:tgtEl>
                                            <p:attrNameLst>
                                              <p:attrName>ppt_x</p:attrName>
                                            </p:attrNameLst>
                                          </p:cBhvr>
                                          <p:tavLst>
                                            <p:tav tm="0">
                                              <p:val>
                                                <p:strVal val="1+#ppt_w/2"/>
                                              </p:val>
                                            </p:tav>
                                            <p:tav tm="100000">
                                              <p:val>
                                                <p:strVal val="#ppt_x"/>
                                              </p:val>
                                            </p:tav>
                                          </p:tavLst>
                                        </p:anim>
                                        <p:anim calcmode="lin" valueType="num" p14:bounceEnd="67000">
                                          <p:cBhvr additive="base">
                                            <p:cTn id="54" dur="1000" fill="hold"/>
                                            <p:tgtEl>
                                              <p:spTgt spid="42"/>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14:presetBounceEnd="67000">
                                      <p:stCondLst>
                                        <p:cond delay="1250"/>
                                      </p:stCondLst>
                                      <p:childTnLst>
                                        <p:set>
                                          <p:cBhvr>
                                            <p:cTn id="56" dur="1" fill="hold">
                                              <p:stCondLst>
                                                <p:cond delay="0"/>
                                              </p:stCondLst>
                                            </p:cTn>
                                            <p:tgtEl>
                                              <p:spTgt spid="43"/>
                                            </p:tgtEl>
                                            <p:attrNameLst>
                                              <p:attrName>style.visibility</p:attrName>
                                            </p:attrNameLst>
                                          </p:cBhvr>
                                          <p:to>
                                            <p:strVal val="visible"/>
                                          </p:to>
                                        </p:set>
                                        <p:anim calcmode="lin" valueType="num" p14:bounceEnd="67000">
                                          <p:cBhvr additive="base">
                                            <p:cTn id="57" dur="1000" fill="hold"/>
                                            <p:tgtEl>
                                              <p:spTgt spid="43"/>
                                            </p:tgtEl>
                                            <p:attrNameLst>
                                              <p:attrName>ppt_x</p:attrName>
                                            </p:attrNameLst>
                                          </p:cBhvr>
                                          <p:tavLst>
                                            <p:tav tm="0">
                                              <p:val>
                                                <p:strVal val="1+#ppt_w/2"/>
                                              </p:val>
                                            </p:tav>
                                            <p:tav tm="100000">
                                              <p:val>
                                                <p:strVal val="#ppt_x"/>
                                              </p:val>
                                            </p:tav>
                                          </p:tavLst>
                                        </p:anim>
                                        <p:anim calcmode="lin" valueType="num" p14:bounceEnd="67000">
                                          <p:cBhvr additive="base">
                                            <p:cTn id="58" dur="1000" fill="hold"/>
                                            <p:tgtEl>
                                              <p:spTgt spid="43"/>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14:presetBounceEnd="67000">
                                      <p:stCondLst>
                                        <p:cond delay="1250"/>
                                      </p:stCondLst>
                                      <p:childTnLst>
                                        <p:set>
                                          <p:cBhvr>
                                            <p:cTn id="60" dur="1" fill="hold">
                                              <p:stCondLst>
                                                <p:cond delay="0"/>
                                              </p:stCondLst>
                                            </p:cTn>
                                            <p:tgtEl>
                                              <p:spTgt spid="44"/>
                                            </p:tgtEl>
                                            <p:attrNameLst>
                                              <p:attrName>style.visibility</p:attrName>
                                            </p:attrNameLst>
                                          </p:cBhvr>
                                          <p:to>
                                            <p:strVal val="visible"/>
                                          </p:to>
                                        </p:set>
                                        <p:anim calcmode="lin" valueType="num" p14:bounceEnd="67000">
                                          <p:cBhvr additive="base">
                                            <p:cTn id="61" dur="1000" fill="hold"/>
                                            <p:tgtEl>
                                              <p:spTgt spid="44"/>
                                            </p:tgtEl>
                                            <p:attrNameLst>
                                              <p:attrName>ppt_x</p:attrName>
                                            </p:attrNameLst>
                                          </p:cBhvr>
                                          <p:tavLst>
                                            <p:tav tm="0">
                                              <p:val>
                                                <p:strVal val="1+#ppt_w/2"/>
                                              </p:val>
                                            </p:tav>
                                            <p:tav tm="100000">
                                              <p:val>
                                                <p:strVal val="#ppt_x"/>
                                              </p:val>
                                            </p:tav>
                                          </p:tavLst>
                                        </p:anim>
                                        <p:anim calcmode="lin" valueType="num" p14:bounceEnd="67000">
                                          <p:cBhvr additive="base">
                                            <p:cTn id="62" dur="1000" fill="hold"/>
                                            <p:tgtEl>
                                              <p:spTgt spid="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0" grpId="0" uiExpand="1">
            <p:bldSub>
              <a:bldChart bld="category"/>
            </p:bldSub>
          </p:bldGraphic>
          <p:bldP spid="41" grpId="0"/>
          <p:bldP spid="42" grpId="0"/>
          <p:bldP spid="43" grpId="0"/>
          <p:bldP spid="44" grpId="0"/>
          <p:bldP spid="45" grpId="0"/>
          <p:bldP spid="46" grpId="0"/>
          <p:bldP spid="47" grpId="0"/>
          <p:bldP spid="48" grpId="0"/>
          <p:bldP spid="49" grpId="0"/>
          <p:bldP spid="5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
                                                <p:graphicEl>
                                                  <a:chart seriesIdx="-3" categoryIdx="-3" bldStep="gridLegend"/>
                                                </p:graphicEl>
                                              </p:spTgt>
                                            </p:tgtEl>
                                            <p:attrNameLst>
                                              <p:attrName>style.visibility</p:attrName>
                                            </p:attrNameLst>
                                          </p:cBhvr>
                                          <p:to>
                                            <p:strVal val="visible"/>
                                          </p:to>
                                        </p:set>
                                        <p:animEffect transition="in" filter="fade">
                                          <p:cBhvr>
                                            <p:cTn id="7" dur="750"/>
                                            <p:tgtEl>
                                              <p:spTgt spid="40">
                                                <p:graphicEl>
                                                  <a:chart seriesIdx="-3" categoryIdx="-3" bldStep="gridLegend"/>
                                                </p:graphicEl>
                                              </p:spTgt>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40">
                                                <p:graphicEl>
                                                  <a:chart seriesIdx="-4" categoryIdx="0" bldStep="category"/>
                                                </p:graphicEl>
                                              </p:spTgt>
                                            </p:tgtEl>
                                            <p:attrNameLst>
                                              <p:attrName>style.visibility</p:attrName>
                                            </p:attrNameLst>
                                          </p:cBhvr>
                                          <p:to>
                                            <p:strVal val="visible"/>
                                          </p:to>
                                        </p:set>
                                        <p:animEffect transition="in" filter="fade">
                                          <p:cBhvr>
                                            <p:cTn id="10" dur="750"/>
                                            <p:tgtEl>
                                              <p:spTgt spid="40">
                                                <p:graphicEl>
                                                  <a:chart seriesIdx="-4" categoryIdx="0" bldStep="category"/>
                                                </p:graphicEl>
                                              </p:spTgt>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40">
                                                <p:graphicEl>
                                                  <a:chart seriesIdx="-4" categoryIdx="1" bldStep="category"/>
                                                </p:graphicEl>
                                              </p:spTgt>
                                            </p:tgtEl>
                                            <p:attrNameLst>
                                              <p:attrName>style.visibility</p:attrName>
                                            </p:attrNameLst>
                                          </p:cBhvr>
                                          <p:to>
                                            <p:strVal val="visible"/>
                                          </p:to>
                                        </p:set>
                                        <p:animEffect transition="in" filter="fade">
                                          <p:cBhvr>
                                            <p:cTn id="13" dur="750"/>
                                            <p:tgtEl>
                                              <p:spTgt spid="40">
                                                <p:graphicEl>
                                                  <a:chart seriesIdx="-4" categoryIdx="1" bldStep="category"/>
                                                </p:graphicEl>
                                              </p:spTgt>
                                            </p:tgtEl>
                                          </p:cBhvr>
                                        </p:animEffect>
                                      </p:childTnLst>
                                    </p:cTn>
                                  </p:par>
                                  <p:par>
                                    <p:cTn id="14" presetID="10" presetClass="entr" presetSubtype="0" fill="hold" grpId="0" nodeType="withEffect">
                                      <p:stCondLst>
                                        <p:cond delay="750"/>
                                      </p:stCondLst>
                                      <p:childTnLst>
                                        <p:set>
                                          <p:cBhvr>
                                            <p:cTn id="15" dur="1" fill="hold">
                                              <p:stCondLst>
                                                <p:cond delay="0"/>
                                              </p:stCondLst>
                                            </p:cTn>
                                            <p:tgtEl>
                                              <p:spTgt spid="40">
                                                <p:graphicEl>
                                                  <a:chart seriesIdx="-4" categoryIdx="2" bldStep="category"/>
                                                </p:graphicEl>
                                              </p:spTgt>
                                            </p:tgtEl>
                                            <p:attrNameLst>
                                              <p:attrName>style.visibility</p:attrName>
                                            </p:attrNameLst>
                                          </p:cBhvr>
                                          <p:to>
                                            <p:strVal val="visible"/>
                                          </p:to>
                                        </p:set>
                                        <p:animEffect transition="in" filter="fade">
                                          <p:cBhvr>
                                            <p:cTn id="16" dur="750"/>
                                            <p:tgtEl>
                                              <p:spTgt spid="40">
                                                <p:graphicEl>
                                                  <a:chart seriesIdx="-4" categoryIdx="2" bldStep="category"/>
                                                </p:graphicEl>
                                              </p:spTgt>
                                            </p:tgtEl>
                                          </p:cBhvr>
                                        </p:animEffect>
                                      </p:childTnLst>
                                    </p:cTn>
                                  </p:par>
                                  <p:par>
                                    <p:cTn id="17" presetID="10" presetClass="entr" presetSubtype="0" fill="hold" grpId="0" nodeType="withEffect">
                                      <p:stCondLst>
                                        <p:cond delay="1000"/>
                                      </p:stCondLst>
                                      <p:childTnLst>
                                        <p:set>
                                          <p:cBhvr>
                                            <p:cTn id="18" dur="1" fill="hold">
                                              <p:stCondLst>
                                                <p:cond delay="0"/>
                                              </p:stCondLst>
                                            </p:cTn>
                                            <p:tgtEl>
                                              <p:spTgt spid="40">
                                                <p:graphicEl>
                                                  <a:chart seriesIdx="-4" categoryIdx="3" bldStep="category"/>
                                                </p:graphicEl>
                                              </p:spTgt>
                                            </p:tgtEl>
                                            <p:attrNameLst>
                                              <p:attrName>style.visibility</p:attrName>
                                            </p:attrNameLst>
                                          </p:cBhvr>
                                          <p:to>
                                            <p:strVal val="visible"/>
                                          </p:to>
                                        </p:set>
                                        <p:animEffect transition="in" filter="fade">
                                          <p:cBhvr>
                                            <p:cTn id="19" dur="750"/>
                                            <p:tgtEl>
                                              <p:spTgt spid="40">
                                                <p:graphicEl>
                                                  <a:chart seriesIdx="-4" categoryIdx="3" bldStep="category"/>
                                                </p:graphicEl>
                                              </p:spTgt>
                                            </p:tgtEl>
                                          </p:cBhvr>
                                        </p:animEffect>
                                      </p:childTnLst>
                                    </p:cTn>
                                  </p:par>
                                  <p:par>
                                    <p:cTn id="20" presetID="10" presetClass="entr" presetSubtype="0" fill="hold" grpId="0" nodeType="withEffect">
                                      <p:stCondLst>
                                        <p:cond delay="1250"/>
                                      </p:stCondLst>
                                      <p:childTnLst>
                                        <p:set>
                                          <p:cBhvr>
                                            <p:cTn id="21" dur="1" fill="hold">
                                              <p:stCondLst>
                                                <p:cond delay="0"/>
                                              </p:stCondLst>
                                            </p:cTn>
                                            <p:tgtEl>
                                              <p:spTgt spid="40">
                                                <p:graphicEl>
                                                  <a:chart seriesIdx="-4" categoryIdx="4" bldStep="category"/>
                                                </p:graphicEl>
                                              </p:spTgt>
                                            </p:tgtEl>
                                            <p:attrNameLst>
                                              <p:attrName>style.visibility</p:attrName>
                                            </p:attrNameLst>
                                          </p:cBhvr>
                                          <p:to>
                                            <p:strVal val="visible"/>
                                          </p:to>
                                        </p:set>
                                        <p:animEffect transition="in" filter="fade">
                                          <p:cBhvr>
                                            <p:cTn id="22" dur="750"/>
                                            <p:tgtEl>
                                              <p:spTgt spid="40">
                                                <p:graphicEl>
                                                  <a:chart seriesIdx="-4" categoryIdx="4" bldStep="category"/>
                                                </p:graphicEl>
                                              </p:spTgt>
                                            </p:tgtEl>
                                          </p:cBhvr>
                                        </p:animEffect>
                                      </p:childTnLst>
                                    </p:cTn>
                                  </p:par>
                                  <p:par>
                                    <p:cTn id="23" presetID="2" presetClass="entr" presetSubtype="8" fill="hold" grpId="0" nodeType="withEffect">
                                      <p:stCondLst>
                                        <p:cond delay="250"/>
                                      </p:stCondLst>
                                      <p:childTnLst>
                                        <p:set>
                                          <p:cBhvr>
                                            <p:cTn id="24" dur="1" fill="hold">
                                              <p:stCondLst>
                                                <p:cond delay="0"/>
                                              </p:stCondLst>
                                            </p:cTn>
                                            <p:tgtEl>
                                              <p:spTgt spid="45"/>
                                            </p:tgtEl>
                                            <p:attrNameLst>
                                              <p:attrName>style.visibility</p:attrName>
                                            </p:attrNameLst>
                                          </p:cBhvr>
                                          <p:to>
                                            <p:strVal val="visible"/>
                                          </p:to>
                                        </p:set>
                                        <p:anim calcmode="lin" valueType="num">
                                          <p:cBhvr additive="base">
                                            <p:cTn id="25" dur="1000" fill="hold"/>
                                            <p:tgtEl>
                                              <p:spTgt spid="45"/>
                                            </p:tgtEl>
                                            <p:attrNameLst>
                                              <p:attrName>ppt_x</p:attrName>
                                            </p:attrNameLst>
                                          </p:cBhvr>
                                          <p:tavLst>
                                            <p:tav tm="0">
                                              <p:val>
                                                <p:strVal val="0-#ppt_w/2"/>
                                              </p:val>
                                            </p:tav>
                                            <p:tav tm="100000">
                                              <p:val>
                                                <p:strVal val="#ppt_x"/>
                                              </p:val>
                                            </p:tav>
                                          </p:tavLst>
                                        </p:anim>
                                        <p:anim calcmode="lin" valueType="num">
                                          <p:cBhvr additive="base">
                                            <p:cTn id="26" dur="1000" fill="hold"/>
                                            <p:tgtEl>
                                              <p:spTgt spid="45"/>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250"/>
                                      </p:stCondLst>
                                      <p:childTnLst>
                                        <p:set>
                                          <p:cBhvr>
                                            <p:cTn id="28" dur="1" fill="hold">
                                              <p:stCondLst>
                                                <p:cond delay="0"/>
                                              </p:stCondLst>
                                            </p:cTn>
                                            <p:tgtEl>
                                              <p:spTgt spid="46"/>
                                            </p:tgtEl>
                                            <p:attrNameLst>
                                              <p:attrName>style.visibility</p:attrName>
                                            </p:attrNameLst>
                                          </p:cBhvr>
                                          <p:to>
                                            <p:strVal val="visible"/>
                                          </p:to>
                                        </p:set>
                                        <p:anim calcmode="lin" valueType="num">
                                          <p:cBhvr additive="base">
                                            <p:cTn id="29" dur="1000" fill="hold"/>
                                            <p:tgtEl>
                                              <p:spTgt spid="46"/>
                                            </p:tgtEl>
                                            <p:attrNameLst>
                                              <p:attrName>ppt_x</p:attrName>
                                            </p:attrNameLst>
                                          </p:cBhvr>
                                          <p:tavLst>
                                            <p:tav tm="0">
                                              <p:val>
                                                <p:strVal val="0-#ppt_w/2"/>
                                              </p:val>
                                            </p:tav>
                                            <p:tav tm="100000">
                                              <p:val>
                                                <p:strVal val="#ppt_x"/>
                                              </p:val>
                                            </p:tav>
                                          </p:tavLst>
                                        </p:anim>
                                        <p:anim calcmode="lin" valueType="num">
                                          <p:cBhvr additive="base">
                                            <p:cTn id="30" dur="1000" fill="hold"/>
                                            <p:tgtEl>
                                              <p:spTgt spid="46"/>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500"/>
                                      </p:stCondLst>
                                      <p:childTnLst>
                                        <p:set>
                                          <p:cBhvr>
                                            <p:cTn id="32" dur="1" fill="hold">
                                              <p:stCondLst>
                                                <p:cond delay="0"/>
                                              </p:stCondLst>
                                            </p:cTn>
                                            <p:tgtEl>
                                              <p:spTgt spid="47"/>
                                            </p:tgtEl>
                                            <p:attrNameLst>
                                              <p:attrName>style.visibility</p:attrName>
                                            </p:attrNameLst>
                                          </p:cBhvr>
                                          <p:to>
                                            <p:strVal val="visible"/>
                                          </p:to>
                                        </p:set>
                                        <p:anim calcmode="lin" valueType="num">
                                          <p:cBhvr additive="base">
                                            <p:cTn id="33" dur="1000" fill="hold"/>
                                            <p:tgtEl>
                                              <p:spTgt spid="47"/>
                                            </p:tgtEl>
                                            <p:attrNameLst>
                                              <p:attrName>ppt_x</p:attrName>
                                            </p:attrNameLst>
                                          </p:cBhvr>
                                          <p:tavLst>
                                            <p:tav tm="0">
                                              <p:val>
                                                <p:strVal val="0-#ppt_w/2"/>
                                              </p:val>
                                            </p:tav>
                                            <p:tav tm="100000">
                                              <p:val>
                                                <p:strVal val="#ppt_x"/>
                                              </p:val>
                                            </p:tav>
                                          </p:tavLst>
                                        </p:anim>
                                        <p:anim calcmode="lin" valueType="num">
                                          <p:cBhvr additive="base">
                                            <p:cTn id="34" dur="1000" fill="hold"/>
                                            <p:tgtEl>
                                              <p:spTgt spid="47"/>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500"/>
                                      </p:stCondLst>
                                      <p:childTnLst>
                                        <p:set>
                                          <p:cBhvr>
                                            <p:cTn id="36" dur="1" fill="hold">
                                              <p:stCondLst>
                                                <p:cond delay="0"/>
                                              </p:stCondLst>
                                            </p:cTn>
                                            <p:tgtEl>
                                              <p:spTgt spid="48"/>
                                            </p:tgtEl>
                                            <p:attrNameLst>
                                              <p:attrName>style.visibility</p:attrName>
                                            </p:attrNameLst>
                                          </p:cBhvr>
                                          <p:to>
                                            <p:strVal val="visible"/>
                                          </p:to>
                                        </p:set>
                                        <p:anim calcmode="lin" valueType="num">
                                          <p:cBhvr additive="base">
                                            <p:cTn id="37" dur="1000" fill="hold"/>
                                            <p:tgtEl>
                                              <p:spTgt spid="48"/>
                                            </p:tgtEl>
                                            <p:attrNameLst>
                                              <p:attrName>ppt_x</p:attrName>
                                            </p:attrNameLst>
                                          </p:cBhvr>
                                          <p:tavLst>
                                            <p:tav tm="0">
                                              <p:val>
                                                <p:strVal val="0-#ppt_w/2"/>
                                              </p:val>
                                            </p:tav>
                                            <p:tav tm="100000">
                                              <p:val>
                                                <p:strVal val="#ppt_x"/>
                                              </p:val>
                                            </p:tav>
                                          </p:tavLst>
                                        </p:anim>
                                        <p:anim calcmode="lin" valueType="num">
                                          <p:cBhvr additive="base">
                                            <p:cTn id="38" dur="1000" fill="hold"/>
                                            <p:tgtEl>
                                              <p:spTgt spid="48"/>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750"/>
                                      </p:stCondLst>
                                      <p:childTnLst>
                                        <p:set>
                                          <p:cBhvr>
                                            <p:cTn id="40" dur="1" fill="hold">
                                              <p:stCondLst>
                                                <p:cond delay="0"/>
                                              </p:stCondLst>
                                            </p:cTn>
                                            <p:tgtEl>
                                              <p:spTgt spid="49"/>
                                            </p:tgtEl>
                                            <p:attrNameLst>
                                              <p:attrName>style.visibility</p:attrName>
                                            </p:attrNameLst>
                                          </p:cBhvr>
                                          <p:to>
                                            <p:strVal val="visible"/>
                                          </p:to>
                                        </p:set>
                                        <p:anim calcmode="lin" valueType="num">
                                          <p:cBhvr additive="base">
                                            <p:cTn id="41" dur="1000" fill="hold"/>
                                            <p:tgtEl>
                                              <p:spTgt spid="49"/>
                                            </p:tgtEl>
                                            <p:attrNameLst>
                                              <p:attrName>ppt_x</p:attrName>
                                            </p:attrNameLst>
                                          </p:cBhvr>
                                          <p:tavLst>
                                            <p:tav tm="0">
                                              <p:val>
                                                <p:strVal val="0-#ppt_w/2"/>
                                              </p:val>
                                            </p:tav>
                                            <p:tav tm="100000">
                                              <p:val>
                                                <p:strVal val="#ppt_x"/>
                                              </p:val>
                                            </p:tav>
                                          </p:tavLst>
                                        </p:anim>
                                        <p:anim calcmode="lin" valueType="num">
                                          <p:cBhvr additive="base">
                                            <p:cTn id="42" dur="1000" fill="hold"/>
                                            <p:tgtEl>
                                              <p:spTgt spid="49"/>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750"/>
                                      </p:stCondLst>
                                      <p:childTnLst>
                                        <p:set>
                                          <p:cBhvr>
                                            <p:cTn id="44" dur="1" fill="hold">
                                              <p:stCondLst>
                                                <p:cond delay="0"/>
                                              </p:stCondLst>
                                            </p:cTn>
                                            <p:tgtEl>
                                              <p:spTgt spid="50"/>
                                            </p:tgtEl>
                                            <p:attrNameLst>
                                              <p:attrName>style.visibility</p:attrName>
                                            </p:attrNameLst>
                                          </p:cBhvr>
                                          <p:to>
                                            <p:strVal val="visible"/>
                                          </p:to>
                                        </p:set>
                                        <p:anim calcmode="lin" valueType="num">
                                          <p:cBhvr additive="base">
                                            <p:cTn id="45" dur="1000" fill="hold"/>
                                            <p:tgtEl>
                                              <p:spTgt spid="50"/>
                                            </p:tgtEl>
                                            <p:attrNameLst>
                                              <p:attrName>ppt_x</p:attrName>
                                            </p:attrNameLst>
                                          </p:cBhvr>
                                          <p:tavLst>
                                            <p:tav tm="0">
                                              <p:val>
                                                <p:strVal val="0-#ppt_w/2"/>
                                              </p:val>
                                            </p:tav>
                                            <p:tav tm="100000">
                                              <p:val>
                                                <p:strVal val="#ppt_x"/>
                                              </p:val>
                                            </p:tav>
                                          </p:tavLst>
                                        </p:anim>
                                        <p:anim calcmode="lin" valueType="num">
                                          <p:cBhvr additive="base">
                                            <p:cTn id="46" dur="1000" fill="hold"/>
                                            <p:tgtEl>
                                              <p:spTgt spid="50"/>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1000"/>
                                      </p:stCondLst>
                                      <p:childTnLst>
                                        <p:set>
                                          <p:cBhvr>
                                            <p:cTn id="48" dur="1" fill="hold">
                                              <p:stCondLst>
                                                <p:cond delay="0"/>
                                              </p:stCondLst>
                                            </p:cTn>
                                            <p:tgtEl>
                                              <p:spTgt spid="41"/>
                                            </p:tgtEl>
                                            <p:attrNameLst>
                                              <p:attrName>style.visibility</p:attrName>
                                            </p:attrNameLst>
                                          </p:cBhvr>
                                          <p:to>
                                            <p:strVal val="visible"/>
                                          </p:to>
                                        </p:set>
                                        <p:anim calcmode="lin" valueType="num">
                                          <p:cBhvr additive="base">
                                            <p:cTn id="49" dur="1000" fill="hold"/>
                                            <p:tgtEl>
                                              <p:spTgt spid="41"/>
                                            </p:tgtEl>
                                            <p:attrNameLst>
                                              <p:attrName>ppt_x</p:attrName>
                                            </p:attrNameLst>
                                          </p:cBhvr>
                                          <p:tavLst>
                                            <p:tav tm="0">
                                              <p:val>
                                                <p:strVal val="1+#ppt_w/2"/>
                                              </p:val>
                                            </p:tav>
                                            <p:tav tm="100000">
                                              <p:val>
                                                <p:strVal val="#ppt_x"/>
                                              </p:val>
                                            </p:tav>
                                          </p:tavLst>
                                        </p:anim>
                                        <p:anim calcmode="lin" valueType="num">
                                          <p:cBhvr additive="base">
                                            <p:cTn id="50" dur="1000" fill="hold"/>
                                            <p:tgtEl>
                                              <p:spTgt spid="41"/>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1000"/>
                                      </p:stCondLst>
                                      <p:childTnLst>
                                        <p:set>
                                          <p:cBhvr>
                                            <p:cTn id="52" dur="1" fill="hold">
                                              <p:stCondLst>
                                                <p:cond delay="0"/>
                                              </p:stCondLst>
                                            </p:cTn>
                                            <p:tgtEl>
                                              <p:spTgt spid="42"/>
                                            </p:tgtEl>
                                            <p:attrNameLst>
                                              <p:attrName>style.visibility</p:attrName>
                                            </p:attrNameLst>
                                          </p:cBhvr>
                                          <p:to>
                                            <p:strVal val="visible"/>
                                          </p:to>
                                        </p:set>
                                        <p:anim calcmode="lin" valueType="num">
                                          <p:cBhvr additive="base">
                                            <p:cTn id="53" dur="1000" fill="hold"/>
                                            <p:tgtEl>
                                              <p:spTgt spid="42"/>
                                            </p:tgtEl>
                                            <p:attrNameLst>
                                              <p:attrName>ppt_x</p:attrName>
                                            </p:attrNameLst>
                                          </p:cBhvr>
                                          <p:tavLst>
                                            <p:tav tm="0">
                                              <p:val>
                                                <p:strVal val="1+#ppt_w/2"/>
                                              </p:val>
                                            </p:tav>
                                            <p:tav tm="100000">
                                              <p:val>
                                                <p:strVal val="#ppt_x"/>
                                              </p:val>
                                            </p:tav>
                                          </p:tavLst>
                                        </p:anim>
                                        <p:anim calcmode="lin" valueType="num">
                                          <p:cBhvr additive="base">
                                            <p:cTn id="54" dur="1000" fill="hold"/>
                                            <p:tgtEl>
                                              <p:spTgt spid="42"/>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1250"/>
                                      </p:stCondLst>
                                      <p:childTnLst>
                                        <p:set>
                                          <p:cBhvr>
                                            <p:cTn id="56" dur="1" fill="hold">
                                              <p:stCondLst>
                                                <p:cond delay="0"/>
                                              </p:stCondLst>
                                            </p:cTn>
                                            <p:tgtEl>
                                              <p:spTgt spid="43"/>
                                            </p:tgtEl>
                                            <p:attrNameLst>
                                              <p:attrName>style.visibility</p:attrName>
                                            </p:attrNameLst>
                                          </p:cBhvr>
                                          <p:to>
                                            <p:strVal val="visible"/>
                                          </p:to>
                                        </p:set>
                                        <p:anim calcmode="lin" valueType="num">
                                          <p:cBhvr additive="base">
                                            <p:cTn id="57" dur="1000" fill="hold"/>
                                            <p:tgtEl>
                                              <p:spTgt spid="43"/>
                                            </p:tgtEl>
                                            <p:attrNameLst>
                                              <p:attrName>ppt_x</p:attrName>
                                            </p:attrNameLst>
                                          </p:cBhvr>
                                          <p:tavLst>
                                            <p:tav tm="0">
                                              <p:val>
                                                <p:strVal val="1+#ppt_w/2"/>
                                              </p:val>
                                            </p:tav>
                                            <p:tav tm="100000">
                                              <p:val>
                                                <p:strVal val="#ppt_x"/>
                                              </p:val>
                                            </p:tav>
                                          </p:tavLst>
                                        </p:anim>
                                        <p:anim calcmode="lin" valueType="num">
                                          <p:cBhvr additive="base">
                                            <p:cTn id="58" dur="1000" fill="hold"/>
                                            <p:tgtEl>
                                              <p:spTgt spid="43"/>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stCondLst>
                                        <p:cond delay="1250"/>
                                      </p:stCondLst>
                                      <p:childTnLst>
                                        <p:set>
                                          <p:cBhvr>
                                            <p:cTn id="60" dur="1" fill="hold">
                                              <p:stCondLst>
                                                <p:cond delay="0"/>
                                              </p:stCondLst>
                                            </p:cTn>
                                            <p:tgtEl>
                                              <p:spTgt spid="44"/>
                                            </p:tgtEl>
                                            <p:attrNameLst>
                                              <p:attrName>style.visibility</p:attrName>
                                            </p:attrNameLst>
                                          </p:cBhvr>
                                          <p:to>
                                            <p:strVal val="visible"/>
                                          </p:to>
                                        </p:set>
                                        <p:anim calcmode="lin" valueType="num">
                                          <p:cBhvr additive="base">
                                            <p:cTn id="61" dur="1000" fill="hold"/>
                                            <p:tgtEl>
                                              <p:spTgt spid="44"/>
                                            </p:tgtEl>
                                            <p:attrNameLst>
                                              <p:attrName>ppt_x</p:attrName>
                                            </p:attrNameLst>
                                          </p:cBhvr>
                                          <p:tavLst>
                                            <p:tav tm="0">
                                              <p:val>
                                                <p:strVal val="1+#ppt_w/2"/>
                                              </p:val>
                                            </p:tav>
                                            <p:tav tm="100000">
                                              <p:val>
                                                <p:strVal val="#ppt_x"/>
                                              </p:val>
                                            </p:tav>
                                          </p:tavLst>
                                        </p:anim>
                                        <p:anim calcmode="lin" valueType="num">
                                          <p:cBhvr additive="base">
                                            <p:cTn id="62" dur="1000" fill="hold"/>
                                            <p:tgtEl>
                                              <p:spTgt spid="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0" grpId="0" uiExpand="1">
            <p:bldSub>
              <a:bldChart bld="category"/>
            </p:bldSub>
          </p:bldGraphic>
          <p:bldP spid="41" grpId="0"/>
          <p:bldP spid="42" grpId="0"/>
          <p:bldP spid="43" grpId="0"/>
          <p:bldP spid="44" grpId="0"/>
          <p:bldP spid="45" grpId="0"/>
          <p:bldP spid="46" grpId="0"/>
          <p:bldP spid="47" grpId="0"/>
          <p:bldP spid="48" grpId="0"/>
          <p:bldP spid="49" grpId="0"/>
          <p:bldP spid="50" grpId="0"/>
        </p:bld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10592B4-2702-407C-A867-3A63BEDB01C9}"/>
              </a:ext>
            </a:extLst>
          </p:cNvPr>
          <p:cNvSpPr txBox="1"/>
          <p:nvPr/>
        </p:nvSpPr>
        <p:spPr>
          <a:xfrm>
            <a:off x="3423636" y="333188"/>
            <a:ext cx="5344733" cy="461665"/>
          </a:xfrm>
          <a:prstGeom prst="rect">
            <a:avLst/>
          </a:prstGeom>
          <a:noFill/>
        </p:spPr>
        <p:txBody>
          <a:bodyPr wrap="none" rtlCol="0">
            <a:spAutoFit/>
          </a:bodyPr>
          <a:lstStyle/>
          <a:p>
            <a:pPr algn="ctr"/>
            <a:r>
              <a:rPr lang="en-US" sz="2400">
                <a:latin typeface="Montserrat SemiBold" panose="00000700000000000000" pitchFamily="50" charset="-52"/>
              </a:rPr>
              <a:t>EDITABLE HEART INFOGRAPHIC</a:t>
            </a:r>
            <a:endParaRPr lang="ru-UA" sz="2400">
              <a:latin typeface="Montserrat SemiBold" panose="00000700000000000000" pitchFamily="50" charset="-52"/>
            </a:endParaRPr>
          </a:p>
        </p:txBody>
      </p:sp>
      <p:grpSp>
        <p:nvGrpSpPr>
          <p:cNvPr id="3" name="Group 2">
            <a:extLst>
              <a:ext uri="{FF2B5EF4-FFF2-40B4-BE49-F238E27FC236}">
                <a16:creationId xmlns:a16="http://schemas.microsoft.com/office/drawing/2014/main" id="{F2188BB6-1AA7-406F-A61E-9AADF04638BA}"/>
              </a:ext>
            </a:extLst>
          </p:cNvPr>
          <p:cNvGrpSpPr/>
          <p:nvPr/>
        </p:nvGrpSpPr>
        <p:grpSpPr>
          <a:xfrm>
            <a:off x="5507108" y="1630680"/>
            <a:ext cx="6008617" cy="4726433"/>
            <a:chOff x="5735708" y="1798320"/>
            <a:chExt cx="6008617" cy="4726433"/>
          </a:xfrm>
        </p:grpSpPr>
        <p:graphicFrame>
          <p:nvGraphicFramePr>
            <p:cNvPr id="16" name="Chart 15">
              <a:extLst>
                <a:ext uri="{FF2B5EF4-FFF2-40B4-BE49-F238E27FC236}">
                  <a16:creationId xmlns:a16="http://schemas.microsoft.com/office/drawing/2014/main" id="{DAE6768A-EF25-4463-B5EB-BC91A1E45B5B}"/>
                </a:ext>
              </a:extLst>
            </p:cNvPr>
            <p:cNvGraphicFramePr/>
            <p:nvPr>
              <p:extLst>
                <p:ext uri="{D42A27DB-BD31-4B8C-83A1-F6EECF244321}">
                  <p14:modId xmlns:p14="http://schemas.microsoft.com/office/powerpoint/2010/main" val="1934058832"/>
                </p:ext>
              </p:extLst>
            </p:nvPr>
          </p:nvGraphicFramePr>
          <p:xfrm>
            <a:off x="5735708" y="1902942"/>
            <a:ext cx="6008617" cy="4515190"/>
          </p:xfrm>
          <a:graphic>
            <a:graphicData uri="http://schemas.openxmlformats.org/drawingml/2006/chart">
              <c:chart xmlns:c="http://schemas.openxmlformats.org/drawingml/2006/chart" xmlns:r="http://schemas.openxmlformats.org/officeDocument/2006/relationships" r:id="rId2"/>
            </a:graphicData>
          </a:graphic>
        </p:graphicFrame>
        <p:sp>
          <p:nvSpPr>
            <p:cNvPr id="26" name="Freeform: Shape 25">
              <a:extLst>
                <a:ext uri="{FF2B5EF4-FFF2-40B4-BE49-F238E27FC236}">
                  <a16:creationId xmlns:a16="http://schemas.microsoft.com/office/drawing/2014/main" id="{CD1FEF8D-490C-44A5-B7E3-353FFC660221}"/>
                </a:ext>
              </a:extLst>
            </p:cNvPr>
            <p:cNvSpPr>
              <a:spLocks/>
            </p:cNvSpPr>
            <p:nvPr/>
          </p:nvSpPr>
          <p:spPr bwMode="auto">
            <a:xfrm>
              <a:off x="6096000" y="1798320"/>
              <a:ext cx="5311140" cy="4726433"/>
            </a:xfrm>
            <a:custGeom>
              <a:avLst/>
              <a:gdLst>
                <a:gd name="connsiteX0" fmla="*/ 0 w 5311140"/>
                <a:gd name="connsiteY0" fmla="*/ 0 h 4726433"/>
                <a:gd name="connsiteX1" fmla="*/ 5311140 w 5311140"/>
                <a:gd name="connsiteY1" fmla="*/ 0 h 4726433"/>
                <a:gd name="connsiteX2" fmla="*/ 5311140 w 5311140"/>
                <a:gd name="connsiteY2" fmla="*/ 4726433 h 4726433"/>
                <a:gd name="connsiteX3" fmla="*/ 0 w 5311140"/>
                <a:gd name="connsiteY3" fmla="*/ 4726433 h 4726433"/>
                <a:gd name="connsiteX4" fmla="*/ 0 w 5311140"/>
                <a:gd name="connsiteY4" fmla="*/ 0 h 4726433"/>
                <a:gd name="connsiteX5" fmla="*/ 1616213 w 5311140"/>
                <a:gd name="connsiteY5" fmla="*/ 278129 h 4726433"/>
                <a:gd name="connsiteX6" fmla="*/ 673738 w 5311140"/>
                <a:gd name="connsiteY6" fmla="*/ 689885 h 4726433"/>
                <a:gd name="connsiteX7" fmla="*/ 301345 w 5311140"/>
                <a:gd name="connsiteY7" fmla="*/ 1695120 h 4726433"/>
                <a:gd name="connsiteX8" fmla="*/ 767985 w 5311140"/>
                <a:gd name="connsiteY8" fmla="*/ 2842975 h 4726433"/>
                <a:gd name="connsiteX9" fmla="*/ 1938034 w 5311140"/>
                <a:gd name="connsiteY9" fmla="*/ 3940223 h 4726433"/>
                <a:gd name="connsiteX10" fmla="*/ 2473635 w 5311140"/>
                <a:gd name="connsiteY10" fmla="*/ 4402585 h 4726433"/>
                <a:gd name="connsiteX11" fmla="*/ 2655234 w 5311140"/>
                <a:gd name="connsiteY11" fmla="*/ 4469294 h 4726433"/>
                <a:gd name="connsiteX12" fmla="*/ 2836833 w 5311140"/>
                <a:gd name="connsiteY12" fmla="*/ 4402585 h 4726433"/>
                <a:gd name="connsiteX13" fmla="*/ 3372434 w 5311140"/>
                <a:gd name="connsiteY13" fmla="*/ 3940223 h 4726433"/>
                <a:gd name="connsiteX14" fmla="*/ 4542483 w 5311140"/>
                <a:gd name="connsiteY14" fmla="*/ 2842975 h 4726433"/>
                <a:gd name="connsiteX15" fmla="*/ 5009123 w 5311140"/>
                <a:gd name="connsiteY15" fmla="*/ 1695120 h 4726433"/>
                <a:gd name="connsiteX16" fmla="*/ 4636730 w 5311140"/>
                <a:gd name="connsiteY16" fmla="*/ 689885 h 4726433"/>
                <a:gd name="connsiteX17" fmla="*/ 3694255 w 5311140"/>
                <a:gd name="connsiteY17" fmla="*/ 278129 h 4726433"/>
                <a:gd name="connsiteX18" fmla="*/ 2954068 w 5311140"/>
                <a:gd name="connsiteY18" fmla="*/ 533464 h 4726433"/>
                <a:gd name="connsiteX19" fmla="*/ 2655234 w 5311140"/>
                <a:gd name="connsiteY19" fmla="*/ 846306 h 4726433"/>
                <a:gd name="connsiteX20" fmla="*/ 2356400 w 5311140"/>
                <a:gd name="connsiteY20" fmla="*/ 533464 h 4726433"/>
                <a:gd name="connsiteX21" fmla="*/ 1616213 w 5311140"/>
                <a:gd name="connsiteY21" fmla="*/ 278129 h 4726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11140" h="4726433">
                  <a:moveTo>
                    <a:pt x="0" y="0"/>
                  </a:moveTo>
                  <a:lnTo>
                    <a:pt x="5311140" y="0"/>
                  </a:lnTo>
                  <a:lnTo>
                    <a:pt x="5311140" y="4726433"/>
                  </a:lnTo>
                  <a:lnTo>
                    <a:pt x="0" y="4726433"/>
                  </a:lnTo>
                  <a:lnTo>
                    <a:pt x="0" y="0"/>
                  </a:lnTo>
                  <a:close/>
                  <a:moveTo>
                    <a:pt x="1616213" y="278129"/>
                  </a:moveTo>
                  <a:cubicBezTo>
                    <a:pt x="1253015" y="278129"/>
                    <a:pt x="917402" y="425349"/>
                    <a:pt x="673738" y="689885"/>
                  </a:cubicBezTo>
                  <a:cubicBezTo>
                    <a:pt x="434671" y="949820"/>
                    <a:pt x="301345" y="1308668"/>
                    <a:pt x="301345" y="1695120"/>
                  </a:cubicBezTo>
                  <a:cubicBezTo>
                    <a:pt x="301345" y="2093074"/>
                    <a:pt x="450762" y="2458823"/>
                    <a:pt x="767985" y="2842975"/>
                  </a:cubicBezTo>
                  <a:cubicBezTo>
                    <a:pt x="1053027" y="3185721"/>
                    <a:pt x="1462199" y="3535368"/>
                    <a:pt x="1938034" y="3940223"/>
                  </a:cubicBezTo>
                  <a:cubicBezTo>
                    <a:pt x="2098944" y="4078241"/>
                    <a:pt x="2282842" y="4234662"/>
                    <a:pt x="2473635" y="4402585"/>
                  </a:cubicBezTo>
                  <a:cubicBezTo>
                    <a:pt x="2524207" y="4446291"/>
                    <a:pt x="2588571" y="4469294"/>
                    <a:pt x="2655234" y="4469294"/>
                  </a:cubicBezTo>
                  <a:cubicBezTo>
                    <a:pt x="2721897" y="4469294"/>
                    <a:pt x="2786261" y="4446291"/>
                    <a:pt x="2836833" y="4402585"/>
                  </a:cubicBezTo>
                  <a:cubicBezTo>
                    <a:pt x="3027626" y="4234662"/>
                    <a:pt x="3211524" y="4078241"/>
                    <a:pt x="3372434" y="3940223"/>
                  </a:cubicBezTo>
                  <a:cubicBezTo>
                    <a:pt x="3848270" y="3535368"/>
                    <a:pt x="4257442" y="3185721"/>
                    <a:pt x="4542483" y="2842975"/>
                  </a:cubicBezTo>
                  <a:cubicBezTo>
                    <a:pt x="4859706" y="2458823"/>
                    <a:pt x="5009123" y="2093074"/>
                    <a:pt x="5009123" y="1695120"/>
                  </a:cubicBezTo>
                  <a:cubicBezTo>
                    <a:pt x="5009123" y="1308668"/>
                    <a:pt x="4875798" y="949820"/>
                    <a:pt x="4636730" y="689885"/>
                  </a:cubicBezTo>
                  <a:cubicBezTo>
                    <a:pt x="4393066" y="425349"/>
                    <a:pt x="4057453" y="278129"/>
                    <a:pt x="3694255" y="278129"/>
                  </a:cubicBezTo>
                  <a:cubicBezTo>
                    <a:pt x="3423006" y="278129"/>
                    <a:pt x="3172446" y="365541"/>
                    <a:pt x="2954068" y="533464"/>
                  </a:cubicBezTo>
                  <a:cubicBezTo>
                    <a:pt x="2843729" y="620875"/>
                    <a:pt x="2742585" y="724389"/>
                    <a:pt x="2655234" y="846306"/>
                  </a:cubicBezTo>
                  <a:cubicBezTo>
                    <a:pt x="2567883" y="724389"/>
                    <a:pt x="2466739" y="620875"/>
                    <a:pt x="2356400" y="533464"/>
                  </a:cubicBezTo>
                  <a:cubicBezTo>
                    <a:pt x="2138022" y="365541"/>
                    <a:pt x="1887462" y="278129"/>
                    <a:pt x="1616213" y="278129"/>
                  </a:cubicBez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p>
              <a:endParaRPr lang="ru-UA"/>
            </a:p>
          </p:txBody>
        </p:sp>
      </p:grpSp>
      <p:sp>
        <p:nvSpPr>
          <p:cNvPr id="10" name="TextBox 9">
            <a:extLst>
              <a:ext uri="{FF2B5EF4-FFF2-40B4-BE49-F238E27FC236}">
                <a16:creationId xmlns:a16="http://schemas.microsoft.com/office/drawing/2014/main" id="{FB70C8AC-AC4E-418C-91BC-3FDD7127CF20}"/>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
        <p:nvSpPr>
          <p:cNvPr id="11" name="Text Placeholder 33">
            <a:extLst>
              <a:ext uri="{FF2B5EF4-FFF2-40B4-BE49-F238E27FC236}">
                <a16:creationId xmlns:a16="http://schemas.microsoft.com/office/drawing/2014/main" id="{73EB13FD-FCF9-4781-B7AA-7E6E8DE2A78B}"/>
              </a:ext>
            </a:extLst>
          </p:cNvPr>
          <p:cNvSpPr txBox="1">
            <a:spLocks/>
          </p:cNvSpPr>
          <p:nvPr/>
        </p:nvSpPr>
        <p:spPr>
          <a:xfrm>
            <a:off x="1510784" y="3429000"/>
            <a:ext cx="3872745" cy="138003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Lorem ipsum dolor sit amet, consectetur adipiscing elit, sed do eiusmod tempor incididunt ut labore et dolore magna aliqua. Ut enim ad minim veniam, quis nostrud exercitation ullamco laboris nisi ut aliquip ex ea commodo consequat. </a:t>
            </a:r>
          </a:p>
        </p:txBody>
      </p:sp>
      <p:sp>
        <p:nvSpPr>
          <p:cNvPr id="12" name="TextBox 11">
            <a:extLst>
              <a:ext uri="{FF2B5EF4-FFF2-40B4-BE49-F238E27FC236}">
                <a16:creationId xmlns:a16="http://schemas.microsoft.com/office/drawing/2014/main" id="{B97370A2-F9C0-4678-A9A9-B0D54461B2A4}"/>
              </a:ext>
            </a:extLst>
          </p:cNvPr>
          <p:cNvSpPr txBox="1"/>
          <p:nvPr/>
        </p:nvSpPr>
        <p:spPr>
          <a:xfrm>
            <a:off x="1510783" y="2905780"/>
            <a:ext cx="2395207" cy="523220"/>
          </a:xfrm>
          <a:prstGeom prst="rect">
            <a:avLst/>
          </a:prstGeom>
          <a:noFill/>
        </p:spPr>
        <p:txBody>
          <a:bodyPr wrap="none" rtlCol="0">
            <a:spAutoFit/>
          </a:bodyPr>
          <a:lstStyle/>
          <a:p>
            <a:r>
              <a:rPr lang="en-US" sz="2800" b="1">
                <a:solidFill>
                  <a:schemeClr val="accent1"/>
                </a:solidFill>
              </a:rPr>
              <a:t>YOUR TITLE</a:t>
            </a:r>
            <a:endParaRPr lang="ru-UA" sz="2800" b="1">
              <a:solidFill>
                <a:schemeClr val="accent1"/>
              </a:solidFill>
            </a:endParaRPr>
          </a:p>
        </p:txBody>
      </p:sp>
    </p:spTree>
    <p:extLst>
      <p:ext uri="{BB962C8B-B14F-4D97-AF65-F5344CB8AC3E}">
        <p14:creationId xmlns:p14="http://schemas.microsoft.com/office/powerpoint/2010/main" val="3424084104"/>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14:presetBounceEnd="67000">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67000">
                                          <p:cBhvr additive="base">
                                            <p:cTn id="7" dur="1000" fill="hold"/>
                                            <p:tgtEl>
                                              <p:spTgt spid="3"/>
                                            </p:tgtEl>
                                            <p:attrNameLst>
                                              <p:attrName>ppt_x</p:attrName>
                                            </p:attrNameLst>
                                          </p:cBhvr>
                                          <p:tavLst>
                                            <p:tav tm="0">
                                              <p:val>
                                                <p:strVal val="#ppt_x"/>
                                              </p:val>
                                            </p:tav>
                                            <p:tav tm="100000">
                                              <p:val>
                                                <p:strVal val="#ppt_x"/>
                                              </p:val>
                                            </p:tav>
                                          </p:tavLst>
                                        </p:anim>
                                        <p:anim calcmode="lin" valueType="num" p14:bounceEnd="67000">
                                          <p:cBhvr additive="base">
                                            <p:cTn id="8" dur="10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8" fill="hold" grpId="0" nodeType="withEffect" p14:presetBounceEnd="67000">
                                      <p:stCondLst>
                                        <p:cond delay="250"/>
                                      </p:stCondLst>
                                      <p:childTnLst>
                                        <p:set>
                                          <p:cBhvr>
                                            <p:cTn id="10" dur="1" fill="hold">
                                              <p:stCondLst>
                                                <p:cond delay="0"/>
                                              </p:stCondLst>
                                            </p:cTn>
                                            <p:tgtEl>
                                              <p:spTgt spid="11"/>
                                            </p:tgtEl>
                                            <p:attrNameLst>
                                              <p:attrName>style.visibility</p:attrName>
                                            </p:attrNameLst>
                                          </p:cBhvr>
                                          <p:to>
                                            <p:strVal val="visible"/>
                                          </p:to>
                                        </p:set>
                                        <p:anim calcmode="lin" valueType="num" p14:bounceEnd="67000">
                                          <p:cBhvr additive="base">
                                            <p:cTn id="11" dur="1000" fill="hold"/>
                                            <p:tgtEl>
                                              <p:spTgt spid="11"/>
                                            </p:tgtEl>
                                            <p:attrNameLst>
                                              <p:attrName>ppt_x</p:attrName>
                                            </p:attrNameLst>
                                          </p:cBhvr>
                                          <p:tavLst>
                                            <p:tav tm="0">
                                              <p:val>
                                                <p:strVal val="0-#ppt_w/2"/>
                                              </p:val>
                                            </p:tav>
                                            <p:tav tm="100000">
                                              <p:val>
                                                <p:strVal val="#ppt_x"/>
                                              </p:val>
                                            </p:tav>
                                          </p:tavLst>
                                        </p:anim>
                                        <p:anim calcmode="lin" valueType="num" p14:bounceEnd="67000">
                                          <p:cBhvr additive="base">
                                            <p:cTn id="12" dur="10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14:presetBounceEnd="67000">
                                      <p:stCondLst>
                                        <p:cond delay="250"/>
                                      </p:stCondLst>
                                      <p:childTnLst>
                                        <p:set>
                                          <p:cBhvr>
                                            <p:cTn id="14" dur="1" fill="hold">
                                              <p:stCondLst>
                                                <p:cond delay="0"/>
                                              </p:stCondLst>
                                            </p:cTn>
                                            <p:tgtEl>
                                              <p:spTgt spid="12"/>
                                            </p:tgtEl>
                                            <p:attrNameLst>
                                              <p:attrName>style.visibility</p:attrName>
                                            </p:attrNameLst>
                                          </p:cBhvr>
                                          <p:to>
                                            <p:strVal val="visible"/>
                                          </p:to>
                                        </p:set>
                                        <p:anim calcmode="lin" valueType="num" p14:bounceEnd="67000">
                                          <p:cBhvr additive="base">
                                            <p:cTn id="15" dur="1000" fill="hold"/>
                                            <p:tgtEl>
                                              <p:spTgt spid="12"/>
                                            </p:tgtEl>
                                            <p:attrNameLst>
                                              <p:attrName>ppt_x</p:attrName>
                                            </p:attrNameLst>
                                          </p:cBhvr>
                                          <p:tavLst>
                                            <p:tav tm="0">
                                              <p:val>
                                                <p:strVal val="0-#ppt_w/2"/>
                                              </p:val>
                                            </p:tav>
                                            <p:tav tm="100000">
                                              <p:val>
                                                <p:strVal val="#ppt_x"/>
                                              </p:val>
                                            </p:tav>
                                          </p:tavLst>
                                        </p:anim>
                                        <p:anim calcmode="lin" valueType="num" p14:bounceEnd="67000">
                                          <p:cBhvr additive="base">
                                            <p:cTn id="16" dur="10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ppt_x"/>
                                              </p:val>
                                            </p:tav>
                                            <p:tav tm="100000">
                                              <p:val>
                                                <p:strVal val="#ppt_x"/>
                                              </p:val>
                                            </p:tav>
                                          </p:tavLst>
                                        </p:anim>
                                        <p:anim calcmode="lin" valueType="num">
                                          <p:cBhvr additive="base">
                                            <p:cTn id="8" dur="10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8" fill="hold" grpId="0" nodeType="withEffect">
                                      <p:stCondLst>
                                        <p:cond delay="25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fill="hold"/>
                                            <p:tgtEl>
                                              <p:spTgt spid="11"/>
                                            </p:tgtEl>
                                            <p:attrNameLst>
                                              <p:attrName>ppt_x</p:attrName>
                                            </p:attrNameLst>
                                          </p:cBhvr>
                                          <p:tavLst>
                                            <p:tav tm="0">
                                              <p:val>
                                                <p:strVal val="0-#ppt_w/2"/>
                                              </p:val>
                                            </p:tav>
                                            <p:tav tm="100000">
                                              <p:val>
                                                <p:strVal val="#ppt_x"/>
                                              </p:val>
                                            </p:tav>
                                          </p:tavLst>
                                        </p:anim>
                                        <p:anim calcmode="lin" valueType="num">
                                          <p:cBhvr additive="base">
                                            <p:cTn id="12" dur="10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25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1000" fill="hold"/>
                                            <p:tgtEl>
                                              <p:spTgt spid="12"/>
                                            </p:tgtEl>
                                            <p:attrNameLst>
                                              <p:attrName>ppt_x</p:attrName>
                                            </p:attrNameLst>
                                          </p:cBhvr>
                                          <p:tavLst>
                                            <p:tav tm="0">
                                              <p:val>
                                                <p:strVal val="0-#ppt_w/2"/>
                                              </p:val>
                                            </p:tav>
                                            <p:tav tm="100000">
                                              <p:val>
                                                <p:strVal val="#ppt_x"/>
                                              </p:val>
                                            </p:tav>
                                          </p:tavLst>
                                        </p:anim>
                                        <p:anim calcmode="lin" valueType="num">
                                          <p:cBhvr additive="base">
                                            <p:cTn id="16" dur="10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884FA663-1D96-469F-80DF-D4C77F817A5A}"/>
              </a:ext>
            </a:extLst>
          </p:cNvPr>
          <p:cNvGraphicFramePr/>
          <p:nvPr/>
        </p:nvGraphicFramePr>
        <p:xfrm>
          <a:off x="4210050" y="1204342"/>
          <a:ext cx="3771900" cy="4804187"/>
        </p:xfrm>
        <a:graphic>
          <a:graphicData uri="http://schemas.openxmlformats.org/drawingml/2006/chart">
            <c:chart xmlns:c="http://schemas.openxmlformats.org/drawingml/2006/chart" xmlns:r="http://schemas.openxmlformats.org/officeDocument/2006/relationships" r:id="rId2"/>
          </a:graphicData>
        </a:graphic>
      </p:graphicFrame>
      <p:sp>
        <p:nvSpPr>
          <p:cNvPr id="12" name="Freeform: Shape 11">
            <a:extLst>
              <a:ext uri="{FF2B5EF4-FFF2-40B4-BE49-F238E27FC236}">
                <a16:creationId xmlns:a16="http://schemas.microsoft.com/office/drawing/2014/main" id="{7BFB1094-7F42-496A-A37D-FBF0DB8573E0}"/>
              </a:ext>
            </a:extLst>
          </p:cNvPr>
          <p:cNvSpPr/>
          <p:nvPr/>
        </p:nvSpPr>
        <p:spPr>
          <a:xfrm>
            <a:off x="4995034" y="1338337"/>
            <a:ext cx="2183660" cy="4515898"/>
          </a:xfrm>
          <a:custGeom>
            <a:avLst/>
            <a:gdLst>
              <a:gd name="connsiteX0" fmla="*/ 0 w 2183660"/>
              <a:gd name="connsiteY0" fmla="*/ 0 h 4515898"/>
              <a:gd name="connsiteX1" fmla="*/ 2183660 w 2183660"/>
              <a:gd name="connsiteY1" fmla="*/ 0 h 4515898"/>
              <a:gd name="connsiteX2" fmla="*/ 2183660 w 2183660"/>
              <a:gd name="connsiteY2" fmla="*/ 4515898 h 4515898"/>
              <a:gd name="connsiteX3" fmla="*/ 0 w 2183660"/>
              <a:gd name="connsiteY3" fmla="*/ 4515898 h 4515898"/>
              <a:gd name="connsiteX4" fmla="*/ 0 w 2183660"/>
              <a:gd name="connsiteY4" fmla="*/ 0 h 4515898"/>
              <a:gd name="connsiteX5" fmla="*/ 1104935 w 2183660"/>
              <a:gd name="connsiteY5" fmla="*/ 47392 h 4515898"/>
              <a:gd name="connsiteX6" fmla="*/ 205445 w 2183660"/>
              <a:gd name="connsiteY6" fmla="*/ 1622963 h 4515898"/>
              <a:gd name="connsiteX7" fmla="*/ 467658 w 2183660"/>
              <a:gd name="connsiteY7" fmla="*/ 4442404 h 4515898"/>
              <a:gd name="connsiteX8" fmla="*/ 1108254 w 2183660"/>
              <a:gd name="connsiteY8" fmla="*/ 4492159 h 4515898"/>
              <a:gd name="connsiteX9" fmla="*/ 1742213 w 2183660"/>
              <a:gd name="connsiteY9" fmla="*/ 4442404 h 4515898"/>
              <a:gd name="connsiteX10" fmla="*/ 2004426 w 2183660"/>
              <a:gd name="connsiteY10" fmla="*/ 1622963 h 4515898"/>
              <a:gd name="connsiteX11" fmla="*/ 1104935 w 2183660"/>
              <a:gd name="connsiteY11" fmla="*/ 47392 h 4515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83660" h="4515898">
                <a:moveTo>
                  <a:pt x="0" y="0"/>
                </a:moveTo>
                <a:lnTo>
                  <a:pt x="2183660" y="0"/>
                </a:lnTo>
                <a:lnTo>
                  <a:pt x="2183660" y="4515898"/>
                </a:lnTo>
                <a:lnTo>
                  <a:pt x="0" y="4515898"/>
                </a:lnTo>
                <a:lnTo>
                  <a:pt x="0" y="0"/>
                </a:lnTo>
                <a:close/>
                <a:moveTo>
                  <a:pt x="1104935" y="47392"/>
                </a:moveTo>
                <a:cubicBezTo>
                  <a:pt x="1038552" y="73928"/>
                  <a:pt x="444424" y="422212"/>
                  <a:pt x="205445" y="1622963"/>
                </a:cubicBezTo>
                <a:cubicBezTo>
                  <a:pt x="26210" y="2508599"/>
                  <a:pt x="89274" y="3898418"/>
                  <a:pt x="467658" y="4442404"/>
                </a:cubicBezTo>
                <a:cubicBezTo>
                  <a:pt x="467658" y="4442404"/>
                  <a:pt x="948935" y="4492159"/>
                  <a:pt x="1108254" y="4492159"/>
                </a:cubicBezTo>
                <a:cubicBezTo>
                  <a:pt x="1267574" y="4492159"/>
                  <a:pt x="1742213" y="4442404"/>
                  <a:pt x="1742213" y="4442404"/>
                </a:cubicBezTo>
                <a:cubicBezTo>
                  <a:pt x="2120596" y="3898418"/>
                  <a:pt x="2183660" y="2508599"/>
                  <a:pt x="2004426" y="1622963"/>
                </a:cubicBezTo>
                <a:cubicBezTo>
                  <a:pt x="1765447" y="422212"/>
                  <a:pt x="1171318" y="73928"/>
                  <a:pt x="1104935" y="4739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p>
        </p:txBody>
      </p:sp>
      <p:grpSp>
        <p:nvGrpSpPr>
          <p:cNvPr id="10" name="Rocket masc">
            <a:extLst>
              <a:ext uri="{FF2B5EF4-FFF2-40B4-BE49-F238E27FC236}">
                <a16:creationId xmlns:a16="http://schemas.microsoft.com/office/drawing/2014/main" id="{CB8858CA-E95E-48BE-9EDF-5FE628A88582}"/>
              </a:ext>
            </a:extLst>
          </p:cNvPr>
          <p:cNvGrpSpPr/>
          <p:nvPr/>
        </p:nvGrpSpPr>
        <p:grpSpPr>
          <a:xfrm>
            <a:off x="4191778" y="4267915"/>
            <a:ext cx="3816382" cy="2059702"/>
            <a:chOff x="4191778" y="4112499"/>
            <a:chExt cx="3816382" cy="2059702"/>
          </a:xfrm>
          <a:solidFill>
            <a:schemeClr val="bg2">
              <a:lumMod val="75000"/>
              <a:lumOff val="25000"/>
            </a:schemeClr>
          </a:solidFill>
        </p:grpSpPr>
        <p:sp>
          <p:nvSpPr>
            <p:cNvPr id="7" name="Freeform 6">
              <a:extLst>
                <a:ext uri="{FF2B5EF4-FFF2-40B4-BE49-F238E27FC236}">
                  <a16:creationId xmlns:a16="http://schemas.microsoft.com/office/drawing/2014/main" id="{92D8E9A0-2CCA-41D4-85CE-39BF0FD81B95}"/>
                </a:ext>
              </a:extLst>
            </p:cNvPr>
            <p:cNvSpPr>
              <a:spLocks/>
            </p:cNvSpPr>
            <p:nvPr/>
          </p:nvSpPr>
          <p:spPr bwMode="auto">
            <a:xfrm>
              <a:off x="4191778" y="4112499"/>
              <a:ext cx="1217667" cy="2059702"/>
            </a:xfrm>
            <a:custGeom>
              <a:avLst/>
              <a:gdLst>
                <a:gd name="T0" fmla="*/ 366 w 367"/>
                <a:gd name="T1" fmla="*/ 468 h 621"/>
                <a:gd name="T2" fmla="*/ 256 w 367"/>
                <a:gd name="T3" fmla="*/ 0 h 621"/>
                <a:gd name="T4" fmla="*/ 88 w 367"/>
                <a:gd name="T5" fmla="*/ 577 h 621"/>
                <a:gd name="T6" fmla="*/ 156 w 367"/>
                <a:gd name="T7" fmla="*/ 604 h 621"/>
                <a:gd name="T8" fmla="*/ 367 w 367"/>
                <a:gd name="T9" fmla="*/ 468 h 621"/>
                <a:gd name="T10" fmla="*/ 366 w 367"/>
                <a:gd name="T11" fmla="*/ 468 h 621"/>
              </a:gdLst>
              <a:ahLst/>
              <a:cxnLst>
                <a:cxn ang="0">
                  <a:pos x="T0" y="T1"/>
                </a:cxn>
                <a:cxn ang="0">
                  <a:pos x="T2" y="T3"/>
                </a:cxn>
                <a:cxn ang="0">
                  <a:pos x="T4" y="T5"/>
                </a:cxn>
                <a:cxn ang="0">
                  <a:pos x="T6" y="T7"/>
                </a:cxn>
                <a:cxn ang="0">
                  <a:pos x="T8" y="T9"/>
                </a:cxn>
                <a:cxn ang="0">
                  <a:pos x="T10" y="T11"/>
                </a:cxn>
              </a:cxnLst>
              <a:rect l="0" t="0" r="r" b="b"/>
              <a:pathLst>
                <a:path w="367" h="621">
                  <a:moveTo>
                    <a:pt x="366" y="468"/>
                  </a:moveTo>
                  <a:cubicBezTo>
                    <a:pt x="299" y="370"/>
                    <a:pt x="264" y="189"/>
                    <a:pt x="256" y="0"/>
                  </a:cubicBezTo>
                  <a:cubicBezTo>
                    <a:pt x="187" y="50"/>
                    <a:pt x="0" y="222"/>
                    <a:pt x="88" y="577"/>
                  </a:cubicBezTo>
                  <a:cubicBezTo>
                    <a:pt x="95" y="607"/>
                    <a:pt x="130" y="621"/>
                    <a:pt x="156" y="604"/>
                  </a:cubicBezTo>
                  <a:cubicBezTo>
                    <a:pt x="224" y="559"/>
                    <a:pt x="321" y="497"/>
                    <a:pt x="367" y="468"/>
                  </a:cubicBezTo>
                  <a:lnTo>
                    <a:pt x="366" y="4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8" name="Freeform 7">
              <a:extLst>
                <a:ext uri="{FF2B5EF4-FFF2-40B4-BE49-F238E27FC236}">
                  <a16:creationId xmlns:a16="http://schemas.microsoft.com/office/drawing/2014/main" id="{823A9FDF-338A-47B7-A4D0-8A32898CAD07}"/>
                </a:ext>
              </a:extLst>
            </p:cNvPr>
            <p:cNvSpPr>
              <a:spLocks/>
            </p:cNvSpPr>
            <p:nvPr/>
          </p:nvSpPr>
          <p:spPr bwMode="auto">
            <a:xfrm>
              <a:off x="6790493" y="4112499"/>
              <a:ext cx="1217667" cy="2059702"/>
            </a:xfrm>
            <a:custGeom>
              <a:avLst/>
              <a:gdLst>
                <a:gd name="T0" fmla="*/ 111 w 367"/>
                <a:gd name="T1" fmla="*/ 0 h 621"/>
                <a:gd name="T2" fmla="*/ 1 w 367"/>
                <a:gd name="T3" fmla="*/ 468 h 621"/>
                <a:gd name="T4" fmla="*/ 0 w 367"/>
                <a:gd name="T5" fmla="*/ 468 h 621"/>
                <a:gd name="T6" fmla="*/ 211 w 367"/>
                <a:gd name="T7" fmla="*/ 604 h 621"/>
                <a:gd name="T8" fmla="*/ 279 w 367"/>
                <a:gd name="T9" fmla="*/ 577 h 621"/>
                <a:gd name="T10" fmla="*/ 111 w 367"/>
                <a:gd name="T11" fmla="*/ 0 h 621"/>
              </a:gdLst>
              <a:ahLst/>
              <a:cxnLst>
                <a:cxn ang="0">
                  <a:pos x="T0" y="T1"/>
                </a:cxn>
                <a:cxn ang="0">
                  <a:pos x="T2" y="T3"/>
                </a:cxn>
                <a:cxn ang="0">
                  <a:pos x="T4" y="T5"/>
                </a:cxn>
                <a:cxn ang="0">
                  <a:pos x="T6" y="T7"/>
                </a:cxn>
                <a:cxn ang="0">
                  <a:pos x="T8" y="T9"/>
                </a:cxn>
                <a:cxn ang="0">
                  <a:pos x="T10" y="T11"/>
                </a:cxn>
              </a:cxnLst>
              <a:rect l="0" t="0" r="r" b="b"/>
              <a:pathLst>
                <a:path w="367" h="621">
                  <a:moveTo>
                    <a:pt x="111" y="0"/>
                  </a:moveTo>
                  <a:cubicBezTo>
                    <a:pt x="103" y="189"/>
                    <a:pt x="68" y="370"/>
                    <a:pt x="1" y="468"/>
                  </a:cubicBezTo>
                  <a:cubicBezTo>
                    <a:pt x="0" y="468"/>
                    <a:pt x="0" y="468"/>
                    <a:pt x="0" y="468"/>
                  </a:cubicBezTo>
                  <a:cubicBezTo>
                    <a:pt x="46" y="497"/>
                    <a:pt x="143" y="559"/>
                    <a:pt x="211" y="604"/>
                  </a:cubicBezTo>
                  <a:cubicBezTo>
                    <a:pt x="237" y="621"/>
                    <a:pt x="272" y="607"/>
                    <a:pt x="279" y="577"/>
                  </a:cubicBezTo>
                  <a:cubicBezTo>
                    <a:pt x="367" y="222"/>
                    <a:pt x="180" y="50"/>
                    <a:pt x="1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9" name="Freeform 8">
              <a:extLst>
                <a:ext uri="{FF2B5EF4-FFF2-40B4-BE49-F238E27FC236}">
                  <a16:creationId xmlns:a16="http://schemas.microsoft.com/office/drawing/2014/main" id="{335EBB30-8C26-4CED-AECF-8BCF002E5387}"/>
                </a:ext>
              </a:extLst>
            </p:cNvPr>
            <p:cNvSpPr>
              <a:spLocks/>
            </p:cNvSpPr>
            <p:nvPr/>
          </p:nvSpPr>
          <p:spPr bwMode="auto">
            <a:xfrm>
              <a:off x="5503005" y="5698818"/>
              <a:ext cx="1193929" cy="188516"/>
            </a:xfrm>
            <a:custGeom>
              <a:avLst/>
              <a:gdLst>
                <a:gd name="T0" fmla="*/ 181 w 360"/>
                <a:gd name="T1" fmla="*/ 13 h 57"/>
                <a:gd name="T2" fmla="*/ 181 w 360"/>
                <a:gd name="T3" fmla="*/ 13 h 57"/>
                <a:gd name="T4" fmla="*/ 0 w 360"/>
                <a:gd name="T5" fmla="*/ 0 h 57"/>
                <a:gd name="T6" fmla="*/ 0 w 360"/>
                <a:gd name="T7" fmla="*/ 14 h 57"/>
                <a:gd name="T8" fmla="*/ 180 w 360"/>
                <a:gd name="T9" fmla="*/ 57 h 57"/>
                <a:gd name="T10" fmla="*/ 360 w 360"/>
                <a:gd name="T11" fmla="*/ 14 h 57"/>
                <a:gd name="T12" fmla="*/ 360 w 360"/>
                <a:gd name="T13" fmla="*/ 0 h 57"/>
                <a:gd name="T14" fmla="*/ 181 w 360"/>
                <a:gd name="T15" fmla="*/ 1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0" h="57">
                  <a:moveTo>
                    <a:pt x="181" y="13"/>
                  </a:moveTo>
                  <a:cubicBezTo>
                    <a:pt x="181" y="13"/>
                    <a:pt x="181" y="13"/>
                    <a:pt x="181" y="13"/>
                  </a:cubicBezTo>
                  <a:cubicBezTo>
                    <a:pt x="140" y="13"/>
                    <a:pt x="38" y="3"/>
                    <a:pt x="0" y="0"/>
                  </a:cubicBezTo>
                  <a:cubicBezTo>
                    <a:pt x="0" y="14"/>
                    <a:pt x="0" y="14"/>
                    <a:pt x="0" y="14"/>
                  </a:cubicBezTo>
                  <a:cubicBezTo>
                    <a:pt x="0" y="37"/>
                    <a:pt x="80" y="57"/>
                    <a:pt x="180" y="57"/>
                  </a:cubicBezTo>
                  <a:cubicBezTo>
                    <a:pt x="280" y="57"/>
                    <a:pt x="360" y="37"/>
                    <a:pt x="360" y="14"/>
                  </a:cubicBezTo>
                  <a:cubicBezTo>
                    <a:pt x="360" y="0"/>
                    <a:pt x="360" y="0"/>
                    <a:pt x="360" y="0"/>
                  </a:cubicBezTo>
                  <a:cubicBezTo>
                    <a:pt x="323" y="3"/>
                    <a:pt x="221" y="13"/>
                    <a:pt x="18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11" name="TextBox 10">
            <a:extLst>
              <a:ext uri="{FF2B5EF4-FFF2-40B4-BE49-F238E27FC236}">
                <a16:creationId xmlns:a16="http://schemas.microsoft.com/office/drawing/2014/main" id="{859B79E4-5536-4334-97BA-F74174E10005}"/>
              </a:ext>
            </a:extLst>
          </p:cNvPr>
          <p:cNvSpPr txBox="1"/>
          <p:nvPr/>
        </p:nvSpPr>
        <p:spPr>
          <a:xfrm>
            <a:off x="3309829" y="362797"/>
            <a:ext cx="5572359" cy="461665"/>
          </a:xfrm>
          <a:prstGeom prst="rect">
            <a:avLst/>
          </a:prstGeom>
          <a:noFill/>
        </p:spPr>
        <p:txBody>
          <a:bodyPr wrap="none" rtlCol="0">
            <a:spAutoFit/>
          </a:bodyPr>
          <a:lstStyle/>
          <a:p>
            <a:pPr algn="ctr"/>
            <a:r>
              <a:rPr lang="en-US" sz="2400">
                <a:latin typeface="Montserrat SemiBold" panose="00000700000000000000" pitchFamily="50" charset="-52"/>
              </a:rPr>
              <a:t>EDITABLE ROCKET INFOGRAPHIC</a:t>
            </a:r>
            <a:endParaRPr lang="ru-UA" sz="2400">
              <a:latin typeface="Montserrat SemiBold" panose="00000700000000000000" pitchFamily="50" charset="-52"/>
            </a:endParaRPr>
          </a:p>
        </p:txBody>
      </p:sp>
      <p:sp>
        <p:nvSpPr>
          <p:cNvPr id="13" name="TextBox 12">
            <a:extLst>
              <a:ext uri="{FF2B5EF4-FFF2-40B4-BE49-F238E27FC236}">
                <a16:creationId xmlns:a16="http://schemas.microsoft.com/office/drawing/2014/main" id="{65EA4AFD-D6CE-45B6-BB22-D65590578983}"/>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
        <p:nvSpPr>
          <p:cNvPr id="14" name="Text Placeholder 33">
            <a:extLst>
              <a:ext uri="{FF2B5EF4-FFF2-40B4-BE49-F238E27FC236}">
                <a16:creationId xmlns:a16="http://schemas.microsoft.com/office/drawing/2014/main" id="{F8629893-F35F-4418-AC9A-1D642EEB9065}"/>
              </a:ext>
            </a:extLst>
          </p:cNvPr>
          <p:cNvSpPr txBox="1">
            <a:spLocks/>
          </p:cNvSpPr>
          <p:nvPr/>
        </p:nvSpPr>
        <p:spPr>
          <a:xfrm>
            <a:off x="1865568" y="5294877"/>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15" name="Text Placeholder 33">
            <a:extLst>
              <a:ext uri="{FF2B5EF4-FFF2-40B4-BE49-F238E27FC236}">
                <a16:creationId xmlns:a16="http://schemas.microsoft.com/office/drawing/2014/main" id="{0F6F51D7-4014-4A70-B9BE-5E55F31E9BBF}"/>
              </a:ext>
            </a:extLst>
          </p:cNvPr>
          <p:cNvSpPr txBox="1">
            <a:spLocks/>
          </p:cNvSpPr>
          <p:nvPr/>
        </p:nvSpPr>
        <p:spPr>
          <a:xfrm>
            <a:off x="2151072" y="3657365"/>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16" name="Text Placeholder 33">
            <a:extLst>
              <a:ext uri="{FF2B5EF4-FFF2-40B4-BE49-F238E27FC236}">
                <a16:creationId xmlns:a16="http://schemas.microsoft.com/office/drawing/2014/main" id="{C7966274-39FD-44D1-B02D-6137BB076C63}"/>
              </a:ext>
            </a:extLst>
          </p:cNvPr>
          <p:cNvSpPr txBox="1">
            <a:spLocks/>
          </p:cNvSpPr>
          <p:nvPr/>
        </p:nvSpPr>
        <p:spPr>
          <a:xfrm>
            <a:off x="2383302" y="2019853"/>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20" name="Text Placeholder 36">
            <a:extLst>
              <a:ext uri="{FF2B5EF4-FFF2-40B4-BE49-F238E27FC236}">
                <a16:creationId xmlns:a16="http://schemas.microsoft.com/office/drawing/2014/main" id="{F57621BD-67AC-40E5-9967-BE08EB33AB8B}"/>
              </a:ext>
            </a:extLst>
          </p:cNvPr>
          <p:cNvSpPr txBox="1">
            <a:spLocks/>
          </p:cNvSpPr>
          <p:nvPr/>
        </p:nvSpPr>
        <p:spPr>
          <a:xfrm>
            <a:off x="1875960" y="4962313"/>
            <a:ext cx="1512338" cy="355200"/>
          </a:xfrm>
          <a:prstGeom prst="rect">
            <a:avLst/>
          </a:prstGeom>
          <a:ln>
            <a:noFill/>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a:latin typeface="Montserrat SemiBold" panose="00000700000000000000" pitchFamily="50" charset="-52"/>
              </a:rPr>
              <a:t>STEP 01</a:t>
            </a:r>
          </a:p>
        </p:txBody>
      </p:sp>
      <p:sp>
        <p:nvSpPr>
          <p:cNvPr id="21" name="Text Placeholder 36">
            <a:extLst>
              <a:ext uri="{FF2B5EF4-FFF2-40B4-BE49-F238E27FC236}">
                <a16:creationId xmlns:a16="http://schemas.microsoft.com/office/drawing/2014/main" id="{10B2B489-2130-46D8-9654-429513AA683C}"/>
              </a:ext>
            </a:extLst>
          </p:cNvPr>
          <p:cNvSpPr txBox="1">
            <a:spLocks/>
          </p:cNvSpPr>
          <p:nvPr/>
        </p:nvSpPr>
        <p:spPr>
          <a:xfrm>
            <a:off x="2161464" y="3324801"/>
            <a:ext cx="1512338" cy="355200"/>
          </a:xfrm>
          <a:prstGeom prst="rect">
            <a:avLst/>
          </a:prstGeom>
          <a:ln>
            <a:noFill/>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a:solidFill>
                  <a:schemeClr val="accent2"/>
                </a:solidFill>
                <a:latin typeface="Montserrat SemiBold" panose="00000700000000000000" pitchFamily="50" charset="-52"/>
              </a:rPr>
              <a:t>STEP 02</a:t>
            </a:r>
          </a:p>
        </p:txBody>
      </p:sp>
      <p:sp>
        <p:nvSpPr>
          <p:cNvPr id="22" name="Text Placeholder 36">
            <a:extLst>
              <a:ext uri="{FF2B5EF4-FFF2-40B4-BE49-F238E27FC236}">
                <a16:creationId xmlns:a16="http://schemas.microsoft.com/office/drawing/2014/main" id="{FE797C9B-68B7-4C57-894A-A98F913DAF30}"/>
              </a:ext>
            </a:extLst>
          </p:cNvPr>
          <p:cNvSpPr txBox="1">
            <a:spLocks/>
          </p:cNvSpPr>
          <p:nvPr/>
        </p:nvSpPr>
        <p:spPr>
          <a:xfrm>
            <a:off x="2393694" y="1711464"/>
            <a:ext cx="1512338" cy="355200"/>
          </a:xfrm>
          <a:prstGeom prst="rect">
            <a:avLst/>
          </a:prstGeom>
          <a:ln>
            <a:noFill/>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a:solidFill>
                  <a:schemeClr val="accent3"/>
                </a:solidFill>
                <a:latin typeface="Montserrat SemiBold" panose="00000700000000000000" pitchFamily="50" charset="-52"/>
              </a:rPr>
              <a:t>STEP 03</a:t>
            </a:r>
          </a:p>
        </p:txBody>
      </p:sp>
      <p:sp>
        <p:nvSpPr>
          <p:cNvPr id="23" name="Text Placeholder 33">
            <a:extLst>
              <a:ext uri="{FF2B5EF4-FFF2-40B4-BE49-F238E27FC236}">
                <a16:creationId xmlns:a16="http://schemas.microsoft.com/office/drawing/2014/main" id="{EC68355B-CEFA-4154-A209-4F7346E094FE}"/>
              </a:ext>
            </a:extLst>
          </p:cNvPr>
          <p:cNvSpPr txBox="1">
            <a:spLocks/>
          </p:cNvSpPr>
          <p:nvPr/>
        </p:nvSpPr>
        <p:spPr>
          <a:xfrm>
            <a:off x="8669082" y="5294877"/>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24" name="Text Placeholder 33">
            <a:extLst>
              <a:ext uri="{FF2B5EF4-FFF2-40B4-BE49-F238E27FC236}">
                <a16:creationId xmlns:a16="http://schemas.microsoft.com/office/drawing/2014/main" id="{2C08EC88-5C79-458A-B1EB-3CA2DADCE55C}"/>
              </a:ext>
            </a:extLst>
          </p:cNvPr>
          <p:cNvSpPr txBox="1">
            <a:spLocks/>
          </p:cNvSpPr>
          <p:nvPr/>
        </p:nvSpPr>
        <p:spPr>
          <a:xfrm>
            <a:off x="8322494" y="3657365"/>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25" name="Text Placeholder 33">
            <a:extLst>
              <a:ext uri="{FF2B5EF4-FFF2-40B4-BE49-F238E27FC236}">
                <a16:creationId xmlns:a16="http://schemas.microsoft.com/office/drawing/2014/main" id="{E563FB71-4EC6-451D-938B-CA1EF3AF07DF}"/>
              </a:ext>
            </a:extLst>
          </p:cNvPr>
          <p:cNvSpPr txBox="1">
            <a:spLocks/>
          </p:cNvSpPr>
          <p:nvPr/>
        </p:nvSpPr>
        <p:spPr>
          <a:xfrm>
            <a:off x="8090264" y="2019853"/>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26" name="Text Placeholder 36">
            <a:extLst>
              <a:ext uri="{FF2B5EF4-FFF2-40B4-BE49-F238E27FC236}">
                <a16:creationId xmlns:a16="http://schemas.microsoft.com/office/drawing/2014/main" id="{53AFEF19-A35E-4470-A480-EA9281F71541}"/>
              </a:ext>
            </a:extLst>
          </p:cNvPr>
          <p:cNvSpPr txBox="1">
            <a:spLocks/>
          </p:cNvSpPr>
          <p:nvPr/>
        </p:nvSpPr>
        <p:spPr>
          <a:xfrm>
            <a:off x="8679474" y="4962313"/>
            <a:ext cx="1512338" cy="355200"/>
          </a:xfrm>
          <a:prstGeom prst="rect">
            <a:avLst/>
          </a:prstGeom>
          <a:ln>
            <a:noFill/>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a:solidFill>
                  <a:schemeClr val="accent4"/>
                </a:solidFill>
                <a:latin typeface="Montserrat SemiBold" panose="00000700000000000000" pitchFamily="50" charset="-52"/>
              </a:rPr>
              <a:t>STEP 04</a:t>
            </a:r>
          </a:p>
        </p:txBody>
      </p:sp>
      <p:sp>
        <p:nvSpPr>
          <p:cNvPr id="27" name="Text Placeholder 36">
            <a:extLst>
              <a:ext uri="{FF2B5EF4-FFF2-40B4-BE49-F238E27FC236}">
                <a16:creationId xmlns:a16="http://schemas.microsoft.com/office/drawing/2014/main" id="{E637ADCA-1CA1-4AB1-B85B-F9BAC412272E}"/>
              </a:ext>
            </a:extLst>
          </p:cNvPr>
          <p:cNvSpPr txBox="1">
            <a:spLocks/>
          </p:cNvSpPr>
          <p:nvPr/>
        </p:nvSpPr>
        <p:spPr>
          <a:xfrm>
            <a:off x="8332886" y="3324801"/>
            <a:ext cx="1512338" cy="355200"/>
          </a:xfrm>
          <a:prstGeom prst="rect">
            <a:avLst/>
          </a:prstGeom>
          <a:ln>
            <a:noFill/>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a:solidFill>
                  <a:schemeClr val="accent5"/>
                </a:solidFill>
                <a:latin typeface="Montserrat SemiBold" panose="00000700000000000000" pitchFamily="50" charset="-52"/>
              </a:rPr>
              <a:t>STEP 05</a:t>
            </a:r>
          </a:p>
        </p:txBody>
      </p:sp>
      <p:sp>
        <p:nvSpPr>
          <p:cNvPr id="28" name="Text Placeholder 36">
            <a:extLst>
              <a:ext uri="{FF2B5EF4-FFF2-40B4-BE49-F238E27FC236}">
                <a16:creationId xmlns:a16="http://schemas.microsoft.com/office/drawing/2014/main" id="{818071D6-76E5-4213-8E40-156A76B893E4}"/>
              </a:ext>
            </a:extLst>
          </p:cNvPr>
          <p:cNvSpPr txBox="1">
            <a:spLocks/>
          </p:cNvSpPr>
          <p:nvPr/>
        </p:nvSpPr>
        <p:spPr>
          <a:xfrm>
            <a:off x="8100656" y="1711464"/>
            <a:ext cx="1512338" cy="355200"/>
          </a:xfrm>
          <a:prstGeom prst="rect">
            <a:avLst/>
          </a:prstGeom>
          <a:ln>
            <a:noFill/>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a:solidFill>
                  <a:schemeClr val="accent6"/>
                </a:solidFill>
                <a:latin typeface="Montserrat SemiBold" panose="00000700000000000000" pitchFamily="50" charset="-52"/>
              </a:rPr>
              <a:t>STEP 06</a:t>
            </a:r>
          </a:p>
        </p:txBody>
      </p:sp>
    </p:spTree>
    <p:extLst>
      <p:ext uri="{BB962C8B-B14F-4D97-AF65-F5344CB8AC3E}">
        <p14:creationId xmlns:p14="http://schemas.microsoft.com/office/powerpoint/2010/main" val="3104687069"/>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graphicEl>
                                                  <a:chart seriesIdx="-3" categoryIdx="-3" bldStep="gridLegend"/>
                                                </p:graphicEl>
                                              </p:spTgt>
                                            </p:tgtEl>
                                            <p:attrNameLst>
                                              <p:attrName>style.visibility</p:attrName>
                                            </p:attrNameLst>
                                          </p:cBhvr>
                                          <p:to>
                                            <p:strVal val="visible"/>
                                          </p:to>
                                        </p:set>
                                        <p:animEffect transition="in" filter="fade">
                                          <p:cBhvr>
                                            <p:cTn id="7" dur="500"/>
                                            <p:tgtEl>
                                              <p:spTgt spid="2">
                                                <p:graphicEl>
                                                  <a:chart seriesIdx="-3" categoryIdx="-3" bldStep="gridLegend"/>
                                                </p:graphicEl>
                                              </p:spTgt>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2">
                                                <p:graphicEl>
                                                  <a:chart seriesIdx="0" categoryIdx="0" bldStep="ptInSeries"/>
                                                </p:graphicEl>
                                              </p:spTgt>
                                            </p:tgtEl>
                                            <p:attrNameLst>
                                              <p:attrName>style.visibility</p:attrName>
                                            </p:attrNameLst>
                                          </p:cBhvr>
                                          <p:to>
                                            <p:strVal val="visible"/>
                                          </p:to>
                                        </p:set>
                                        <p:animEffect transition="in" filter="fade">
                                          <p:cBhvr>
                                            <p:cTn id="10" dur="500"/>
                                            <p:tgtEl>
                                              <p:spTgt spid="2">
                                                <p:graphicEl>
                                                  <a:chart seriesIdx="0" categoryIdx="0" bldStep="ptInSeries"/>
                                                </p:graphicEl>
                                              </p:spTgt>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2">
                                                <p:graphicEl>
                                                  <a:chart seriesIdx="1" categoryIdx="0" bldStep="ptInSeries"/>
                                                </p:graphicEl>
                                              </p:spTgt>
                                            </p:tgtEl>
                                            <p:attrNameLst>
                                              <p:attrName>style.visibility</p:attrName>
                                            </p:attrNameLst>
                                          </p:cBhvr>
                                          <p:to>
                                            <p:strVal val="visible"/>
                                          </p:to>
                                        </p:set>
                                        <p:animEffect transition="in" filter="fade">
                                          <p:cBhvr>
                                            <p:cTn id="13" dur="500"/>
                                            <p:tgtEl>
                                              <p:spTgt spid="2">
                                                <p:graphicEl>
                                                  <a:chart seriesIdx="1" categoryIdx="0" bldStep="ptInSeries"/>
                                                </p:graphicEl>
                                              </p:spTgt>
                                            </p:tgtEl>
                                          </p:cBhvr>
                                        </p:animEffect>
                                      </p:childTnLst>
                                    </p:cTn>
                                  </p:par>
                                  <p:par>
                                    <p:cTn id="14" presetID="10" presetClass="entr" presetSubtype="0" fill="hold" grpId="0" nodeType="withEffect">
                                      <p:stCondLst>
                                        <p:cond delay="750"/>
                                      </p:stCondLst>
                                      <p:childTnLst>
                                        <p:set>
                                          <p:cBhvr>
                                            <p:cTn id="15" dur="1" fill="hold">
                                              <p:stCondLst>
                                                <p:cond delay="0"/>
                                              </p:stCondLst>
                                            </p:cTn>
                                            <p:tgtEl>
                                              <p:spTgt spid="2">
                                                <p:graphicEl>
                                                  <a:chart seriesIdx="2" categoryIdx="0" bldStep="ptInSeries"/>
                                                </p:graphicEl>
                                              </p:spTgt>
                                            </p:tgtEl>
                                            <p:attrNameLst>
                                              <p:attrName>style.visibility</p:attrName>
                                            </p:attrNameLst>
                                          </p:cBhvr>
                                          <p:to>
                                            <p:strVal val="visible"/>
                                          </p:to>
                                        </p:set>
                                        <p:animEffect transition="in" filter="fade">
                                          <p:cBhvr>
                                            <p:cTn id="16" dur="500"/>
                                            <p:tgtEl>
                                              <p:spTgt spid="2">
                                                <p:graphicEl>
                                                  <a:chart seriesIdx="2" categoryIdx="0" bldStep="ptInSeries"/>
                                                </p:graphicEl>
                                              </p:spTgt>
                                            </p:tgtEl>
                                          </p:cBhvr>
                                        </p:animEffect>
                                      </p:childTnLst>
                                    </p:cTn>
                                  </p:par>
                                  <p:par>
                                    <p:cTn id="17" presetID="10" presetClass="entr" presetSubtype="0" fill="hold" grpId="0" nodeType="withEffect">
                                      <p:stCondLst>
                                        <p:cond delay="1000"/>
                                      </p:stCondLst>
                                      <p:childTnLst>
                                        <p:set>
                                          <p:cBhvr>
                                            <p:cTn id="18" dur="1" fill="hold">
                                              <p:stCondLst>
                                                <p:cond delay="0"/>
                                              </p:stCondLst>
                                            </p:cTn>
                                            <p:tgtEl>
                                              <p:spTgt spid="2">
                                                <p:graphicEl>
                                                  <a:chart seriesIdx="3" categoryIdx="0" bldStep="ptInSeries"/>
                                                </p:graphicEl>
                                              </p:spTgt>
                                            </p:tgtEl>
                                            <p:attrNameLst>
                                              <p:attrName>style.visibility</p:attrName>
                                            </p:attrNameLst>
                                          </p:cBhvr>
                                          <p:to>
                                            <p:strVal val="visible"/>
                                          </p:to>
                                        </p:set>
                                        <p:animEffect transition="in" filter="fade">
                                          <p:cBhvr>
                                            <p:cTn id="19" dur="500"/>
                                            <p:tgtEl>
                                              <p:spTgt spid="2">
                                                <p:graphicEl>
                                                  <a:chart seriesIdx="3" categoryIdx="0" bldStep="ptInSeries"/>
                                                </p:graphicEl>
                                              </p:spTgt>
                                            </p:tgtEl>
                                          </p:cBhvr>
                                        </p:animEffect>
                                      </p:childTnLst>
                                    </p:cTn>
                                  </p:par>
                                  <p:par>
                                    <p:cTn id="20" presetID="10" presetClass="entr" presetSubtype="0" fill="hold" grpId="0" nodeType="withEffect">
                                      <p:stCondLst>
                                        <p:cond delay="1250"/>
                                      </p:stCondLst>
                                      <p:childTnLst>
                                        <p:set>
                                          <p:cBhvr>
                                            <p:cTn id="21" dur="1" fill="hold">
                                              <p:stCondLst>
                                                <p:cond delay="0"/>
                                              </p:stCondLst>
                                            </p:cTn>
                                            <p:tgtEl>
                                              <p:spTgt spid="2">
                                                <p:graphicEl>
                                                  <a:chart seriesIdx="4" categoryIdx="0" bldStep="ptInSeries"/>
                                                </p:graphicEl>
                                              </p:spTgt>
                                            </p:tgtEl>
                                            <p:attrNameLst>
                                              <p:attrName>style.visibility</p:attrName>
                                            </p:attrNameLst>
                                          </p:cBhvr>
                                          <p:to>
                                            <p:strVal val="visible"/>
                                          </p:to>
                                        </p:set>
                                        <p:animEffect transition="in" filter="fade">
                                          <p:cBhvr>
                                            <p:cTn id="22" dur="500"/>
                                            <p:tgtEl>
                                              <p:spTgt spid="2">
                                                <p:graphicEl>
                                                  <a:chart seriesIdx="4" categoryIdx="0" bldStep="ptInSeries"/>
                                                </p:graphicEl>
                                              </p:spTgt>
                                            </p:tgtEl>
                                          </p:cBhvr>
                                        </p:animEffect>
                                      </p:childTnLst>
                                    </p:cTn>
                                  </p:par>
                                  <p:par>
                                    <p:cTn id="23" presetID="10" presetClass="entr" presetSubtype="0" fill="hold" grpId="0" nodeType="withEffect">
                                      <p:stCondLst>
                                        <p:cond delay="1500"/>
                                      </p:stCondLst>
                                      <p:childTnLst>
                                        <p:set>
                                          <p:cBhvr>
                                            <p:cTn id="24" dur="1" fill="hold">
                                              <p:stCondLst>
                                                <p:cond delay="0"/>
                                              </p:stCondLst>
                                            </p:cTn>
                                            <p:tgtEl>
                                              <p:spTgt spid="2">
                                                <p:graphicEl>
                                                  <a:chart seriesIdx="5" categoryIdx="0" bldStep="ptInSeries"/>
                                                </p:graphicEl>
                                              </p:spTgt>
                                            </p:tgtEl>
                                            <p:attrNameLst>
                                              <p:attrName>style.visibility</p:attrName>
                                            </p:attrNameLst>
                                          </p:cBhvr>
                                          <p:to>
                                            <p:strVal val="visible"/>
                                          </p:to>
                                        </p:set>
                                        <p:animEffect transition="in" filter="fade">
                                          <p:cBhvr>
                                            <p:cTn id="25" dur="500"/>
                                            <p:tgtEl>
                                              <p:spTgt spid="2">
                                                <p:graphicEl>
                                                  <a:chart seriesIdx="5" categoryIdx="0" bldStep="ptInSeries"/>
                                                </p:graphicEl>
                                              </p:spTgt>
                                            </p:tgtEl>
                                          </p:cBhvr>
                                        </p:animEffect>
                                      </p:childTnLst>
                                    </p:cTn>
                                  </p:par>
                                  <p:par>
                                    <p:cTn id="26" presetID="10" presetClass="entr" presetSubtype="0" fill="hold" nodeType="withEffect">
                                      <p:stCondLst>
                                        <p:cond delay="2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2" presetClass="entr" presetSubtype="8" fill="hold" grpId="0" nodeType="withEffect" p14:presetBounceEnd="67000">
                                      <p:stCondLst>
                                        <p:cond delay="250"/>
                                      </p:stCondLst>
                                      <p:childTnLst>
                                        <p:set>
                                          <p:cBhvr>
                                            <p:cTn id="30" dur="1" fill="hold">
                                              <p:stCondLst>
                                                <p:cond delay="0"/>
                                              </p:stCondLst>
                                            </p:cTn>
                                            <p:tgtEl>
                                              <p:spTgt spid="14"/>
                                            </p:tgtEl>
                                            <p:attrNameLst>
                                              <p:attrName>style.visibility</p:attrName>
                                            </p:attrNameLst>
                                          </p:cBhvr>
                                          <p:to>
                                            <p:strVal val="visible"/>
                                          </p:to>
                                        </p:set>
                                        <p:anim calcmode="lin" valueType="num" p14:bounceEnd="67000">
                                          <p:cBhvr additive="base">
                                            <p:cTn id="31" dur="1000" fill="hold"/>
                                            <p:tgtEl>
                                              <p:spTgt spid="14"/>
                                            </p:tgtEl>
                                            <p:attrNameLst>
                                              <p:attrName>ppt_x</p:attrName>
                                            </p:attrNameLst>
                                          </p:cBhvr>
                                          <p:tavLst>
                                            <p:tav tm="0">
                                              <p:val>
                                                <p:strVal val="0-#ppt_w/2"/>
                                              </p:val>
                                            </p:tav>
                                            <p:tav tm="100000">
                                              <p:val>
                                                <p:strVal val="#ppt_x"/>
                                              </p:val>
                                            </p:tav>
                                          </p:tavLst>
                                        </p:anim>
                                        <p:anim calcmode="lin" valueType="num" p14:bounceEnd="67000">
                                          <p:cBhvr additive="base">
                                            <p:cTn id="32" dur="1000" fill="hold"/>
                                            <p:tgtEl>
                                              <p:spTgt spid="14"/>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14:presetBounceEnd="67000">
                                      <p:stCondLst>
                                        <p:cond delay="250"/>
                                      </p:stCondLst>
                                      <p:childTnLst>
                                        <p:set>
                                          <p:cBhvr>
                                            <p:cTn id="34" dur="1" fill="hold">
                                              <p:stCondLst>
                                                <p:cond delay="0"/>
                                              </p:stCondLst>
                                            </p:cTn>
                                            <p:tgtEl>
                                              <p:spTgt spid="20"/>
                                            </p:tgtEl>
                                            <p:attrNameLst>
                                              <p:attrName>style.visibility</p:attrName>
                                            </p:attrNameLst>
                                          </p:cBhvr>
                                          <p:to>
                                            <p:strVal val="visible"/>
                                          </p:to>
                                        </p:set>
                                        <p:anim calcmode="lin" valueType="num" p14:bounceEnd="67000">
                                          <p:cBhvr additive="base">
                                            <p:cTn id="35" dur="1000" fill="hold"/>
                                            <p:tgtEl>
                                              <p:spTgt spid="20"/>
                                            </p:tgtEl>
                                            <p:attrNameLst>
                                              <p:attrName>ppt_x</p:attrName>
                                            </p:attrNameLst>
                                          </p:cBhvr>
                                          <p:tavLst>
                                            <p:tav tm="0">
                                              <p:val>
                                                <p:strVal val="0-#ppt_w/2"/>
                                              </p:val>
                                            </p:tav>
                                            <p:tav tm="100000">
                                              <p:val>
                                                <p:strVal val="#ppt_x"/>
                                              </p:val>
                                            </p:tav>
                                          </p:tavLst>
                                        </p:anim>
                                        <p:anim calcmode="lin" valueType="num" p14:bounceEnd="67000">
                                          <p:cBhvr additive="base">
                                            <p:cTn id="36" dur="1000" fill="hold"/>
                                            <p:tgtEl>
                                              <p:spTgt spid="20"/>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14:presetBounceEnd="67000">
                                      <p:stCondLst>
                                        <p:cond delay="500"/>
                                      </p:stCondLst>
                                      <p:childTnLst>
                                        <p:set>
                                          <p:cBhvr>
                                            <p:cTn id="38" dur="1" fill="hold">
                                              <p:stCondLst>
                                                <p:cond delay="0"/>
                                              </p:stCondLst>
                                            </p:cTn>
                                            <p:tgtEl>
                                              <p:spTgt spid="15"/>
                                            </p:tgtEl>
                                            <p:attrNameLst>
                                              <p:attrName>style.visibility</p:attrName>
                                            </p:attrNameLst>
                                          </p:cBhvr>
                                          <p:to>
                                            <p:strVal val="visible"/>
                                          </p:to>
                                        </p:set>
                                        <p:anim calcmode="lin" valueType="num" p14:bounceEnd="67000">
                                          <p:cBhvr additive="base">
                                            <p:cTn id="39" dur="1000" fill="hold"/>
                                            <p:tgtEl>
                                              <p:spTgt spid="15"/>
                                            </p:tgtEl>
                                            <p:attrNameLst>
                                              <p:attrName>ppt_x</p:attrName>
                                            </p:attrNameLst>
                                          </p:cBhvr>
                                          <p:tavLst>
                                            <p:tav tm="0">
                                              <p:val>
                                                <p:strVal val="0-#ppt_w/2"/>
                                              </p:val>
                                            </p:tav>
                                            <p:tav tm="100000">
                                              <p:val>
                                                <p:strVal val="#ppt_x"/>
                                              </p:val>
                                            </p:tav>
                                          </p:tavLst>
                                        </p:anim>
                                        <p:anim calcmode="lin" valueType="num" p14:bounceEnd="67000">
                                          <p:cBhvr additive="base">
                                            <p:cTn id="40" dur="1000" fill="hold"/>
                                            <p:tgtEl>
                                              <p:spTgt spid="15"/>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14:presetBounceEnd="67000">
                                      <p:stCondLst>
                                        <p:cond delay="500"/>
                                      </p:stCondLst>
                                      <p:childTnLst>
                                        <p:set>
                                          <p:cBhvr>
                                            <p:cTn id="42" dur="1" fill="hold">
                                              <p:stCondLst>
                                                <p:cond delay="0"/>
                                              </p:stCondLst>
                                            </p:cTn>
                                            <p:tgtEl>
                                              <p:spTgt spid="21"/>
                                            </p:tgtEl>
                                            <p:attrNameLst>
                                              <p:attrName>style.visibility</p:attrName>
                                            </p:attrNameLst>
                                          </p:cBhvr>
                                          <p:to>
                                            <p:strVal val="visible"/>
                                          </p:to>
                                        </p:set>
                                        <p:anim calcmode="lin" valueType="num" p14:bounceEnd="67000">
                                          <p:cBhvr additive="base">
                                            <p:cTn id="43" dur="1000" fill="hold"/>
                                            <p:tgtEl>
                                              <p:spTgt spid="21"/>
                                            </p:tgtEl>
                                            <p:attrNameLst>
                                              <p:attrName>ppt_x</p:attrName>
                                            </p:attrNameLst>
                                          </p:cBhvr>
                                          <p:tavLst>
                                            <p:tav tm="0">
                                              <p:val>
                                                <p:strVal val="0-#ppt_w/2"/>
                                              </p:val>
                                            </p:tav>
                                            <p:tav tm="100000">
                                              <p:val>
                                                <p:strVal val="#ppt_x"/>
                                              </p:val>
                                            </p:tav>
                                          </p:tavLst>
                                        </p:anim>
                                        <p:anim calcmode="lin" valueType="num" p14:bounceEnd="67000">
                                          <p:cBhvr additive="base">
                                            <p:cTn id="44" dur="1000" fill="hold"/>
                                            <p:tgtEl>
                                              <p:spTgt spid="21"/>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14:presetBounceEnd="67000">
                                      <p:stCondLst>
                                        <p:cond delay="1000"/>
                                      </p:stCondLst>
                                      <p:childTnLst>
                                        <p:set>
                                          <p:cBhvr>
                                            <p:cTn id="46" dur="1" fill="hold">
                                              <p:stCondLst>
                                                <p:cond delay="0"/>
                                              </p:stCondLst>
                                            </p:cTn>
                                            <p:tgtEl>
                                              <p:spTgt spid="16"/>
                                            </p:tgtEl>
                                            <p:attrNameLst>
                                              <p:attrName>style.visibility</p:attrName>
                                            </p:attrNameLst>
                                          </p:cBhvr>
                                          <p:to>
                                            <p:strVal val="visible"/>
                                          </p:to>
                                        </p:set>
                                        <p:anim calcmode="lin" valueType="num" p14:bounceEnd="67000">
                                          <p:cBhvr additive="base">
                                            <p:cTn id="47" dur="1000" fill="hold"/>
                                            <p:tgtEl>
                                              <p:spTgt spid="16"/>
                                            </p:tgtEl>
                                            <p:attrNameLst>
                                              <p:attrName>ppt_x</p:attrName>
                                            </p:attrNameLst>
                                          </p:cBhvr>
                                          <p:tavLst>
                                            <p:tav tm="0">
                                              <p:val>
                                                <p:strVal val="0-#ppt_w/2"/>
                                              </p:val>
                                            </p:tav>
                                            <p:tav tm="100000">
                                              <p:val>
                                                <p:strVal val="#ppt_x"/>
                                              </p:val>
                                            </p:tav>
                                          </p:tavLst>
                                        </p:anim>
                                        <p:anim calcmode="lin" valueType="num" p14:bounceEnd="67000">
                                          <p:cBhvr additive="base">
                                            <p:cTn id="48" dur="1000" fill="hold"/>
                                            <p:tgtEl>
                                              <p:spTgt spid="16"/>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14:presetBounceEnd="67000">
                                      <p:stCondLst>
                                        <p:cond delay="1000"/>
                                      </p:stCondLst>
                                      <p:childTnLst>
                                        <p:set>
                                          <p:cBhvr>
                                            <p:cTn id="50" dur="1" fill="hold">
                                              <p:stCondLst>
                                                <p:cond delay="0"/>
                                              </p:stCondLst>
                                            </p:cTn>
                                            <p:tgtEl>
                                              <p:spTgt spid="22"/>
                                            </p:tgtEl>
                                            <p:attrNameLst>
                                              <p:attrName>style.visibility</p:attrName>
                                            </p:attrNameLst>
                                          </p:cBhvr>
                                          <p:to>
                                            <p:strVal val="visible"/>
                                          </p:to>
                                        </p:set>
                                        <p:anim calcmode="lin" valueType="num" p14:bounceEnd="67000">
                                          <p:cBhvr additive="base">
                                            <p:cTn id="51" dur="1000" fill="hold"/>
                                            <p:tgtEl>
                                              <p:spTgt spid="22"/>
                                            </p:tgtEl>
                                            <p:attrNameLst>
                                              <p:attrName>ppt_x</p:attrName>
                                            </p:attrNameLst>
                                          </p:cBhvr>
                                          <p:tavLst>
                                            <p:tav tm="0">
                                              <p:val>
                                                <p:strVal val="0-#ppt_w/2"/>
                                              </p:val>
                                            </p:tav>
                                            <p:tav tm="100000">
                                              <p:val>
                                                <p:strVal val="#ppt_x"/>
                                              </p:val>
                                            </p:tav>
                                          </p:tavLst>
                                        </p:anim>
                                        <p:anim calcmode="lin" valueType="num" p14:bounceEnd="67000">
                                          <p:cBhvr additive="base">
                                            <p:cTn id="52" dur="1000" fill="hold"/>
                                            <p:tgtEl>
                                              <p:spTgt spid="22"/>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14:presetBounceEnd="67000">
                                      <p:stCondLst>
                                        <p:cond delay="250"/>
                                      </p:stCondLst>
                                      <p:childTnLst>
                                        <p:set>
                                          <p:cBhvr>
                                            <p:cTn id="54" dur="1" fill="hold">
                                              <p:stCondLst>
                                                <p:cond delay="0"/>
                                              </p:stCondLst>
                                            </p:cTn>
                                            <p:tgtEl>
                                              <p:spTgt spid="23"/>
                                            </p:tgtEl>
                                            <p:attrNameLst>
                                              <p:attrName>style.visibility</p:attrName>
                                            </p:attrNameLst>
                                          </p:cBhvr>
                                          <p:to>
                                            <p:strVal val="visible"/>
                                          </p:to>
                                        </p:set>
                                        <p:anim calcmode="lin" valueType="num" p14:bounceEnd="67000">
                                          <p:cBhvr additive="base">
                                            <p:cTn id="55" dur="1000" fill="hold"/>
                                            <p:tgtEl>
                                              <p:spTgt spid="23"/>
                                            </p:tgtEl>
                                            <p:attrNameLst>
                                              <p:attrName>ppt_x</p:attrName>
                                            </p:attrNameLst>
                                          </p:cBhvr>
                                          <p:tavLst>
                                            <p:tav tm="0">
                                              <p:val>
                                                <p:strVal val="1+#ppt_w/2"/>
                                              </p:val>
                                            </p:tav>
                                            <p:tav tm="100000">
                                              <p:val>
                                                <p:strVal val="#ppt_x"/>
                                              </p:val>
                                            </p:tav>
                                          </p:tavLst>
                                        </p:anim>
                                        <p:anim calcmode="lin" valueType="num" p14:bounceEnd="67000">
                                          <p:cBhvr additive="base">
                                            <p:cTn id="56" dur="1000" fill="hold"/>
                                            <p:tgtEl>
                                              <p:spTgt spid="23"/>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14:presetBounceEnd="67000">
                                      <p:stCondLst>
                                        <p:cond delay="250"/>
                                      </p:stCondLst>
                                      <p:childTnLst>
                                        <p:set>
                                          <p:cBhvr>
                                            <p:cTn id="58" dur="1" fill="hold">
                                              <p:stCondLst>
                                                <p:cond delay="0"/>
                                              </p:stCondLst>
                                            </p:cTn>
                                            <p:tgtEl>
                                              <p:spTgt spid="26"/>
                                            </p:tgtEl>
                                            <p:attrNameLst>
                                              <p:attrName>style.visibility</p:attrName>
                                            </p:attrNameLst>
                                          </p:cBhvr>
                                          <p:to>
                                            <p:strVal val="visible"/>
                                          </p:to>
                                        </p:set>
                                        <p:anim calcmode="lin" valueType="num" p14:bounceEnd="67000">
                                          <p:cBhvr additive="base">
                                            <p:cTn id="59" dur="1000" fill="hold"/>
                                            <p:tgtEl>
                                              <p:spTgt spid="26"/>
                                            </p:tgtEl>
                                            <p:attrNameLst>
                                              <p:attrName>ppt_x</p:attrName>
                                            </p:attrNameLst>
                                          </p:cBhvr>
                                          <p:tavLst>
                                            <p:tav tm="0">
                                              <p:val>
                                                <p:strVal val="1+#ppt_w/2"/>
                                              </p:val>
                                            </p:tav>
                                            <p:tav tm="100000">
                                              <p:val>
                                                <p:strVal val="#ppt_x"/>
                                              </p:val>
                                            </p:tav>
                                          </p:tavLst>
                                        </p:anim>
                                        <p:anim calcmode="lin" valueType="num" p14:bounceEnd="67000">
                                          <p:cBhvr additive="base">
                                            <p:cTn id="60" dur="1000" fill="hold"/>
                                            <p:tgtEl>
                                              <p:spTgt spid="26"/>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14:presetBounceEnd="67000">
                                      <p:stCondLst>
                                        <p:cond delay="500"/>
                                      </p:stCondLst>
                                      <p:childTnLst>
                                        <p:set>
                                          <p:cBhvr>
                                            <p:cTn id="62" dur="1" fill="hold">
                                              <p:stCondLst>
                                                <p:cond delay="0"/>
                                              </p:stCondLst>
                                            </p:cTn>
                                            <p:tgtEl>
                                              <p:spTgt spid="24"/>
                                            </p:tgtEl>
                                            <p:attrNameLst>
                                              <p:attrName>style.visibility</p:attrName>
                                            </p:attrNameLst>
                                          </p:cBhvr>
                                          <p:to>
                                            <p:strVal val="visible"/>
                                          </p:to>
                                        </p:set>
                                        <p:anim calcmode="lin" valueType="num" p14:bounceEnd="67000">
                                          <p:cBhvr additive="base">
                                            <p:cTn id="63" dur="1000" fill="hold"/>
                                            <p:tgtEl>
                                              <p:spTgt spid="24"/>
                                            </p:tgtEl>
                                            <p:attrNameLst>
                                              <p:attrName>ppt_x</p:attrName>
                                            </p:attrNameLst>
                                          </p:cBhvr>
                                          <p:tavLst>
                                            <p:tav tm="0">
                                              <p:val>
                                                <p:strVal val="1+#ppt_w/2"/>
                                              </p:val>
                                            </p:tav>
                                            <p:tav tm="100000">
                                              <p:val>
                                                <p:strVal val="#ppt_x"/>
                                              </p:val>
                                            </p:tav>
                                          </p:tavLst>
                                        </p:anim>
                                        <p:anim calcmode="lin" valueType="num" p14:bounceEnd="67000">
                                          <p:cBhvr additive="base">
                                            <p:cTn id="64" dur="1000" fill="hold"/>
                                            <p:tgtEl>
                                              <p:spTgt spid="24"/>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14:presetBounceEnd="67000">
                                      <p:stCondLst>
                                        <p:cond delay="500"/>
                                      </p:stCondLst>
                                      <p:childTnLst>
                                        <p:set>
                                          <p:cBhvr>
                                            <p:cTn id="66" dur="1" fill="hold">
                                              <p:stCondLst>
                                                <p:cond delay="0"/>
                                              </p:stCondLst>
                                            </p:cTn>
                                            <p:tgtEl>
                                              <p:spTgt spid="27"/>
                                            </p:tgtEl>
                                            <p:attrNameLst>
                                              <p:attrName>style.visibility</p:attrName>
                                            </p:attrNameLst>
                                          </p:cBhvr>
                                          <p:to>
                                            <p:strVal val="visible"/>
                                          </p:to>
                                        </p:set>
                                        <p:anim calcmode="lin" valueType="num" p14:bounceEnd="67000">
                                          <p:cBhvr additive="base">
                                            <p:cTn id="67" dur="1000" fill="hold"/>
                                            <p:tgtEl>
                                              <p:spTgt spid="27"/>
                                            </p:tgtEl>
                                            <p:attrNameLst>
                                              <p:attrName>ppt_x</p:attrName>
                                            </p:attrNameLst>
                                          </p:cBhvr>
                                          <p:tavLst>
                                            <p:tav tm="0">
                                              <p:val>
                                                <p:strVal val="1+#ppt_w/2"/>
                                              </p:val>
                                            </p:tav>
                                            <p:tav tm="100000">
                                              <p:val>
                                                <p:strVal val="#ppt_x"/>
                                              </p:val>
                                            </p:tav>
                                          </p:tavLst>
                                        </p:anim>
                                        <p:anim calcmode="lin" valueType="num" p14:bounceEnd="67000">
                                          <p:cBhvr additive="base">
                                            <p:cTn id="68" dur="1000" fill="hold"/>
                                            <p:tgtEl>
                                              <p:spTgt spid="27"/>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14:presetBounceEnd="67000">
                                      <p:stCondLst>
                                        <p:cond delay="1000"/>
                                      </p:stCondLst>
                                      <p:childTnLst>
                                        <p:set>
                                          <p:cBhvr>
                                            <p:cTn id="70" dur="1" fill="hold">
                                              <p:stCondLst>
                                                <p:cond delay="0"/>
                                              </p:stCondLst>
                                            </p:cTn>
                                            <p:tgtEl>
                                              <p:spTgt spid="25"/>
                                            </p:tgtEl>
                                            <p:attrNameLst>
                                              <p:attrName>style.visibility</p:attrName>
                                            </p:attrNameLst>
                                          </p:cBhvr>
                                          <p:to>
                                            <p:strVal val="visible"/>
                                          </p:to>
                                        </p:set>
                                        <p:anim calcmode="lin" valueType="num" p14:bounceEnd="67000">
                                          <p:cBhvr additive="base">
                                            <p:cTn id="71" dur="1000" fill="hold"/>
                                            <p:tgtEl>
                                              <p:spTgt spid="25"/>
                                            </p:tgtEl>
                                            <p:attrNameLst>
                                              <p:attrName>ppt_x</p:attrName>
                                            </p:attrNameLst>
                                          </p:cBhvr>
                                          <p:tavLst>
                                            <p:tav tm="0">
                                              <p:val>
                                                <p:strVal val="1+#ppt_w/2"/>
                                              </p:val>
                                            </p:tav>
                                            <p:tav tm="100000">
                                              <p:val>
                                                <p:strVal val="#ppt_x"/>
                                              </p:val>
                                            </p:tav>
                                          </p:tavLst>
                                        </p:anim>
                                        <p:anim calcmode="lin" valueType="num" p14:bounceEnd="67000">
                                          <p:cBhvr additive="base">
                                            <p:cTn id="72" dur="1000" fill="hold"/>
                                            <p:tgtEl>
                                              <p:spTgt spid="25"/>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14:presetBounceEnd="67000">
                                      <p:stCondLst>
                                        <p:cond delay="1000"/>
                                      </p:stCondLst>
                                      <p:childTnLst>
                                        <p:set>
                                          <p:cBhvr>
                                            <p:cTn id="74" dur="1" fill="hold">
                                              <p:stCondLst>
                                                <p:cond delay="0"/>
                                              </p:stCondLst>
                                            </p:cTn>
                                            <p:tgtEl>
                                              <p:spTgt spid="28"/>
                                            </p:tgtEl>
                                            <p:attrNameLst>
                                              <p:attrName>style.visibility</p:attrName>
                                            </p:attrNameLst>
                                          </p:cBhvr>
                                          <p:to>
                                            <p:strVal val="visible"/>
                                          </p:to>
                                        </p:set>
                                        <p:anim calcmode="lin" valueType="num" p14:bounceEnd="67000">
                                          <p:cBhvr additive="base">
                                            <p:cTn id="75" dur="1000" fill="hold"/>
                                            <p:tgtEl>
                                              <p:spTgt spid="28"/>
                                            </p:tgtEl>
                                            <p:attrNameLst>
                                              <p:attrName>ppt_x</p:attrName>
                                            </p:attrNameLst>
                                          </p:cBhvr>
                                          <p:tavLst>
                                            <p:tav tm="0">
                                              <p:val>
                                                <p:strVal val="1+#ppt_w/2"/>
                                              </p:val>
                                            </p:tav>
                                            <p:tav tm="100000">
                                              <p:val>
                                                <p:strVal val="#ppt_x"/>
                                              </p:val>
                                            </p:tav>
                                          </p:tavLst>
                                        </p:anim>
                                        <p:anim calcmode="lin" valueType="num" p14:bounceEnd="67000">
                                          <p:cBhvr additive="base">
                                            <p:cTn id="76" dur="10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uiExpand="1">
            <p:bldSub>
              <a:bldChart bld="seriesEl"/>
            </p:bldSub>
          </p:bldGraphic>
          <p:bldP spid="14" grpId="0"/>
          <p:bldP spid="15" grpId="0"/>
          <p:bldP spid="16" grpId="0"/>
          <p:bldP spid="20" grpId="0"/>
          <p:bldP spid="21" grpId="0"/>
          <p:bldP spid="22" grpId="0"/>
          <p:bldP spid="23" grpId="0"/>
          <p:bldP spid="24" grpId="0"/>
          <p:bldP spid="25" grpId="0"/>
          <p:bldP spid="26" grpId="0"/>
          <p:bldP spid="27" grpId="0"/>
          <p:bldP spid="2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graphicEl>
                                                  <a:chart seriesIdx="-3" categoryIdx="-3" bldStep="gridLegend"/>
                                                </p:graphicEl>
                                              </p:spTgt>
                                            </p:tgtEl>
                                            <p:attrNameLst>
                                              <p:attrName>style.visibility</p:attrName>
                                            </p:attrNameLst>
                                          </p:cBhvr>
                                          <p:to>
                                            <p:strVal val="visible"/>
                                          </p:to>
                                        </p:set>
                                        <p:animEffect transition="in" filter="fade">
                                          <p:cBhvr>
                                            <p:cTn id="7" dur="500"/>
                                            <p:tgtEl>
                                              <p:spTgt spid="2">
                                                <p:graphicEl>
                                                  <a:chart seriesIdx="-3" categoryIdx="-3" bldStep="gridLegend"/>
                                                </p:graphicEl>
                                              </p:spTgt>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2">
                                                <p:graphicEl>
                                                  <a:chart seriesIdx="0" categoryIdx="0" bldStep="ptInSeries"/>
                                                </p:graphicEl>
                                              </p:spTgt>
                                            </p:tgtEl>
                                            <p:attrNameLst>
                                              <p:attrName>style.visibility</p:attrName>
                                            </p:attrNameLst>
                                          </p:cBhvr>
                                          <p:to>
                                            <p:strVal val="visible"/>
                                          </p:to>
                                        </p:set>
                                        <p:animEffect transition="in" filter="fade">
                                          <p:cBhvr>
                                            <p:cTn id="10" dur="500"/>
                                            <p:tgtEl>
                                              <p:spTgt spid="2">
                                                <p:graphicEl>
                                                  <a:chart seriesIdx="0" categoryIdx="0" bldStep="ptInSeries"/>
                                                </p:graphicEl>
                                              </p:spTgt>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2">
                                                <p:graphicEl>
                                                  <a:chart seriesIdx="1" categoryIdx="0" bldStep="ptInSeries"/>
                                                </p:graphicEl>
                                              </p:spTgt>
                                            </p:tgtEl>
                                            <p:attrNameLst>
                                              <p:attrName>style.visibility</p:attrName>
                                            </p:attrNameLst>
                                          </p:cBhvr>
                                          <p:to>
                                            <p:strVal val="visible"/>
                                          </p:to>
                                        </p:set>
                                        <p:animEffect transition="in" filter="fade">
                                          <p:cBhvr>
                                            <p:cTn id="13" dur="500"/>
                                            <p:tgtEl>
                                              <p:spTgt spid="2">
                                                <p:graphicEl>
                                                  <a:chart seriesIdx="1" categoryIdx="0" bldStep="ptInSeries"/>
                                                </p:graphicEl>
                                              </p:spTgt>
                                            </p:tgtEl>
                                          </p:cBhvr>
                                        </p:animEffect>
                                      </p:childTnLst>
                                    </p:cTn>
                                  </p:par>
                                  <p:par>
                                    <p:cTn id="14" presetID="10" presetClass="entr" presetSubtype="0" fill="hold" grpId="0" nodeType="withEffect">
                                      <p:stCondLst>
                                        <p:cond delay="750"/>
                                      </p:stCondLst>
                                      <p:childTnLst>
                                        <p:set>
                                          <p:cBhvr>
                                            <p:cTn id="15" dur="1" fill="hold">
                                              <p:stCondLst>
                                                <p:cond delay="0"/>
                                              </p:stCondLst>
                                            </p:cTn>
                                            <p:tgtEl>
                                              <p:spTgt spid="2">
                                                <p:graphicEl>
                                                  <a:chart seriesIdx="2" categoryIdx="0" bldStep="ptInSeries"/>
                                                </p:graphicEl>
                                              </p:spTgt>
                                            </p:tgtEl>
                                            <p:attrNameLst>
                                              <p:attrName>style.visibility</p:attrName>
                                            </p:attrNameLst>
                                          </p:cBhvr>
                                          <p:to>
                                            <p:strVal val="visible"/>
                                          </p:to>
                                        </p:set>
                                        <p:animEffect transition="in" filter="fade">
                                          <p:cBhvr>
                                            <p:cTn id="16" dur="500"/>
                                            <p:tgtEl>
                                              <p:spTgt spid="2">
                                                <p:graphicEl>
                                                  <a:chart seriesIdx="2" categoryIdx="0" bldStep="ptInSeries"/>
                                                </p:graphicEl>
                                              </p:spTgt>
                                            </p:tgtEl>
                                          </p:cBhvr>
                                        </p:animEffect>
                                      </p:childTnLst>
                                    </p:cTn>
                                  </p:par>
                                  <p:par>
                                    <p:cTn id="17" presetID="10" presetClass="entr" presetSubtype="0" fill="hold" grpId="0" nodeType="withEffect">
                                      <p:stCondLst>
                                        <p:cond delay="1000"/>
                                      </p:stCondLst>
                                      <p:childTnLst>
                                        <p:set>
                                          <p:cBhvr>
                                            <p:cTn id="18" dur="1" fill="hold">
                                              <p:stCondLst>
                                                <p:cond delay="0"/>
                                              </p:stCondLst>
                                            </p:cTn>
                                            <p:tgtEl>
                                              <p:spTgt spid="2">
                                                <p:graphicEl>
                                                  <a:chart seriesIdx="3" categoryIdx="0" bldStep="ptInSeries"/>
                                                </p:graphicEl>
                                              </p:spTgt>
                                            </p:tgtEl>
                                            <p:attrNameLst>
                                              <p:attrName>style.visibility</p:attrName>
                                            </p:attrNameLst>
                                          </p:cBhvr>
                                          <p:to>
                                            <p:strVal val="visible"/>
                                          </p:to>
                                        </p:set>
                                        <p:animEffect transition="in" filter="fade">
                                          <p:cBhvr>
                                            <p:cTn id="19" dur="500"/>
                                            <p:tgtEl>
                                              <p:spTgt spid="2">
                                                <p:graphicEl>
                                                  <a:chart seriesIdx="3" categoryIdx="0" bldStep="ptInSeries"/>
                                                </p:graphicEl>
                                              </p:spTgt>
                                            </p:tgtEl>
                                          </p:cBhvr>
                                        </p:animEffect>
                                      </p:childTnLst>
                                    </p:cTn>
                                  </p:par>
                                  <p:par>
                                    <p:cTn id="20" presetID="10" presetClass="entr" presetSubtype="0" fill="hold" grpId="0" nodeType="withEffect">
                                      <p:stCondLst>
                                        <p:cond delay="1250"/>
                                      </p:stCondLst>
                                      <p:childTnLst>
                                        <p:set>
                                          <p:cBhvr>
                                            <p:cTn id="21" dur="1" fill="hold">
                                              <p:stCondLst>
                                                <p:cond delay="0"/>
                                              </p:stCondLst>
                                            </p:cTn>
                                            <p:tgtEl>
                                              <p:spTgt spid="2">
                                                <p:graphicEl>
                                                  <a:chart seriesIdx="4" categoryIdx="0" bldStep="ptInSeries"/>
                                                </p:graphicEl>
                                              </p:spTgt>
                                            </p:tgtEl>
                                            <p:attrNameLst>
                                              <p:attrName>style.visibility</p:attrName>
                                            </p:attrNameLst>
                                          </p:cBhvr>
                                          <p:to>
                                            <p:strVal val="visible"/>
                                          </p:to>
                                        </p:set>
                                        <p:animEffect transition="in" filter="fade">
                                          <p:cBhvr>
                                            <p:cTn id="22" dur="500"/>
                                            <p:tgtEl>
                                              <p:spTgt spid="2">
                                                <p:graphicEl>
                                                  <a:chart seriesIdx="4" categoryIdx="0" bldStep="ptInSeries"/>
                                                </p:graphicEl>
                                              </p:spTgt>
                                            </p:tgtEl>
                                          </p:cBhvr>
                                        </p:animEffect>
                                      </p:childTnLst>
                                    </p:cTn>
                                  </p:par>
                                  <p:par>
                                    <p:cTn id="23" presetID="10" presetClass="entr" presetSubtype="0" fill="hold" grpId="0" nodeType="withEffect">
                                      <p:stCondLst>
                                        <p:cond delay="1500"/>
                                      </p:stCondLst>
                                      <p:childTnLst>
                                        <p:set>
                                          <p:cBhvr>
                                            <p:cTn id="24" dur="1" fill="hold">
                                              <p:stCondLst>
                                                <p:cond delay="0"/>
                                              </p:stCondLst>
                                            </p:cTn>
                                            <p:tgtEl>
                                              <p:spTgt spid="2">
                                                <p:graphicEl>
                                                  <a:chart seriesIdx="5" categoryIdx="0" bldStep="ptInSeries"/>
                                                </p:graphicEl>
                                              </p:spTgt>
                                            </p:tgtEl>
                                            <p:attrNameLst>
                                              <p:attrName>style.visibility</p:attrName>
                                            </p:attrNameLst>
                                          </p:cBhvr>
                                          <p:to>
                                            <p:strVal val="visible"/>
                                          </p:to>
                                        </p:set>
                                        <p:animEffect transition="in" filter="fade">
                                          <p:cBhvr>
                                            <p:cTn id="25" dur="500"/>
                                            <p:tgtEl>
                                              <p:spTgt spid="2">
                                                <p:graphicEl>
                                                  <a:chart seriesIdx="5" categoryIdx="0" bldStep="ptInSeries"/>
                                                </p:graphicEl>
                                              </p:spTgt>
                                            </p:tgtEl>
                                          </p:cBhvr>
                                        </p:animEffect>
                                      </p:childTnLst>
                                    </p:cTn>
                                  </p:par>
                                  <p:par>
                                    <p:cTn id="26" presetID="10" presetClass="entr" presetSubtype="0" fill="hold" nodeType="withEffect">
                                      <p:stCondLst>
                                        <p:cond delay="2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2" presetClass="entr" presetSubtype="8" fill="hold" grpId="0" nodeType="withEffect">
                                      <p:stCondLst>
                                        <p:cond delay="25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1000" fill="hold"/>
                                            <p:tgtEl>
                                              <p:spTgt spid="14"/>
                                            </p:tgtEl>
                                            <p:attrNameLst>
                                              <p:attrName>ppt_x</p:attrName>
                                            </p:attrNameLst>
                                          </p:cBhvr>
                                          <p:tavLst>
                                            <p:tav tm="0">
                                              <p:val>
                                                <p:strVal val="0-#ppt_w/2"/>
                                              </p:val>
                                            </p:tav>
                                            <p:tav tm="100000">
                                              <p:val>
                                                <p:strVal val="#ppt_x"/>
                                              </p:val>
                                            </p:tav>
                                          </p:tavLst>
                                        </p:anim>
                                        <p:anim calcmode="lin" valueType="num">
                                          <p:cBhvr additive="base">
                                            <p:cTn id="32" dur="1000" fill="hold"/>
                                            <p:tgtEl>
                                              <p:spTgt spid="14"/>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25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1000" fill="hold"/>
                                            <p:tgtEl>
                                              <p:spTgt spid="20"/>
                                            </p:tgtEl>
                                            <p:attrNameLst>
                                              <p:attrName>ppt_x</p:attrName>
                                            </p:attrNameLst>
                                          </p:cBhvr>
                                          <p:tavLst>
                                            <p:tav tm="0">
                                              <p:val>
                                                <p:strVal val="0-#ppt_w/2"/>
                                              </p:val>
                                            </p:tav>
                                            <p:tav tm="100000">
                                              <p:val>
                                                <p:strVal val="#ppt_x"/>
                                              </p:val>
                                            </p:tav>
                                          </p:tavLst>
                                        </p:anim>
                                        <p:anim calcmode="lin" valueType="num">
                                          <p:cBhvr additive="base">
                                            <p:cTn id="36" dur="1000" fill="hold"/>
                                            <p:tgtEl>
                                              <p:spTgt spid="20"/>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50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1000" fill="hold"/>
                                            <p:tgtEl>
                                              <p:spTgt spid="15"/>
                                            </p:tgtEl>
                                            <p:attrNameLst>
                                              <p:attrName>ppt_x</p:attrName>
                                            </p:attrNameLst>
                                          </p:cBhvr>
                                          <p:tavLst>
                                            <p:tav tm="0">
                                              <p:val>
                                                <p:strVal val="0-#ppt_w/2"/>
                                              </p:val>
                                            </p:tav>
                                            <p:tav tm="100000">
                                              <p:val>
                                                <p:strVal val="#ppt_x"/>
                                              </p:val>
                                            </p:tav>
                                          </p:tavLst>
                                        </p:anim>
                                        <p:anim calcmode="lin" valueType="num">
                                          <p:cBhvr additive="base">
                                            <p:cTn id="40" dur="1000" fill="hold"/>
                                            <p:tgtEl>
                                              <p:spTgt spid="15"/>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500"/>
                                      </p:stCondLst>
                                      <p:childTnLst>
                                        <p:set>
                                          <p:cBhvr>
                                            <p:cTn id="42" dur="1" fill="hold">
                                              <p:stCondLst>
                                                <p:cond delay="0"/>
                                              </p:stCondLst>
                                            </p:cTn>
                                            <p:tgtEl>
                                              <p:spTgt spid="21"/>
                                            </p:tgtEl>
                                            <p:attrNameLst>
                                              <p:attrName>style.visibility</p:attrName>
                                            </p:attrNameLst>
                                          </p:cBhvr>
                                          <p:to>
                                            <p:strVal val="visible"/>
                                          </p:to>
                                        </p:set>
                                        <p:anim calcmode="lin" valueType="num">
                                          <p:cBhvr additive="base">
                                            <p:cTn id="43" dur="1000" fill="hold"/>
                                            <p:tgtEl>
                                              <p:spTgt spid="21"/>
                                            </p:tgtEl>
                                            <p:attrNameLst>
                                              <p:attrName>ppt_x</p:attrName>
                                            </p:attrNameLst>
                                          </p:cBhvr>
                                          <p:tavLst>
                                            <p:tav tm="0">
                                              <p:val>
                                                <p:strVal val="0-#ppt_w/2"/>
                                              </p:val>
                                            </p:tav>
                                            <p:tav tm="100000">
                                              <p:val>
                                                <p:strVal val="#ppt_x"/>
                                              </p:val>
                                            </p:tav>
                                          </p:tavLst>
                                        </p:anim>
                                        <p:anim calcmode="lin" valueType="num">
                                          <p:cBhvr additive="base">
                                            <p:cTn id="44" dur="1000" fill="hold"/>
                                            <p:tgtEl>
                                              <p:spTgt spid="21"/>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100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1000" fill="hold"/>
                                            <p:tgtEl>
                                              <p:spTgt spid="16"/>
                                            </p:tgtEl>
                                            <p:attrNameLst>
                                              <p:attrName>ppt_x</p:attrName>
                                            </p:attrNameLst>
                                          </p:cBhvr>
                                          <p:tavLst>
                                            <p:tav tm="0">
                                              <p:val>
                                                <p:strVal val="0-#ppt_w/2"/>
                                              </p:val>
                                            </p:tav>
                                            <p:tav tm="100000">
                                              <p:val>
                                                <p:strVal val="#ppt_x"/>
                                              </p:val>
                                            </p:tav>
                                          </p:tavLst>
                                        </p:anim>
                                        <p:anim calcmode="lin" valueType="num">
                                          <p:cBhvr additive="base">
                                            <p:cTn id="48" dur="1000" fill="hold"/>
                                            <p:tgtEl>
                                              <p:spTgt spid="16"/>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1000"/>
                                      </p:stCondLst>
                                      <p:childTnLst>
                                        <p:set>
                                          <p:cBhvr>
                                            <p:cTn id="50" dur="1" fill="hold">
                                              <p:stCondLst>
                                                <p:cond delay="0"/>
                                              </p:stCondLst>
                                            </p:cTn>
                                            <p:tgtEl>
                                              <p:spTgt spid="22"/>
                                            </p:tgtEl>
                                            <p:attrNameLst>
                                              <p:attrName>style.visibility</p:attrName>
                                            </p:attrNameLst>
                                          </p:cBhvr>
                                          <p:to>
                                            <p:strVal val="visible"/>
                                          </p:to>
                                        </p:set>
                                        <p:anim calcmode="lin" valueType="num">
                                          <p:cBhvr additive="base">
                                            <p:cTn id="51" dur="1000" fill="hold"/>
                                            <p:tgtEl>
                                              <p:spTgt spid="22"/>
                                            </p:tgtEl>
                                            <p:attrNameLst>
                                              <p:attrName>ppt_x</p:attrName>
                                            </p:attrNameLst>
                                          </p:cBhvr>
                                          <p:tavLst>
                                            <p:tav tm="0">
                                              <p:val>
                                                <p:strVal val="0-#ppt_w/2"/>
                                              </p:val>
                                            </p:tav>
                                            <p:tav tm="100000">
                                              <p:val>
                                                <p:strVal val="#ppt_x"/>
                                              </p:val>
                                            </p:tav>
                                          </p:tavLst>
                                        </p:anim>
                                        <p:anim calcmode="lin" valueType="num">
                                          <p:cBhvr additive="base">
                                            <p:cTn id="52" dur="1000" fill="hold"/>
                                            <p:tgtEl>
                                              <p:spTgt spid="22"/>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250"/>
                                      </p:stCondLst>
                                      <p:childTnLst>
                                        <p:set>
                                          <p:cBhvr>
                                            <p:cTn id="54" dur="1" fill="hold">
                                              <p:stCondLst>
                                                <p:cond delay="0"/>
                                              </p:stCondLst>
                                            </p:cTn>
                                            <p:tgtEl>
                                              <p:spTgt spid="23"/>
                                            </p:tgtEl>
                                            <p:attrNameLst>
                                              <p:attrName>style.visibility</p:attrName>
                                            </p:attrNameLst>
                                          </p:cBhvr>
                                          <p:to>
                                            <p:strVal val="visible"/>
                                          </p:to>
                                        </p:set>
                                        <p:anim calcmode="lin" valueType="num">
                                          <p:cBhvr additive="base">
                                            <p:cTn id="55" dur="1000" fill="hold"/>
                                            <p:tgtEl>
                                              <p:spTgt spid="23"/>
                                            </p:tgtEl>
                                            <p:attrNameLst>
                                              <p:attrName>ppt_x</p:attrName>
                                            </p:attrNameLst>
                                          </p:cBhvr>
                                          <p:tavLst>
                                            <p:tav tm="0">
                                              <p:val>
                                                <p:strVal val="1+#ppt_w/2"/>
                                              </p:val>
                                            </p:tav>
                                            <p:tav tm="100000">
                                              <p:val>
                                                <p:strVal val="#ppt_x"/>
                                              </p:val>
                                            </p:tav>
                                          </p:tavLst>
                                        </p:anim>
                                        <p:anim calcmode="lin" valueType="num">
                                          <p:cBhvr additive="base">
                                            <p:cTn id="56" dur="1000" fill="hold"/>
                                            <p:tgtEl>
                                              <p:spTgt spid="23"/>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250"/>
                                      </p:stCondLst>
                                      <p:childTnLst>
                                        <p:set>
                                          <p:cBhvr>
                                            <p:cTn id="58" dur="1" fill="hold">
                                              <p:stCondLst>
                                                <p:cond delay="0"/>
                                              </p:stCondLst>
                                            </p:cTn>
                                            <p:tgtEl>
                                              <p:spTgt spid="26"/>
                                            </p:tgtEl>
                                            <p:attrNameLst>
                                              <p:attrName>style.visibility</p:attrName>
                                            </p:attrNameLst>
                                          </p:cBhvr>
                                          <p:to>
                                            <p:strVal val="visible"/>
                                          </p:to>
                                        </p:set>
                                        <p:anim calcmode="lin" valueType="num">
                                          <p:cBhvr additive="base">
                                            <p:cTn id="59" dur="1000" fill="hold"/>
                                            <p:tgtEl>
                                              <p:spTgt spid="26"/>
                                            </p:tgtEl>
                                            <p:attrNameLst>
                                              <p:attrName>ppt_x</p:attrName>
                                            </p:attrNameLst>
                                          </p:cBhvr>
                                          <p:tavLst>
                                            <p:tav tm="0">
                                              <p:val>
                                                <p:strVal val="1+#ppt_w/2"/>
                                              </p:val>
                                            </p:tav>
                                            <p:tav tm="100000">
                                              <p:val>
                                                <p:strVal val="#ppt_x"/>
                                              </p:val>
                                            </p:tav>
                                          </p:tavLst>
                                        </p:anim>
                                        <p:anim calcmode="lin" valueType="num">
                                          <p:cBhvr additive="base">
                                            <p:cTn id="60" dur="1000" fill="hold"/>
                                            <p:tgtEl>
                                              <p:spTgt spid="26"/>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stCondLst>
                                        <p:cond delay="500"/>
                                      </p:stCondLst>
                                      <p:childTnLst>
                                        <p:set>
                                          <p:cBhvr>
                                            <p:cTn id="62" dur="1" fill="hold">
                                              <p:stCondLst>
                                                <p:cond delay="0"/>
                                              </p:stCondLst>
                                            </p:cTn>
                                            <p:tgtEl>
                                              <p:spTgt spid="24"/>
                                            </p:tgtEl>
                                            <p:attrNameLst>
                                              <p:attrName>style.visibility</p:attrName>
                                            </p:attrNameLst>
                                          </p:cBhvr>
                                          <p:to>
                                            <p:strVal val="visible"/>
                                          </p:to>
                                        </p:set>
                                        <p:anim calcmode="lin" valueType="num">
                                          <p:cBhvr additive="base">
                                            <p:cTn id="63" dur="1000" fill="hold"/>
                                            <p:tgtEl>
                                              <p:spTgt spid="24"/>
                                            </p:tgtEl>
                                            <p:attrNameLst>
                                              <p:attrName>ppt_x</p:attrName>
                                            </p:attrNameLst>
                                          </p:cBhvr>
                                          <p:tavLst>
                                            <p:tav tm="0">
                                              <p:val>
                                                <p:strVal val="1+#ppt_w/2"/>
                                              </p:val>
                                            </p:tav>
                                            <p:tav tm="100000">
                                              <p:val>
                                                <p:strVal val="#ppt_x"/>
                                              </p:val>
                                            </p:tav>
                                          </p:tavLst>
                                        </p:anim>
                                        <p:anim calcmode="lin" valueType="num">
                                          <p:cBhvr additive="base">
                                            <p:cTn id="64" dur="1000" fill="hold"/>
                                            <p:tgtEl>
                                              <p:spTgt spid="24"/>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500"/>
                                      </p:stCondLst>
                                      <p:childTnLst>
                                        <p:set>
                                          <p:cBhvr>
                                            <p:cTn id="66" dur="1" fill="hold">
                                              <p:stCondLst>
                                                <p:cond delay="0"/>
                                              </p:stCondLst>
                                            </p:cTn>
                                            <p:tgtEl>
                                              <p:spTgt spid="27"/>
                                            </p:tgtEl>
                                            <p:attrNameLst>
                                              <p:attrName>style.visibility</p:attrName>
                                            </p:attrNameLst>
                                          </p:cBhvr>
                                          <p:to>
                                            <p:strVal val="visible"/>
                                          </p:to>
                                        </p:set>
                                        <p:anim calcmode="lin" valueType="num">
                                          <p:cBhvr additive="base">
                                            <p:cTn id="67" dur="1000" fill="hold"/>
                                            <p:tgtEl>
                                              <p:spTgt spid="27"/>
                                            </p:tgtEl>
                                            <p:attrNameLst>
                                              <p:attrName>ppt_x</p:attrName>
                                            </p:attrNameLst>
                                          </p:cBhvr>
                                          <p:tavLst>
                                            <p:tav tm="0">
                                              <p:val>
                                                <p:strVal val="1+#ppt_w/2"/>
                                              </p:val>
                                            </p:tav>
                                            <p:tav tm="100000">
                                              <p:val>
                                                <p:strVal val="#ppt_x"/>
                                              </p:val>
                                            </p:tav>
                                          </p:tavLst>
                                        </p:anim>
                                        <p:anim calcmode="lin" valueType="num">
                                          <p:cBhvr additive="base">
                                            <p:cTn id="68" dur="1000" fill="hold"/>
                                            <p:tgtEl>
                                              <p:spTgt spid="27"/>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1000"/>
                                      </p:stCondLst>
                                      <p:childTnLst>
                                        <p:set>
                                          <p:cBhvr>
                                            <p:cTn id="70" dur="1" fill="hold">
                                              <p:stCondLst>
                                                <p:cond delay="0"/>
                                              </p:stCondLst>
                                            </p:cTn>
                                            <p:tgtEl>
                                              <p:spTgt spid="25"/>
                                            </p:tgtEl>
                                            <p:attrNameLst>
                                              <p:attrName>style.visibility</p:attrName>
                                            </p:attrNameLst>
                                          </p:cBhvr>
                                          <p:to>
                                            <p:strVal val="visible"/>
                                          </p:to>
                                        </p:set>
                                        <p:anim calcmode="lin" valueType="num">
                                          <p:cBhvr additive="base">
                                            <p:cTn id="71" dur="1000" fill="hold"/>
                                            <p:tgtEl>
                                              <p:spTgt spid="25"/>
                                            </p:tgtEl>
                                            <p:attrNameLst>
                                              <p:attrName>ppt_x</p:attrName>
                                            </p:attrNameLst>
                                          </p:cBhvr>
                                          <p:tavLst>
                                            <p:tav tm="0">
                                              <p:val>
                                                <p:strVal val="1+#ppt_w/2"/>
                                              </p:val>
                                            </p:tav>
                                            <p:tav tm="100000">
                                              <p:val>
                                                <p:strVal val="#ppt_x"/>
                                              </p:val>
                                            </p:tav>
                                          </p:tavLst>
                                        </p:anim>
                                        <p:anim calcmode="lin" valueType="num">
                                          <p:cBhvr additive="base">
                                            <p:cTn id="72" dur="1000" fill="hold"/>
                                            <p:tgtEl>
                                              <p:spTgt spid="25"/>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stCondLst>
                                        <p:cond delay="1000"/>
                                      </p:stCondLst>
                                      <p:childTnLst>
                                        <p:set>
                                          <p:cBhvr>
                                            <p:cTn id="74" dur="1" fill="hold">
                                              <p:stCondLst>
                                                <p:cond delay="0"/>
                                              </p:stCondLst>
                                            </p:cTn>
                                            <p:tgtEl>
                                              <p:spTgt spid="28"/>
                                            </p:tgtEl>
                                            <p:attrNameLst>
                                              <p:attrName>style.visibility</p:attrName>
                                            </p:attrNameLst>
                                          </p:cBhvr>
                                          <p:to>
                                            <p:strVal val="visible"/>
                                          </p:to>
                                        </p:set>
                                        <p:anim calcmode="lin" valueType="num">
                                          <p:cBhvr additive="base">
                                            <p:cTn id="75" dur="1000" fill="hold"/>
                                            <p:tgtEl>
                                              <p:spTgt spid="28"/>
                                            </p:tgtEl>
                                            <p:attrNameLst>
                                              <p:attrName>ppt_x</p:attrName>
                                            </p:attrNameLst>
                                          </p:cBhvr>
                                          <p:tavLst>
                                            <p:tav tm="0">
                                              <p:val>
                                                <p:strVal val="1+#ppt_w/2"/>
                                              </p:val>
                                            </p:tav>
                                            <p:tav tm="100000">
                                              <p:val>
                                                <p:strVal val="#ppt_x"/>
                                              </p:val>
                                            </p:tav>
                                          </p:tavLst>
                                        </p:anim>
                                        <p:anim calcmode="lin" valueType="num">
                                          <p:cBhvr additive="base">
                                            <p:cTn id="76" dur="10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uiExpand="1">
            <p:bldSub>
              <a:bldChart bld="seriesEl"/>
            </p:bldSub>
          </p:bldGraphic>
          <p:bldP spid="14" grpId="0"/>
          <p:bldP spid="15" grpId="0"/>
          <p:bldP spid="16" grpId="0"/>
          <p:bldP spid="20" grpId="0"/>
          <p:bldP spid="21" grpId="0"/>
          <p:bldP spid="22" grpId="0"/>
          <p:bldP spid="23" grpId="0"/>
          <p:bldP spid="24" grpId="0"/>
          <p:bldP spid="25" grpId="0"/>
          <p:bldP spid="26" grpId="0"/>
          <p:bldP spid="27" grpId="0"/>
          <p:bldP spid="28" grpId="0"/>
        </p:bldLst>
      </p:timing>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5F542E8C-A958-4904-8745-53DC4B9CBC01}"/>
              </a:ext>
            </a:extLst>
          </p:cNvPr>
          <p:cNvGrpSpPr/>
          <p:nvPr/>
        </p:nvGrpSpPr>
        <p:grpSpPr>
          <a:xfrm>
            <a:off x="6270626" y="1676400"/>
            <a:ext cx="3329805" cy="4678364"/>
            <a:chOff x="7077076" y="1258888"/>
            <a:chExt cx="3559174" cy="5000626"/>
          </a:xfrm>
        </p:grpSpPr>
        <p:grpSp>
          <p:nvGrpSpPr>
            <p:cNvPr id="11" name="Group 10">
              <a:extLst>
                <a:ext uri="{FF2B5EF4-FFF2-40B4-BE49-F238E27FC236}">
                  <a16:creationId xmlns:a16="http://schemas.microsoft.com/office/drawing/2014/main" id="{290937BA-4DBB-46BF-929B-009B502C2057}"/>
                </a:ext>
              </a:extLst>
            </p:cNvPr>
            <p:cNvGrpSpPr/>
            <p:nvPr/>
          </p:nvGrpSpPr>
          <p:grpSpPr>
            <a:xfrm>
              <a:off x="7077076" y="1258888"/>
              <a:ext cx="3559174" cy="4769816"/>
              <a:chOff x="4314826" y="1138238"/>
              <a:chExt cx="3559174" cy="4769816"/>
            </a:xfrm>
          </p:grpSpPr>
          <p:graphicFrame>
            <p:nvGraphicFramePr>
              <p:cNvPr id="6" name="Chart 5">
                <a:extLst>
                  <a:ext uri="{FF2B5EF4-FFF2-40B4-BE49-F238E27FC236}">
                    <a16:creationId xmlns:a16="http://schemas.microsoft.com/office/drawing/2014/main" id="{F254DFA4-C223-48F8-995D-5C4E175283DE}"/>
                  </a:ext>
                </a:extLst>
              </p:cNvPr>
              <p:cNvGraphicFramePr/>
              <p:nvPr>
                <p:extLst>
                  <p:ext uri="{D42A27DB-BD31-4B8C-83A1-F6EECF244321}">
                    <p14:modId xmlns:p14="http://schemas.microsoft.com/office/powerpoint/2010/main" val="3730338009"/>
                  </p:ext>
                </p:extLst>
              </p:nvPr>
            </p:nvGraphicFramePr>
            <p:xfrm>
              <a:off x="4314826" y="1352550"/>
              <a:ext cx="3559174" cy="4555504"/>
            </p:xfrm>
            <a:graphic>
              <a:graphicData uri="http://schemas.openxmlformats.org/drawingml/2006/chart">
                <c:chart xmlns:c="http://schemas.openxmlformats.org/drawingml/2006/chart" xmlns:r="http://schemas.openxmlformats.org/officeDocument/2006/relationships" r:id="rId2"/>
              </a:graphicData>
            </a:graphic>
          </p:graphicFrame>
          <p:sp>
            <p:nvSpPr>
              <p:cNvPr id="4" name="Freeform 6">
                <a:extLst>
                  <a:ext uri="{FF2B5EF4-FFF2-40B4-BE49-F238E27FC236}">
                    <a16:creationId xmlns:a16="http://schemas.microsoft.com/office/drawing/2014/main" id="{01709084-D0FA-463C-832E-8499F1D74318}"/>
                  </a:ext>
                </a:extLst>
              </p:cNvPr>
              <p:cNvSpPr>
                <a:spLocks/>
              </p:cNvSpPr>
              <p:nvPr/>
            </p:nvSpPr>
            <p:spPr bwMode="auto">
              <a:xfrm>
                <a:off x="4662488" y="1138238"/>
                <a:ext cx="2863850" cy="271463"/>
              </a:xfrm>
              <a:custGeom>
                <a:avLst/>
                <a:gdLst>
                  <a:gd name="T0" fmla="*/ 741 w 758"/>
                  <a:gd name="T1" fmla="*/ 0 h 72"/>
                  <a:gd name="T2" fmla="*/ 17 w 758"/>
                  <a:gd name="T3" fmla="*/ 0 h 72"/>
                  <a:gd name="T4" fmla="*/ 0 w 758"/>
                  <a:gd name="T5" fmla="*/ 16 h 72"/>
                  <a:gd name="T6" fmla="*/ 0 w 758"/>
                  <a:gd name="T7" fmla="*/ 56 h 72"/>
                  <a:gd name="T8" fmla="*/ 17 w 758"/>
                  <a:gd name="T9" fmla="*/ 72 h 72"/>
                  <a:gd name="T10" fmla="*/ 741 w 758"/>
                  <a:gd name="T11" fmla="*/ 72 h 72"/>
                  <a:gd name="T12" fmla="*/ 758 w 758"/>
                  <a:gd name="T13" fmla="*/ 56 h 72"/>
                  <a:gd name="T14" fmla="*/ 758 w 758"/>
                  <a:gd name="T15" fmla="*/ 16 h 72"/>
                  <a:gd name="T16" fmla="*/ 741 w 758"/>
                  <a:gd name="T1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8" h="72">
                    <a:moveTo>
                      <a:pt x="741" y="0"/>
                    </a:moveTo>
                    <a:cubicBezTo>
                      <a:pt x="17" y="0"/>
                      <a:pt x="17" y="0"/>
                      <a:pt x="17" y="0"/>
                    </a:cubicBezTo>
                    <a:cubicBezTo>
                      <a:pt x="7" y="0"/>
                      <a:pt x="0" y="7"/>
                      <a:pt x="0" y="16"/>
                    </a:cubicBezTo>
                    <a:cubicBezTo>
                      <a:pt x="0" y="56"/>
                      <a:pt x="0" y="56"/>
                      <a:pt x="0" y="56"/>
                    </a:cubicBezTo>
                    <a:cubicBezTo>
                      <a:pt x="0" y="65"/>
                      <a:pt x="7" y="72"/>
                      <a:pt x="17" y="72"/>
                    </a:cubicBezTo>
                    <a:cubicBezTo>
                      <a:pt x="741" y="72"/>
                      <a:pt x="741" y="72"/>
                      <a:pt x="741" y="72"/>
                    </a:cubicBezTo>
                    <a:cubicBezTo>
                      <a:pt x="751" y="72"/>
                      <a:pt x="758" y="65"/>
                      <a:pt x="758" y="56"/>
                    </a:cubicBezTo>
                    <a:cubicBezTo>
                      <a:pt x="758" y="16"/>
                      <a:pt x="758" y="16"/>
                      <a:pt x="758" y="16"/>
                    </a:cubicBezTo>
                    <a:cubicBezTo>
                      <a:pt x="758" y="7"/>
                      <a:pt x="751" y="0"/>
                      <a:pt x="741" y="0"/>
                    </a:cubicBezTo>
                    <a:close/>
                  </a:path>
                </a:pathLst>
              </a:custGeom>
              <a:solidFill>
                <a:schemeClr val="bg2">
                  <a:lumMod val="90000"/>
                  <a:lumOff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5" name="Freeform 7">
              <a:extLst>
                <a:ext uri="{FF2B5EF4-FFF2-40B4-BE49-F238E27FC236}">
                  <a16:creationId xmlns:a16="http://schemas.microsoft.com/office/drawing/2014/main" id="{F9AA0F65-BC1F-4FDF-9B7A-922EAFF818A2}"/>
                </a:ext>
              </a:extLst>
            </p:cNvPr>
            <p:cNvSpPr>
              <a:spLocks/>
            </p:cNvSpPr>
            <p:nvPr/>
          </p:nvSpPr>
          <p:spPr bwMode="auto">
            <a:xfrm>
              <a:off x="7424738" y="5984876"/>
              <a:ext cx="2863850" cy="274638"/>
            </a:xfrm>
            <a:custGeom>
              <a:avLst/>
              <a:gdLst>
                <a:gd name="T0" fmla="*/ 741 w 758"/>
                <a:gd name="T1" fmla="*/ 0 h 73"/>
                <a:gd name="T2" fmla="*/ 17 w 758"/>
                <a:gd name="T3" fmla="*/ 0 h 73"/>
                <a:gd name="T4" fmla="*/ 0 w 758"/>
                <a:gd name="T5" fmla="*/ 17 h 73"/>
                <a:gd name="T6" fmla="*/ 0 w 758"/>
                <a:gd name="T7" fmla="*/ 57 h 73"/>
                <a:gd name="T8" fmla="*/ 17 w 758"/>
                <a:gd name="T9" fmla="*/ 73 h 73"/>
                <a:gd name="T10" fmla="*/ 741 w 758"/>
                <a:gd name="T11" fmla="*/ 73 h 73"/>
                <a:gd name="T12" fmla="*/ 758 w 758"/>
                <a:gd name="T13" fmla="*/ 57 h 73"/>
                <a:gd name="T14" fmla="*/ 758 w 758"/>
                <a:gd name="T15" fmla="*/ 17 h 73"/>
                <a:gd name="T16" fmla="*/ 741 w 758"/>
                <a:gd name="T17" fmla="*/ 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8" h="73">
                  <a:moveTo>
                    <a:pt x="741" y="0"/>
                  </a:moveTo>
                  <a:cubicBezTo>
                    <a:pt x="17" y="0"/>
                    <a:pt x="17" y="0"/>
                    <a:pt x="17" y="0"/>
                  </a:cubicBezTo>
                  <a:cubicBezTo>
                    <a:pt x="7" y="0"/>
                    <a:pt x="0" y="8"/>
                    <a:pt x="0" y="17"/>
                  </a:cubicBezTo>
                  <a:cubicBezTo>
                    <a:pt x="0" y="57"/>
                    <a:pt x="0" y="57"/>
                    <a:pt x="0" y="57"/>
                  </a:cubicBezTo>
                  <a:cubicBezTo>
                    <a:pt x="0" y="66"/>
                    <a:pt x="7" y="73"/>
                    <a:pt x="17" y="73"/>
                  </a:cubicBezTo>
                  <a:cubicBezTo>
                    <a:pt x="741" y="73"/>
                    <a:pt x="741" y="73"/>
                    <a:pt x="741" y="73"/>
                  </a:cubicBezTo>
                  <a:cubicBezTo>
                    <a:pt x="751" y="73"/>
                    <a:pt x="758" y="66"/>
                    <a:pt x="758" y="57"/>
                  </a:cubicBezTo>
                  <a:cubicBezTo>
                    <a:pt x="758" y="17"/>
                    <a:pt x="758" y="17"/>
                    <a:pt x="758" y="17"/>
                  </a:cubicBezTo>
                  <a:cubicBezTo>
                    <a:pt x="758" y="8"/>
                    <a:pt x="751" y="0"/>
                    <a:pt x="741" y="0"/>
                  </a:cubicBezTo>
                  <a:close/>
                </a:path>
              </a:pathLst>
            </a:custGeom>
            <a:solidFill>
              <a:schemeClr val="bg2">
                <a:lumMod val="90000"/>
                <a:lumOff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9" name="Freeform: Shape 8">
              <a:extLst>
                <a:ext uri="{FF2B5EF4-FFF2-40B4-BE49-F238E27FC236}">
                  <a16:creationId xmlns:a16="http://schemas.microsoft.com/office/drawing/2014/main" id="{75F6FB1E-837D-4852-A9D8-36CF71624BBB}"/>
                </a:ext>
              </a:extLst>
            </p:cNvPr>
            <p:cNvSpPr>
              <a:spLocks/>
            </p:cNvSpPr>
            <p:nvPr/>
          </p:nvSpPr>
          <p:spPr bwMode="auto">
            <a:xfrm>
              <a:off x="7424737" y="1530351"/>
              <a:ext cx="2863850" cy="4454525"/>
            </a:xfrm>
            <a:custGeom>
              <a:avLst/>
              <a:gdLst>
                <a:gd name="connsiteX0" fmla="*/ 0 w 2863850"/>
                <a:gd name="connsiteY0" fmla="*/ 0 h 4454525"/>
                <a:gd name="connsiteX1" fmla="*/ 2863850 w 2863850"/>
                <a:gd name="connsiteY1" fmla="*/ 0 h 4454525"/>
                <a:gd name="connsiteX2" fmla="*/ 2863850 w 2863850"/>
                <a:gd name="connsiteY2" fmla="*/ 4454525 h 4454525"/>
                <a:gd name="connsiteX3" fmla="*/ 0 w 2863850"/>
                <a:gd name="connsiteY3" fmla="*/ 4454525 h 4454525"/>
                <a:gd name="connsiteX4" fmla="*/ 0 w 2863850"/>
                <a:gd name="connsiteY4" fmla="*/ 0 h 4454525"/>
                <a:gd name="connsiteX5" fmla="*/ 166688 w 2863850"/>
                <a:gd name="connsiteY5" fmla="*/ 90487 h 4454525"/>
                <a:gd name="connsiteX6" fmla="*/ 1107118 w 2863850"/>
                <a:gd name="connsiteY6" fmla="*/ 2062910 h 4454525"/>
                <a:gd name="connsiteX7" fmla="*/ 1103342 w 2863850"/>
                <a:gd name="connsiteY7" fmla="*/ 2443817 h 4454525"/>
                <a:gd name="connsiteX8" fmla="*/ 166688 w 2863850"/>
                <a:gd name="connsiteY8" fmla="*/ 4367212 h 4454525"/>
                <a:gd name="connsiteX9" fmla="*/ 1431926 w 2863850"/>
                <a:gd name="connsiteY9" fmla="*/ 4367212 h 4454525"/>
                <a:gd name="connsiteX10" fmla="*/ 2697163 w 2863850"/>
                <a:gd name="connsiteY10" fmla="*/ 4367212 h 4454525"/>
                <a:gd name="connsiteX11" fmla="*/ 1760510 w 2863850"/>
                <a:gd name="connsiteY11" fmla="*/ 2443817 h 4454525"/>
                <a:gd name="connsiteX12" fmla="*/ 1756733 w 2863850"/>
                <a:gd name="connsiteY12" fmla="*/ 2062910 h 4454525"/>
                <a:gd name="connsiteX13" fmla="*/ 2697163 w 2863850"/>
                <a:gd name="connsiteY13" fmla="*/ 90487 h 4454525"/>
                <a:gd name="connsiteX14" fmla="*/ 1431926 w 2863850"/>
                <a:gd name="connsiteY14" fmla="*/ 90487 h 4454525"/>
                <a:gd name="connsiteX15" fmla="*/ 166688 w 2863850"/>
                <a:gd name="connsiteY15" fmla="*/ 90487 h 445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63850" h="4454525">
                  <a:moveTo>
                    <a:pt x="0" y="0"/>
                  </a:moveTo>
                  <a:lnTo>
                    <a:pt x="2863850" y="0"/>
                  </a:lnTo>
                  <a:lnTo>
                    <a:pt x="2863850" y="4454525"/>
                  </a:lnTo>
                  <a:lnTo>
                    <a:pt x="0" y="4454525"/>
                  </a:lnTo>
                  <a:lnTo>
                    <a:pt x="0" y="0"/>
                  </a:lnTo>
                  <a:close/>
                  <a:moveTo>
                    <a:pt x="166688" y="90487"/>
                  </a:moveTo>
                  <a:cubicBezTo>
                    <a:pt x="166688" y="807046"/>
                    <a:pt x="801195" y="1682002"/>
                    <a:pt x="1107118" y="2062910"/>
                  </a:cubicBezTo>
                  <a:cubicBezTo>
                    <a:pt x="1197762" y="2176051"/>
                    <a:pt x="1193986" y="2334448"/>
                    <a:pt x="1103342" y="2443817"/>
                  </a:cubicBezTo>
                  <a:cubicBezTo>
                    <a:pt x="793642" y="2813411"/>
                    <a:pt x="166688" y="3650653"/>
                    <a:pt x="166688" y="4367212"/>
                  </a:cubicBezTo>
                  <a:cubicBezTo>
                    <a:pt x="1431926" y="4367212"/>
                    <a:pt x="1431926" y="4367212"/>
                    <a:pt x="1431926" y="4367212"/>
                  </a:cubicBezTo>
                  <a:cubicBezTo>
                    <a:pt x="2697163" y="4367212"/>
                    <a:pt x="2697163" y="4367212"/>
                    <a:pt x="2697163" y="4367212"/>
                  </a:cubicBezTo>
                  <a:cubicBezTo>
                    <a:pt x="2697163" y="3650653"/>
                    <a:pt x="2070210" y="2813411"/>
                    <a:pt x="1760510" y="2443817"/>
                  </a:cubicBezTo>
                  <a:cubicBezTo>
                    <a:pt x="1669866" y="2334448"/>
                    <a:pt x="1666089" y="2176051"/>
                    <a:pt x="1756733" y="2062910"/>
                  </a:cubicBezTo>
                  <a:cubicBezTo>
                    <a:pt x="2062656" y="1682002"/>
                    <a:pt x="2697163" y="807046"/>
                    <a:pt x="2697163" y="90487"/>
                  </a:cubicBezTo>
                  <a:cubicBezTo>
                    <a:pt x="1431926" y="90487"/>
                    <a:pt x="1431926" y="90487"/>
                    <a:pt x="1431926" y="90487"/>
                  </a:cubicBezTo>
                  <a:cubicBezTo>
                    <a:pt x="166688" y="90487"/>
                    <a:pt x="166688" y="90487"/>
                    <a:pt x="166688" y="90487"/>
                  </a:cubicBez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p>
              <a:endParaRPr lang="ru-UA"/>
            </a:p>
          </p:txBody>
        </p:sp>
      </p:grpSp>
      <p:sp>
        <p:nvSpPr>
          <p:cNvPr id="13" name="TextBox 12">
            <a:extLst>
              <a:ext uri="{FF2B5EF4-FFF2-40B4-BE49-F238E27FC236}">
                <a16:creationId xmlns:a16="http://schemas.microsoft.com/office/drawing/2014/main" id="{CD5444DA-AD21-4F9B-A3F5-A1DF07E85199}"/>
              </a:ext>
            </a:extLst>
          </p:cNvPr>
          <p:cNvSpPr txBox="1"/>
          <p:nvPr/>
        </p:nvSpPr>
        <p:spPr>
          <a:xfrm>
            <a:off x="3580736" y="362797"/>
            <a:ext cx="5030544" cy="461665"/>
          </a:xfrm>
          <a:prstGeom prst="rect">
            <a:avLst/>
          </a:prstGeom>
          <a:noFill/>
        </p:spPr>
        <p:txBody>
          <a:bodyPr wrap="none" rtlCol="0">
            <a:spAutoFit/>
          </a:bodyPr>
          <a:lstStyle/>
          <a:p>
            <a:pPr algn="ctr"/>
            <a:r>
              <a:rPr lang="en-US" sz="2400">
                <a:latin typeface="Montserrat SemiBold" panose="00000700000000000000" pitchFamily="50" charset="-52"/>
              </a:rPr>
              <a:t>EDITABLE TIME INFOGRAPHIC</a:t>
            </a:r>
            <a:endParaRPr lang="ru-UA" sz="2400">
              <a:latin typeface="Montserrat SemiBold" panose="00000700000000000000" pitchFamily="50" charset="-52"/>
            </a:endParaRPr>
          </a:p>
        </p:txBody>
      </p:sp>
      <p:sp>
        <p:nvSpPr>
          <p:cNvPr id="14" name="TextBox 13">
            <a:extLst>
              <a:ext uri="{FF2B5EF4-FFF2-40B4-BE49-F238E27FC236}">
                <a16:creationId xmlns:a16="http://schemas.microsoft.com/office/drawing/2014/main" id="{AD4835B0-C7C1-4361-9B49-96B820401021}"/>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
        <p:nvSpPr>
          <p:cNvPr id="17" name="Text Placeholder 33">
            <a:extLst>
              <a:ext uri="{FF2B5EF4-FFF2-40B4-BE49-F238E27FC236}">
                <a16:creationId xmlns:a16="http://schemas.microsoft.com/office/drawing/2014/main" id="{CF9BC088-D756-4A4E-BB39-1D5450EE2845}"/>
              </a:ext>
            </a:extLst>
          </p:cNvPr>
          <p:cNvSpPr txBox="1">
            <a:spLocks/>
          </p:cNvSpPr>
          <p:nvPr/>
        </p:nvSpPr>
        <p:spPr>
          <a:xfrm>
            <a:off x="1510784" y="3429000"/>
            <a:ext cx="3872745" cy="138003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Lorem ipsum dolor sit amet, consectetur adipiscing elit, sed do eiusmod tempor incididunt ut labore et dolore magna aliqua. Ut enim ad minim veniam, quis nostrud exercitation ullamco laboris nisi ut aliquip ex ea commodo consequat. </a:t>
            </a:r>
          </a:p>
        </p:txBody>
      </p:sp>
      <p:sp>
        <p:nvSpPr>
          <p:cNvPr id="19" name="TextBox 18">
            <a:extLst>
              <a:ext uri="{FF2B5EF4-FFF2-40B4-BE49-F238E27FC236}">
                <a16:creationId xmlns:a16="http://schemas.microsoft.com/office/drawing/2014/main" id="{84E154AE-C570-46C4-979B-AA405CCBA7CC}"/>
              </a:ext>
            </a:extLst>
          </p:cNvPr>
          <p:cNvSpPr txBox="1"/>
          <p:nvPr/>
        </p:nvSpPr>
        <p:spPr>
          <a:xfrm>
            <a:off x="1510783" y="2905780"/>
            <a:ext cx="2395207" cy="523220"/>
          </a:xfrm>
          <a:prstGeom prst="rect">
            <a:avLst/>
          </a:prstGeom>
          <a:noFill/>
        </p:spPr>
        <p:txBody>
          <a:bodyPr wrap="none" rtlCol="0">
            <a:spAutoFit/>
          </a:bodyPr>
          <a:lstStyle/>
          <a:p>
            <a:r>
              <a:rPr lang="en-US" sz="2800" b="1">
                <a:solidFill>
                  <a:schemeClr val="accent3"/>
                </a:solidFill>
              </a:rPr>
              <a:t>YOUR TITLE</a:t>
            </a:r>
            <a:endParaRPr lang="ru-UA" sz="2800" b="1">
              <a:solidFill>
                <a:schemeClr val="accent3"/>
              </a:solidFill>
            </a:endParaRPr>
          </a:p>
        </p:txBody>
      </p:sp>
    </p:spTree>
    <p:extLst>
      <p:ext uri="{BB962C8B-B14F-4D97-AF65-F5344CB8AC3E}">
        <p14:creationId xmlns:p14="http://schemas.microsoft.com/office/powerpoint/2010/main" val="3379493159"/>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14:presetBounceEnd="67000">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14:bounceEnd="67000">
                                          <p:cBhvr additive="base">
                                            <p:cTn id="7" dur="1000" fill="hold"/>
                                            <p:tgtEl>
                                              <p:spTgt spid="12"/>
                                            </p:tgtEl>
                                            <p:attrNameLst>
                                              <p:attrName>ppt_x</p:attrName>
                                            </p:attrNameLst>
                                          </p:cBhvr>
                                          <p:tavLst>
                                            <p:tav tm="0">
                                              <p:val>
                                                <p:strVal val="#ppt_x"/>
                                              </p:val>
                                            </p:tav>
                                            <p:tav tm="100000">
                                              <p:val>
                                                <p:strVal val="#ppt_x"/>
                                              </p:val>
                                            </p:tav>
                                          </p:tavLst>
                                        </p:anim>
                                        <p:anim calcmode="lin" valueType="num" p14:bounceEnd="67000">
                                          <p:cBhvr additive="base">
                                            <p:cTn id="8" dur="10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8" fill="hold" grpId="0" nodeType="withEffect" p14:presetBounceEnd="67000">
                                      <p:stCondLst>
                                        <p:cond delay="250"/>
                                      </p:stCondLst>
                                      <p:childTnLst>
                                        <p:set>
                                          <p:cBhvr>
                                            <p:cTn id="10" dur="1" fill="hold">
                                              <p:stCondLst>
                                                <p:cond delay="0"/>
                                              </p:stCondLst>
                                            </p:cTn>
                                            <p:tgtEl>
                                              <p:spTgt spid="17">
                                                <p:txEl>
                                                  <p:pRg st="0" end="0"/>
                                                </p:txEl>
                                              </p:spTgt>
                                            </p:tgtEl>
                                            <p:attrNameLst>
                                              <p:attrName>style.visibility</p:attrName>
                                            </p:attrNameLst>
                                          </p:cBhvr>
                                          <p:to>
                                            <p:strVal val="visible"/>
                                          </p:to>
                                        </p:set>
                                        <p:anim calcmode="lin" valueType="num" p14:bounceEnd="67000">
                                          <p:cBhvr additive="base">
                                            <p:cTn id="11" dur="1000" fill="hold"/>
                                            <p:tgtEl>
                                              <p:spTgt spid="17">
                                                <p:txEl>
                                                  <p:pRg st="0" end="0"/>
                                                </p:txEl>
                                              </p:spTgt>
                                            </p:tgtEl>
                                            <p:attrNameLst>
                                              <p:attrName>ppt_x</p:attrName>
                                            </p:attrNameLst>
                                          </p:cBhvr>
                                          <p:tavLst>
                                            <p:tav tm="0">
                                              <p:val>
                                                <p:strVal val="0-#ppt_w/2"/>
                                              </p:val>
                                            </p:tav>
                                            <p:tav tm="100000">
                                              <p:val>
                                                <p:strVal val="#ppt_x"/>
                                              </p:val>
                                            </p:tav>
                                          </p:tavLst>
                                        </p:anim>
                                        <p:anim calcmode="lin" valueType="num" p14:bounceEnd="67000">
                                          <p:cBhvr additive="base">
                                            <p:cTn id="12" dur="1000" fill="hold"/>
                                            <p:tgtEl>
                                              <p:spTgt spid="17">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14:presetBounceEnd="67000">
                                      <p:stCondLst>
                                        <p:cond delay="250"/>
                                      </p:stCondLst>
                                      <p:childTnLst>
                                        <p:set>
                                          <p:cBhvr>
                                            <p:cTn id="14" dur="1" fill="hold">
                                              <p:stCondLst>
                                                <p:cond delay="0"/>
                                              </p:stCondLst>
                                            </p:cTn>
                                            <p:tgtEl>
                                              <p:spTgt spid="19"/>
                                            </p:tgtEl>
                                            <p:attrNameLst>
                                              <p:attrName>style.visibility</p:attrName>
                                            </p:attrNameLst>
                                          </p:cBhvr>
                                          <p:to>
                                            <p:strVal val="visible"/>
                                          </p:to>
                                        </p:set>
                                        <p:anim calcmode="lin" valueType="num" p14:bounceEnd="67000">
                                          <p:cBhvr additive="base">
                                            <p:cTn id="15" dur="1000" fill="hold"/>
                                            <p:tgtEl>
                                              <p:spTgt spid="19"/>
                                            </p:tgtEl>
                                            <p:attrNameLst>
                                              <p:attrName>ppt_x</p:attrName>
                                            </p:attrNameLst>
                                          </p:cBhvr>
                                          <p:tavLst>
                                            <p:tav tm="0">
                                              <p:val>
                                                <p:strVal val="0-#ppt_w/2"/>
                                              </p:val>
                                            </p:tav>
                                            <p:tav tm="100000">
                                              <p:val>
                                                <p:strVal val="#ppt_x"/>
                                              </p:val>
                                            </p:tav>
                                          </p:tavLst>
                                        </p:anim>
                                        <p:anim calcmode="lin" valueType="num" p14:bounceEnd="67000">
                                          <p:cBhvr additive="base">
                                            <p:cTn id="16" dur="10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1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fill="hold"/>
                                            <p:tgtEl>
                                              <p:spTgt spid="12"/>
                                            </p:tgtEl>
                                            <p:attrNameLst>
                                              <p:attrName>ppt_x</p:attrName>
                                            </p:attrNameLst>
                                          </p:cBhvr>
                                          <p:tavLst>
                                            <p:tav tm="0">
                                              <p:val>
                                                <p:strVal val="#ppt_x"/>
                                              </p:val>
                                            </p:tav>
                                            <p:tav tm="100000">
                                              <p:val>
                                                <p:strVal val="#ppt_x"/>
                                              </p:val>
                                            </p:tav>
                                          </p:tavLst>
                                        </p:anim>
                                        <p:anim calcmode="lin" valueType="num">
                                          <p:cBhvr additive="base">
                                            <p:cTn id="8" dur="10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8" fill="hold" grpId="0" nodeType="withEffect">
                                      <p:stCondLst>
                                        <p:cond delay="250"/>
                                      </p:stCondLst>
                                      <p:childTnLst>
                                        <p:set>
                                          <p:cBhvr>
                                            <p:cTn id="10" dur="1" fill="hold">
                                              <p:stCondLst>
                                                <p:cond delay="0"/>
                                              </p:stCondLst>
                                            </p:cTn>
                                            <p:tgtEl>
                                              <p:spTgt spid="17">
                                                <p:txEl>
                                                  <p:pRg st="0" end="0"/>
                                                </p:txEl>
                                              </p:spTgt>
                                            </p:tgtEl>
                                            <p:attrNameLst>
                                              <p:attrName>style.visibility</p:attrName>
                                            </p:attrNameLst>
                                          </p:cBhvr>
                                          <p:to>
                                            <p:strVal val="visible"/>
                                          </p:to>
                                        </p:set>
                                        <p:anim calcmode="lin" valueType="num">
                                          <p:cBhvr additive="base">
                                            <p:cTn id="11" dur="1000" fill="hold"/>
                                            <p:tgtEl>
                                              <p:spTgt spid="17">
                                                <p:txEl>
                                                  <p:pRg st="0" end="0"/>
                                                </p:txEl>
                                              </p:spTgt>
                                            </p:tgtEl>
                                            <p:attrNameLst>
                                              <p:attrName>ppt_x</p:attrName>
                                            </p:attrNameLst>
                                          </p:cBhvr>
                                          <p:tavLst>
                                            <p:tav tm="0">
                                              <p:val>
                                                <p:strVal val="0-#ppt_w/2"/>
                                              </p:val>
                                            </p:tav>
                                            <p:tav tm="100000">
                                              <p:val>
                                                <p:strVal val="#ppt_x"/>
                                              </p:val>
                                            </p:tav>
                                          </p:tavLst>
                                        </p:anim>
                                        <p:anim calcmode="lin" valueType="num">
                                          <p:cBhvr additive="base">
                                            <p:cTn id="12" dur="1000" fill="hold"/>
                                            <p:tgtEl>
                                              <p:spTgt spid="17">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25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1000" fill="hold"/>
                                            <p:tgtEl>
                                              <p:spTgt spid="19"/>
                                            </p:tgtEl>
                                            <p:attrNameLst>
                                              <p:attrName>ppt_x</p:attrName>
                                            </p:attrNameLst>
                                          </p:cBhvr>
                                          <p:tavLst>
                                            <p:tav tm="0">
                                              <p:val>
                                                <p:strVal val="0-#ppt_w/2"/>
                                              </p:val>
                                            </p:tav>
                                            <p:tav tm="100000">
                                              <p:val>
                                                <p:strVal val="#ppt_x"/>
                                              </p:val>
                                            </p:tav>
                                          </p:tavLst>
                                        </p:anim>
                                        <p:anim calcmode="lin" valueType="num">
                                          <p:cBhvr additive="base">
                                            <p:cTn id="16" dur="10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19" grpId="0"/>
        </p:bldLst>
      </p:timing>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Chart 19">
            <a:extLst>
              <a:ext uri="{FF2B5EF4-FFF2-40B4-BE49-F238E27FC236}">
                <a16:creationId xmlns:a16="http://schemas.microsoft.com/office/drawing/2014/main" id="{1D336176-7A7E-4A15-BD56-004855F40A31}"/>
              </a:ext>
            </a:extLst>
          </p:cNvPr>
          <p:cNvGraphicFramePr>
            <a:graphicFrameLocks/>
          </p:cNvGraphicFramePr>
          <p:nvPr>
            <p:extLst>
              <p:ext uri="{D42A27DB-BD31-4B8C-83A1-F6EECF244321}">
                <p14:modId xmlns:p14="http://schemas.microsoft.com/office/powerpoint/2010/main" val="1178720783"/>
              </p:ext>
            </p:extLst>
          </p:nvPr>
        </p:nvGraphicFramePr>
        <p:xfrm>
          <a:off x="716280" y="1916105"/>
          <a:ext cx="11932920" cy="4451164"/>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0139533C-3751-4B31-8184-E4AAACCDD9D2}"/>
              </a:ext>
            </a:extLst>
          </p:cNvPr>
          <p:cNvSpPr txBox="1"/>
          <p:nvPr/>
        </p:nvSpPr>
        <p:spPr>
          <a:xfrm>
            <a:off x="2743200" y="333188"/>
            <a:ext cx="6705600" cy="461665"/>
          </a:xfrm>
          <a:prstGeom prst="rect">
            <a:avLst/>
          </a:prstGeom>
          <a:noFill/>
        </p:spPr>
        <p:txBody>
          <a:bodyPr wrap="square" rtlCol="0">
            <a:spAutoFit/>
          </a:bodyPr>
          <a:lstStyle/>
          <a:p>
            <a:pPr algn="ctr"/>
            <a:r>
              <a:rPr lang="en-US" sz="2400">
                <a:latin typeface="Montserrat SemiBold" panose="00000700000000000000" pitchFamily="50" charset="-52"/>
              </a:rPr>
              <a:t>EDITABLE BUTTERFLY INFOGRAPHIC</a:t>
            </a:r>
            <a:endParaRPr lang="ru-UA" sz="2400">
              <a:latin typeface="Montserrat SemiBold" panose="00000700000000000000" pitchFamily="50" charset="-52"/>
            </a:endParaRPr>
          </a:p>
        </p:txBody>
      </p:sp>
      <p:sp>
        <p:nvSpPr>
          <p:cNvPr id="4" name="TextBox 3">
            <a:extLst>
              <a:ext uri="{FF2B5EF4-FFF2-40B4-BE49-F238E27FC236}">
                <a16:creationId xmlns:a16="http://schemas.microsoft.com/office/drawing/2014/main" id="{37DFB4D9-8A07-4C81-BCF6-031D57947F29}"/>
              </a:ext>
            </a:extLst>
          </p:cNvPr>
          <p:cNvSpPr txBox="1"/>
          <p:nvPr/>
        </p:nvSpPr>
        <p:spPr>
          <a:xfrm>
            <a:off x="5258271"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grpSp>
        <p:nvGrpSpPr>
          <p:cNvPr id="5" name="Shadow">
            <a:extLst>
              <a:ext uri="{FF2B5EF4-FFF2-40B4-BE49-F238E27FC236}">
                <a16:creationId xmlns:a16="http://schemas.microsoft.com/office/drawing/2014/main" id="{4584ACDC-107F-423F-894D-7774FCBC5666}"/>
              </a:ext>
            </a:extLst>
          </p:cNvPr>
          <p:cNvGrpSpPr/>
          <p:nvPr/>
        </p:nvGrpSpPr>
        <p:grpSpPr>
          <a:xfrm flipH="1">
            <a:off x="6150032" y="1700661"/>
            <a:ext cx="294923" cy="5157339"/>
            <a:chOff x="1390652" y="2150666"/>
            <a:chExt cx="269875" cy="1705769"/>
          </a:xfrm>
        </p:grpSpPr>
        <p:sp>
          <p:nvSpPr>
            <p:cNvPr id="6" name="Freeform 14">
              <a:extLst>
                <a:ext uri="{FF2B5EF4-FFF2-40B4-BE49-F238E27FC236}">
                  <a16:creationId xmlns:a16="http://schemas.microsoft.com/office/drawing/2014/main" id="{DA8807EA-8368-41F7-B440-89C40DA835CE}"/>
                </a:ext>
              </a:extLst>
            </p:cNvPr>
            <p:cNvSpPr>
              <a:spLocks/>
            </p:cNvSpPr>
            <p:nvPr/>
          </p:nvSpPr>
          <p:spPr bwMode="auto">
            <a:xfrm>
              <a:off x="1401763" y="2193132"/>
              <a:ext cx="242887" cy="1644650"/>
            </a:xfrm>
            <a:custGeom>
              <a:avLst/>
              <a:gdLst>
                <a:gd name="T0" fmla="*/ 153 w 153"/>
                <a:gd name="T1" fmla="*/ 0 h 1032"/>
                <a:gd name="T2" fmla="*/ 150 w 153"/>
                <a:gd name="T3" fmla="*/ 1032 h 1032"/>
                <a:gd name="T4" fmla="*/ 0 w 153"/>
                <a:gd name="T5" fmla="*/ 1032 h 1032"/>
                <a:gd name="T6" fmla="*/ 0 w 153"/>
                <a:gd name="T7" fmla="*/ 0 h 1032"/>
                <a:gd name="T8" fmla="*/ 153 w 153"/>
                <a:gd name="T9" fmla="*/ 0 h 1032"/>
              </a:gdLst>
              <a:ahLst/>
              <a:cxnLst>
                <a:cxn ang="0">
                  <a:pos x="T0" y="T1"/>
                </a:cxn>
                <a:cxn ang="0">
                  <a:pos x="T2" y="T3"/>
                </a:cxn>
                <a:cxn ang="0">
                  <a:pos x="T4" y="T5"/>
                </a:cxn>
                <a:cxn ang="0">
                  <a:pos x="T6" y="T7"/>
                </a:cxn>
                <a:cxn ang="0">
                  <a:pos x="T8" y="T9"/>
                </a:cxn>
              </a:cxnLst>
              <a:rect l="0" t="0" r="r" b="b"/>
              <a:pathLst>
                <a:path w="153" h="1032">
                  <a:moveTo>
                    <a:pt x="153" y="0"/>
                  </a:moveTo>
                  <a:lnTo>
                    <a:pt x="150" y="1032"/>
                  </a:lnTo>
                  <a:lnTo>
                    <a:pt x="0" y="1032"/>
                  </a:lnTo>
                  <a:lnTo>
                    <a:pt x="0" y="0"/>
                  </a:lnTo>
                  <a:lnTo>
                    <a:pt x="153" y="0"/>
                  </a:lnTo>
                  <a:close/>
                </a:path>
              </a:pathLst>
            </a:custGeom>
            <a:gradFill flip="none" rotWithShape="1">
              <a:gsLst>
                <a:gs pos="0">
                  <a:schemeClr val="bg1">
                    <a:alpha val="0"/>
                  </a:schemeClr>
                </a:gs>
                <a:gs pos="50000">
                  <a:schemeClr val="bg1"/>
                </a:gs>
                <a:gs pos="100000">
                  <a:schemeClr val="bg1">
                    <a:alpha val="0"/>
                  </a:schemeClr>
                </a:gs>
              </a:gsLst>
              <a:lin ang="5400000" scaled="0"/>
              <a:tileRect/>
            </a:gradFill>
            <a:ln>
              <a:noFill/>
            </a:ln>
            <a:effectLst>
              <a:outerShdw blurRad="101600" dist="101600" sx="95000" sy="95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7" name="Rectangle 6">
              <a:extLst>
                <a:ext uri="{FF2B5EF4-FFF2-40B4-BE49-F238E27FC236}">
                  <a16:creationId xmlns:a16="http://schemas.microsoft.com/office/drawing/2014/main" id="{F74E6FE7-10D9-4629-A616-83E8CA2F09D2}"/>
                </a:ext>
              </a:extLst>
            </p:cNvPr>
            <p:cNvSpPr/>
            <p:nvPr/>
          </p:nvSpPr>
          <p:spPr>
            <a:xfrm>
              <a:off x="1390652" y="2150666"/>
              <a:ext cx="269875" cy="17057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grpSp>
        <p:nvGrpSpPr>
          <p:cNvPr id="8" name="Shadow">
            <a:extLst>
              <a:ext uri="{FF2B5EF4-FFF2-40B4-BE49-F238E27FC236}">
                <a16:creationId xmlns:a16="http://schemas.microsoft.com/office/drawing/2014/main" id="{8345DEE2-4C03-42B3-BB92-F8DEB84F0FC8}"/>
              </a:ext>
            </a:extLst>
          </p:cNvPr>
          <p:cNvGrpSpPr/>
          <p:nvPr/>
        </p:nvGrpSpPr>
        <p:grpSpPr>
          <a:xfrm rot="10800000" flipH="1">
            <a:off x="5504221" y="1823377"/>
            <a:ext cx="429955" cy="5034622"/>
            <a:chOff x="1390652" y="2150666"/>
            <a:chExt cx="269875" cy="1705769"/>
          </a:xfrm>
        </p:grpSpPr>
        <p:sp>
          <p:nvSpPr>
            <p:cNvPr id="9" name="Freeform 14">
              <a:extLst>
                <a:ext uri="{FF2B5EF4-FFF2-40B4-BE49-F238E27FC236}">
                  <a16:creationId xmlns:a16="http://schemas.microsoft.com/office/drawing/2014/main" id="{36A1EB1B-3D42-4F72-8867-019305A9EF58}"/>
                </a:ext>
              </a:extLst>
            </p:cNvPr>
            <p:cNvSpPr>
              <a:spLocks/>
            </p:cNvSpPr>
            <p:nvPr/>
          </p:nvSpPr>
          <p:spPr bwMode="auto">
            <a:xfrm>
              <a:off x="1401763" y="2193132"/>
              <a:ext cx="242887" cy="1644650"/>
            </a:xfrm>
            <a:custGeom>
              <a:avLst/>
              <a:gdLst>
                <a:gd name="T0" fmla="*/ 153 w 153"/>
                <a:gd name="T1" fmla="*/ 0 h 1032"/>
                <a:gd name="T2" fmla="*/ 150 w 153"/>
                <a:gd name="T3" fmla="*/ 1032 h 1032"/>
                <a:gd name="T4" fmla="*/ 0 w 153"/>
                <a:gd name="T5" fmla="*/ 1032 h 1032"/>
                <a:gd name="T6" fmla="*/ 0 w 153"/>
                <a:gd name="T7" fmla="*/ 0 h 1032"/>
                <a:gd name="T8" fmla="*/ 153 w 153"/>
                <a:gd name="T9" fmla="*/ 0 h 1032"/>
              </a:gdLst>
              <a:ahLst/>
              <a:cxnLst>
                <a:cxn ang="0">
                  <a:pos x="T0" y="T1"/>
                </a:cxn>
                <a:cxn ang="0">
                  <a:pos x="T2" y="T3"/>
                </a:cxn>
                <a:cxn ang="0">
                  <a:pos x="T4" y="T5"/>
                </a:cxn>
                <a:cxn ang="0">
                  <a:pos x="T6" y="T7"/>
                </a:cxn>
                <a:cxn ang="0">
                  <a:pos x="T8" y="T9"/>
                </a:cxn>
              </a:cxnLst>
              <a:rect l="0" t="0" r="r" b="b"/>
              <a:pathLst>
                <a:path w="153" h="1032">
                  <a:moveTo>
                    <a:pt x="153" y="0"/>
                  </a:moveTo>
                  <a:lnTo>
                    <a:pt x="150" y="1032"/>
                  </a:lnTo>
                  <a:lnTo>
                    <a:pt x="0" y="1032"/>
                  </a:lnTo>
                  <a:lnTo>
                    <a:pt x="0" y="0"/>
                  </a:lnTo>
                  <a:lnTo>
                    <a:pt x="153" y="0"/>
                  </a:lnTo>
                  <a:close/>
                </a:path>
              </a:pathLst>
            </a:custGeom>
            <a:gradFill flip="none" rotWithShape="1">
              <a:gsLst>
                <a:gs pos="0">
                  <a:schemeClr val="bg1">
                    <a:alpha val="0"/>
                  </a:schemeClr>
                </a:gs>
                <a:gs pos="50000">
                  <a:schemeClr val="bg1"/>
                </a:gs>
                <a:gs pos="100000">
                  <a:schemeClr val="bg1">
                    <a:alpha val="0"/>
                  </a:schemeClr>
                </a:gs>
              </a:gsLst>
              <a:lin ang="5400000" scaled="0"/>
              <a:tileRect/>
            </a:gradFill>
            <a:ln>
              <a:noFill/>
            </a:ln>
            <a:effectLst>
              <a:outerShdw blurRad="152400" dist="101600" dir="12600000" sx="95000" sy="95000" algn="tl"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10" name="Rectangle 9">
              <a:extLst>
                <a:ext uri="{FF2B5EF4-FFF2-40B4-BE49-F238E27FC236}">
                  <a16:creationId xmlns:a16="http://schemas.microsoft.com/office/drawing/2014/main" id="{B4D80132-1B80-4834-B220-D74779A11D40}"/>
                </a:ext>
              </a:extLst>
            </p:cNvPr>
            <p:cNvSpPr/>
            <p:nvPr/>
          </p:nvSpPr>
          <p:spPr>
            <a:xfrm>
              <a:off x="1390652" y="2150666"/>
              <a:ext cx="269875" cy="17057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sp>
        <p:nvSpPr>
          <p:cNvPr id="11" name="Rectangle 37">
            <a:extLst>
              <a:ext uri="{FF2B5EF4-FFF2-40B4-BE49-F238E27FC236}">
                <a16:creationId xmlns:a16="http://schemas.microsoft.com/office/drawing/2014/main" id="{CCFF7564-A6DF-4880-974B-5BB66FDB2D63}"/>
              </a:ext>
            </a:extLst>
          </p:cNvPr>
          <p:cNvSpPr>
            <a:spLocks noChangeArrowheads="1"/>
          </p:cNvSpPr>
          <p:nvPr/>
        </p:nvSpPr>
        <p:spPr bwMode="auto">
          <a:xfrm>
            <a:off x="5673176" y="5723199"/>
            <a:ext cx="59471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1200" i="0" u="none" strike="noStrike" cap="none" normalizeH="0" baseline="0">
                <a:ln>
                  <a:noFill/>
                </a:ln>
                <a:effectLst/>
                <a:latin typeface="+mn-lt"/>
              </a:rPr>
              <a:t>STEP 01</a:t>
            </a:r>
            <a:endParaRPr kumimoji="0" lang="ru-UA" altLang="ru-UA" sz="1400" i="0" u="none" strike="noStrike" cap="none" normalizeH="0" baseline="0">
              <a:ln>
                <a:noFill/>
              </a:ln>
              <a:effectLst/>
              <a:latin typeface="+mn-lt"/>
            </a:endParaRPr>
          </a:p>
        </p:txBody>
      </p:sp>
      <p:sp>
        <p:nvSpPr>
          <p:cNvPr id="12" name="Rectangle 37">
            <a:extLst>
              <a:ext uri="{FF2B5EF4-FFF2-40B4-BE49-F238E27FC236}">
                <a16:creationId xmlns:a16="http://schemas.microsoft.com/office/drawing/2014/main" id="{0E1A0AFE-7F42-45E3-9EE1-49201FAC9DC7}"/>
              </a:ext>
            </a:extLst>
          </p:cNvPr>
          <p:cNvSpPr>
            <a:spLocks noChangeArrowheads="1"/>
          </p:cNvSpPr>
          <p:nvPr/>
        </p:nvSpPr>
        <p:spPr bwMode="auto">
          <a:xfrm>
            <a:off x="5657148" y="5026802"/>
            <a:ext cx="62677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1200" i="0" u="none" strike="noStrike" cap="none" normalizeH="0" baseline="0">
                <a:ln>
                  <a:noFill/>
                </a:ln>
                <a:effectLst/>
                <a:latin typeface="+mn-lt"/>
              </a:rPr>
              <a:t>STEP 02</a:t>
            </a:r>
            <a:endParaRPr kumimoji="0" lang="ru-UA" altLang="ru-UA" sz="1400" i="0" u="none" strike="noStrike" cap="none" normalizeH="0" baseline="0">
              <a:ln>
                <a:noFill/>
              </a:ln>
              <a:effectLst/>
              <a:latin typeface="+mn-lt"/>
            </a:endParaRPr>
          </a:p>
        </p:txBody>
      </p:sp>
      <p:sp>
        <p:nvSpPr>
          <p:cNvPr id="13" name="Rectangle 37">
            <a:extLst>
              <a:ext uri="{FF2B5EF4-FFF2-40B4-BE49-F238E27FC236}">
                <a16:creationId xmlns:a16="http://schemas.microsoft.com/office/drawing/2014/main" id="{CAB512F4-CD9D-4863-B024-A81C12ED97F6}"/>
              </a:ext>
            </a:extLst>
          </p:cNvPr>
          <p:cNvSpPr>
            <a:spLocks noChangeArrowheads="1"/>
          </p:cNvSpPr>
          <p:nvPr/>
        </p:nvSpPr>
        <p:spPr bwMode="auto">
          <a:xfrm>
            <a:off x="5657949" y="4336460"/>
            <a:ext cx="625171"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1200" i="0" u="none" strike="noStrike" cap="none" normalizeH="0" baseline="0">
                <a:ln>
                  <a:noFill/>
                </a:ln>
                <a:effectLst/>
                <a:latin typeface="+mn-lt"/>
              </a:rPr>
              <a:t>STEP 03</a:t>
            </a:r>
            <a:endParaRPr kumimoji="0" lang="ru-UA" altLang="ru-UA" sz="1400" i="0" u="none" strike="noStrike" cap="none" normalizeH="0" baseline="0">
              <a:ln>
                <a:noFill/>
              </a:ln>
              <a:effectLst/>
              <a:latin typeface="+mn-lt"/>
            </a:endParaRPr>
          </a:p>
        </p:txBody>
      </p:sp>
      <p:sp>
        <p:nvSpPr>
          <p:cNvPr id="14" name="Rectangle 37">
            <a:extLst>
              <a:ext uri="{FF2B5EF4-FFF2-40B4-BE49-F238E27FC236}">
                <a16:creationId xmlns:a16="http://schemas.microsoft.com/office/drawing/2014/main" id="{1F64FB2B-4767-4F1F-8C13-DF40D044EE8D}"/>
              </a:ext>
            </a:extLst>
          </p:cNvPr>
          <p:cNvSpPr>
            <a:spLocks noChangeArrowheads="1"/>
          </p:cNvSpPr>
          <p:nvPr/>
        </p:nvSpPr>
        <p:spPr bwMode="auto">
          <a:xfrm>
            <a:off x="5650736" y="3627952"/>
            <a:ext cx="63959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1200" i="0" u="none" strike="noStrike" cap="none" normalizeH="0" baseline="0">
                <a:ln>
                  <a:noFill/>
                </a:ln>
                <a:effectLst/>
                <a:latin typeface="+mn-lt"/>
              </a:rPr>
              <a:t>STEP 04</a:t>
            </a:r>
            <a:endParaRPr kumimoji="0" lang="ru-UA" altLang="ru-UA" sz="1400" i="0" u="none" strike="noStrike" cap="none" normalizeH="0" baseline="0">
              <a:ln>
                <a:noFill/>
              </a:ln>
              <a:effectLst/>
              <a:latin typeface="+mn-lt"/>
            </a:endParaRPr>
          </a:p>
        </p:txBody>
      </p:sp>
      <p:sp>
        <p:nvSpPr>
          <p:cNvPr id="15" name="Rectangle 37">
            <a:extLst>
              <a:ext uri="{FF2B5EF4-FFF2-40B4-BE49-F238E27FC236}">
                <a16:creationId xmlns:a16="http://schemas.microsoft.com/office/drawing/2014/main" id="{6F884A5B-144F-40E7-8A30-F8C70D506DC0}"/>
              </a:ext>
            </a:extLst>
          </p:cNvPr>
          <p:cNvSpPr>
            <a:spLocks noChangeArrowheads="1"/>
          </p:cNvSpPr>
          <p:nvPr/>
        </p:nvSpPr>
        <p:spPr bwMode="auto">
          <a:xfrm>
            <a:off x="5657949" y="2943666"/>
            <a:ext cx="625171"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1200" i="0" u="none" strike="noStrike" cap="none" normalizeH="0" baseline="0">
                <a:ln>
                  <a:noFill/>
                </a:ln>
                <a:effectLst/>
                <a:latin typeface="+mn-lt"/>
              </a:rPr>
              <a:t>STEP 05</a:t>
            </a:r>
            <a:endParaRPr kumimoji="0" lang="ru-UA" altLang="ru-UA" sz="1400" i="0" u="none" strike="noStrike" cap="none" normalizeH="0" baseline="0">
              <a:ln>
                <a:noFill/>
              </a:ln>
              <a:effectLst/>
              <a:latin typeface="+mn-lt"/>
            </a:endParaRPr>
          </a:p>
        </p:txBody>
      </p:sp>
      <p:sp>
        <p:nvSpPr>
          <p:cNvPr id="16" name="Rectangle 37">
            <a:extLst>
              <a:ext uri="{FF2B5EF4-FFF2-40B4-BE49-F238E27FC236}">
                <a16:creationId xmlns:a16="http://schemas.microsoft.com/office/drawing/2014/main" id="{87477D25-1E87-4FFF-A034-E581CAD81F48}"/>
              </a:ext>
            </a:extLst>
          </p:cNvPr>
          <p:cNvSpPr>
            <a:spLocks noChangeArrowheads="1"/>
          </p:cNvSpPr>
          <p:nvPr/>
        </p:nvSpPr>
        <p:spPr bwMode="auto">
          <a:xfrm>
            <a:off x="5654743" y="2283602"/>
            <a:ext cx="63158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1200" i="0" u="none" strike="noStrike" cap="none" normalizeH="0" baseline="0">
                <a:ln>
                  <a:noFill/>
                </a:ln>
                <a:effectLst/>
                <a:latin typeface="+mn-lt"/>
              </a:rPr>
              <a:t>STEP 06</a:t>
            </a:r>
            <a:endParaRPr kumimoji="0" lang="ru-UA" altLang="ru-UA" sz="1400" i="0" u="none" strike="noStrike" cap="none" normalizeH="0" baseline="0">
              <a:ln>
                <a:noFill/>
              </a:ln>
              <a:effectLst/>
              <a:latin typeface="+mn-lt"/>
            </a:endParaRPr>
          </a:p>
        </p:txBody>
      </p:sp>
      <p:sp>
        <p:nvSpPr>
          <p:cNvPr id="17" name="Rectangle 37">
            <a:extLst>
              <a:ext uri="{FF2B5EF4-FFF2-40B4-BE49-F238E27FC236}">
                <a16:creationId xmlns:a16="http://schemas.microsoft.com/office/drawing/2014/main" id="{85CDCBF7-034A-4DF5-A449-4249A2D6026A}"/>
              </a:ext>
            </a:extLst>
          </p:cNvPr>
          <p:cNvSpPr>
            <a:spLocks noChangeArrowheads="1"/>
          </p:cNvSpPr>
          <p:nvPr/>
        </p:nvSpPr>
        <p:spPr bwMode="auto">
          <a:xfrm>
            <a:off x="4189607" y="1700661"/>
            <a:ext cx="75180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1400" i="0" u="none" strike="noStrike" cap="none" normalizeH="0" baseline="0">
                <a:ln>
                  <a:noFill/>
                </a:ln>
                <a:effectLst/>
                <a:latin typeface="+mn-lt"/>
              </a:rPr>
              <a:t>TEAM 01</a:t>
            </a:r>
            <a:endParaRPr kumimoji="0" lang="ru-UA" altLang="ru-UA" sz="1600" i="0" u="none" strike="noStrike" cap="none" normalizeH="0" baseline="0">
              <a:ln>
                <a:noFill/>
              </a:ln>
              <a:effectLst/>
              <a:latin typeface="+mn-lt"/>
            </a:endParaRPr>
          </a:p>
        </p:txBody>
      </p:sp>
      <p:sp>
        <p:nvSpPr>
          <p:cNvPr id="18" name="Rectangle 37">
            <a:extLst>
              <a:ext uri="{FF2B5EF4-FFF2-40B4-BE49-F238E27FC236}">
                <a16:creationId xmlns:a16="http://schemas.microsoft.com/office/drawing/2014/main" id="{332BCD86-4E49-447F-8515-4174F8006D49}"/>
              </a:ext>
            </a:extLst>
          </p:cNvPr>
          <p:cNvSpPr>
            <a:spLocks noChangeArrowheads="1"/>
          </p:cNvSpPr>
          <p:nvPr/>
        </p:nvSpPr>
        <p:spPr bwMode="auto">
          <a:xfrm>
            <a:off x="7020251" y="1700661"/>
            <a:ext cx="79028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1400" i="0" u="none" strike="noStrike" cap="none" normalizeH="0" baseline="0">
                <a:ln>
                  <a:noFill/>
                </a:ln>
                <a:effectLst/>
                <a:latin typeface="+mn-lt"/>
              </a:rPr>
              <a:t>TEAM 02</a:t>
            </a:r>
            <a:endParaRPr kumimoji="0" lang="ru-UA" altLang="ru-UA" sz="1600" i="0" u="none" strike="noStrike" cap="none" normalizeH="0" baseline="0">
              <a:ln>
                <a:noFill/>
              </a:ln>
              <a:effectLst/>
              <a:latin typeface="+mn-lt"/>
            </a:endParaRPr>
          </a:p>
        </p:txBody>
      </p:sp>
    </p:spTree>
    <p:extLst>
      <p:ext uri="{BB962C8B-B14F-4D97-AF65-F5344CB8AC3E}">
        <p14:creationId xmlns:p14="http://schemas.microsoft.com/office/powerpoint/2010/main" val="1746242435"/>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20">
                                                <p:graphicEl>
                                                  <a:chart seriesIdx="-3" categoryIdx="-3" bldStep="gridLegend"/>
                                                </p:graphicEl>
                                              </p:spTgt>
                                            </p:tgtEl>
                                            <p:attrNameLst>
                                              <p:attrName>style.visibility</p:attrName>
                                            </p:attrNameLst>
                                          </p:cBhvr>
                                          <p:to>
                                            <p:strVal val="visible"/>
                                          </p:to>
                                        </p:set>
                                        <p:animEffect transition="in" filter="barn(outVertical)">
                                          <p:cBhvr>
                                            <p:cTn id="7" dur="500"/>
                                            <p:tgtEl>
                                              <p:spTgt spid="20">
                                                <p:graphicEl>
                                                  <a:chart seriesIdx="-3" categoryIdx="-3" bldStep="gridLegend"/>
                                                </p:graphicEl>
                                              </p:spTgt>
                                            </p:tgtEl>
                                          </p:cBhvr>
                                        </p:animEffect>
                                      </p:childTnLst>
                                    </p:cTn>
                                  </p:par>
                                  <p:par>
                                    <p:cTn id="8" presetID="16" presetClass="entr" presetSubtype="37" fill="hold" grpId="0" nodeType="withEffect">
                                      <p:stCondLst>
                                        <p:cond delay="250"/>
                                      </p:stCondLst>
                                      <p:childTnLst>
                                        <p:set>
                                          <p:cBhvr>
                                            <p:cTn id="9" dur="1" fill="hold">
                                              <p:stCondLst>
                                                <p:cond delay="0"/>
                                              </p:stCondLst>
                                            </p:cTn>
                                            <p:tgtEl>
                                              <p:spTgt spid="20">
                                                <p:graphicEl>
                                                  <a:chart seriesIdx="-4" categoryIdx="0" bldStep="category"/>
                                                </p:graphicEl>
                                              </p:spTgt>
                                            </p:tgtEl>
                                            <p:attrNameLst>
                                              <p:attrName>style.visibility</p:attrName>
                                            </p:attrNameLst>
                                          </p:cBhvr>
                                          <p:to>
                                            <p:strVal val="visible"/>
                                          </p:to>
                                        </p:set>
                                        <p:animEffect transition="in" filter="barn(outVertical)">
                                          <p:cBhvr>
                                            <p:cTn id="10" dur="500"/>
                                            <p:tgtEl>
                                              <p:spTgt spid="20">
                                                <p:graphicEl>
                                                  <a:chart seriesIdx="-4" categoryIdx="0" bldStep="category"/>
                                                </p:graphicEl>
                                              </p:spTgt>
                                            </p:tgtEl>
                                          </p:cBhvr>
                                        </p:animEffect>
                                      </p:childTnLst>
                                    </p:cTn>
                                  </p:par>
                                  <p:par>
                                    <p:cTn id="11" presetID="16" presetClass="entr" presetSubtype="37" fill="hold" grpId="0" nodeType="withEffect">
                                      <p:stCondLst>
                                        <p:cond delay="500"/>
                                      </p:stCondLst>
                                      <p:childTnLst>
                                        <p:set>
                                          <p:cBhvr>
                                            <p:cTn id="12" dur="1" fill="hold">
                                              <p:stCondLst>
                                                <p:cond delay="0"/>
                                              </p:stCondLst>
                                            </p:cTn>
                                            <p:tgtEl>
                                              <p:spTgt spid="20">
                                                <p:graphicEl>
                                                  <a:chart seriesIdx="-4" categoryIdx="1" bldStep="category"/>
                                                </p:graphicEl>
                                              </p:spTgt>
                                            </p:tgtEl>
                                            <p:attrNameLst>
                                              <p:attrName>style.visibility</p:attrName>
                                            </p:attrNameLst>
                                          </p:cBhvr>
                                          <p:to>
                                            <p:strVal val="visible"/>
                                          </p:to>
                                        </p:set>
                                        <p:animEffect transition="in" filter="barn(outVertical)">
                                          <p:cBhvr>
                                            <p:cTn id="13" dur="500"/>
                                            <p:tgtEl>
                                              <p:spTgt spid="20">
                                                <p:graphicEl>
                                                  <a:chart seriesIdx="-4" categoryIdx="1" bldStep="category"/>
                                                </p:graphicEl>
                                              </p:spTgt>
                                            </p:tgtEl>
                                          </p:cBhvr>
                                        </p:animEffect>
                                      </p:childTnLst>
                                    </p:cTn>
                                  </p:par>
                                  <p:par>
                                    <p:cTn id="14" presetID="16" presetClass="entr" presetSubtype="37" fill="hold" grpId="0" nodeType="withEffect">
                                      <p:stCondLst>
                                        <p:cond delay="750"/>
                                      </p:stCondLst>
                                      <p:childTnLst>
                                        <p:set>
                                          <p:cBhvr>
                                            <p:cTn id="15" dur="1" fill="hold">
                                              <p:stCondLst>
                                                <p:cond delay="0"/>
                                              </p:stCondLst>
                                            </p:cTn>
                                            <p:tgtEl>
                                              <p:spTgt spid="20">
                                                <p:graphicEl>
                                                  <a:chart seriesIdx="-4" categoryIdx="2" bldStep="category"/>
                                                </p:graphicEl>
                                              </p:spTgt>
                                            </p:tgtEl>
                                            <p:attrNameLst>
                                              <p:attrName>style.visibility</p:attrName>
                                            </p:attrNameLst>
                                          </p:cBhvr>
                                          <p:to>
                                            <p:strVal val="visible"/>
                                          </p:to>
                                        </p:set>
                                        <p:animEffect transition="in" filter="barn(outVertical)">
                                          <p:cBhvr>
                                            <p:cTn id="16" dur="500"/>
                                            <p:tgtEl>
                                              <p:spTgt spid="20">
                                                <p:graphicEl>
                                                  <a:chart seriesIdx="-4" categoryIdx="2" bldStep="category"/>
                                                </p:graphicEl>
                                              </p:spTgt>
                                            </p:tgtEl>
                                          </p:cBhvr>
                                        </p:animEffect>
                                      </p:childTnLst>
                                    </p:cTn>
                                  </p:par>
                                  <p:par>
                                    <p:cTn id="17" presetID="16" presetClass="entr" presetSubtype="37" fill="hold" grpId="0" nodeType="withEffect">
                                      <p:stCondLst>
                                        <p:cond delay="1000"/>
                                      </p:stCondLst>
                                      <p:childTnLst>
                                        <p:set>
                                          <p:cBhvr>
                                            <p:cTn id="18" dur="1" fill="hold">
                                              <p:stCondLst>
                                                <p:cond delay="0"/>
                                              </p:stCondLst>
                                            </p:cTn>
                                            <p:tgtEl>
                                              <p:spTgt spid="20">
                                                <p:graphicEl>
                                                  <a:chart seriesIdx="-4" categoryIdx="3" bldStep="category"/>
                                                </p:graphicEl>
                                              </p:spTgt>
                                            </p:tgtEl>
                                            <p:attrNameLst>
                                              <p:attrName>style.visibility</p:attrName>
                                            </p:attrNameLst>
                                          </p:cBhvr>
                                          <p:to>
                                            <p:strVal val="visible"/>
                                          </p:to>
                                        </p:set>
                                        <p:animEffect transition="in" filter="barn(outVertical)">
                                          <p:cBhvr>
                                            <p:cTn id="19" dur="500"/>
                                            <p:tgtEl>
                                              <p:spTgt spid="20">
                                                <p:graphicEl>
                                                  <a:chart seriesIdx="-4" categoryIdx="3" bldStep="category"/>
                                                </p:graphicEl>
                                              </p:spTgt>
                                            </p:tgtEl>
                                          </p:cBhvr>
                                        </p:animEffect>
                                      </p:childTnLst>
                                    </p:cTn>
                                  </p:par>
                                  <p:par>
                                    <p:cTn id="20" presetID="16" presetClass="entr" presetSubtype="37" fill="hold" grpId="0" nodeType="withEffect">
                                      <p:stCondLst>
                                        <p:cond delay="1250"/>
                                      </p:stCondLst>
                                      <p:childTnLst>
                                        <p:set>
                                          <p:cBhvr>
                                            <p:cTn id="21" dur="1" fill="hold">
                                              <p:stCondLst>
                                                <p:cond delay="0"/>
                                              </p:stCondLst>
                                            </p:cTn>
                                            <p:tgtEl>
                                              <p:spTgt spid="20">
                                                <p:graphicEl>
                                                  <a:chart seriesIdx="-4" categoryIdx="4" bldStep="category"/>
                                                </p:graphicEl>
                                              </p:spTgt>
                                            </p:tgtEl>
                                            <p:attrNameLst>
                                              <p:attrName>style.visibility</p:attrName>
                                            </p:attrNameLst>
                                          </p:cBhvr>
                                          <p:to>
                                            <p:strVal val="visible"/>
                                          </p:to>
                                        </p:set>
                                        <p:animEffect transition="in" filter="barn(outVertical)">
                                          <p:cBhvr>
                                            <p:cTn id="22" dur="500"/>
                                            <p:tgtEl>
                                              <p:spTgt spid="20">
                                                <p:graphicEl>
                                                  <a:chart seriesIdx="-4" categoryIdx="4" bldStep="category"/>
                                                </p:graphicEl>
                                              </p:spTgt>
                                            </p:tgtEl>
                                          </p:cBhvr>
                                        </p:animEffect>
                                      </p:childTnLst>
                                    </p:cTn>
                                  </p:par>
                                  <p:par>
                                    <p:cTn id="23" presetID="16" presetClass="entr" presetSubtype="37" fill="hold" grpId="0" nodeType="withEffect">
                                      <p:stCondLst>
                                        <p:cond delay="1500"/>
                                      </p:stCondLst>
                                      <p:childTnLst>
                                        <p:set>
                                          <p:cBhvr>
                                            <p:cTn id="24" dur="1" fill="hold">
                                              <p:stCondLst>
                                                <p:cond delay="0"/>
                                              </p:stCondLst>
                                            </p:cTn>
                                            <p:tgtEl>
                                              <p:spTgt spid="20">
                                                <p:graphicEl>
                                                  <a:chart seriesIdx="-4" categoryIdx="5" bldStep="category"/>
                                                </p:graphicEl>
                                              </p:spTgt>
                                            </p:tgtEl>
                                            <p:attrNameLst>
                                              <p:attrName>style.visibility</p:attrName>
                                            </p:attrNameLst>
                                          </p:cBhvr>
                                          <p:to>
                                            <p:strVal val="visible"/>
                                          </p:to>
                                        </p:set>
                                        <p:animEffect transition="in" filter="barn(outVertical)">
                                          <p:cBhvr>
                                            <p:cTn id="25" dur="500"/>
                                            <p:tgtEl>
                                              <p:spTgt spid="20">
                                                <p:graphicEl>
                                                  <a:chart seriesIdx="-4" categoryIdx="5" bldStep="category"/>
                                                </p:graphicEl>
                                              </p:spTgt>
                                            </p:tgtEl>
                                          </p:cBhvr>
                                        </p:animEffect>
                                      </p:childTnLst>
                                    </p:cTn>
                                  </p:par>
                                  <p:par>
                                    <p:cTn id="26" presetID="10" presetClass="entr" presetSubtype="0" fill="hold" nodeType="withEffect">
                                      <p:stCondLst>
                                        <p:cond delay="25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nodeType="withEffect">
                                      <p:stCondLst>
                                        <p:cond delay="25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par>
                                    <p:cTn id="32" presetID="10" presetClass="entr" presetSubtype="0" fill="hold" grpId="0" nodeType="withEffect">
                                      <p:stCondLst>
                                        <p:cond delay="5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750"/>
                                            <p:tgtEl>
                                              <p:spTgt spid="11"/>
                                            </p:tgtEl>
                                          </p:cBhvr>
                                        </p:animEffect>
                                      </p:childTnLst>
                                    </p:cTn>
                                  </p:par>
                                  <p:par>
                                    <p:cTn id="35" presetID="10" presetClass="entr" presetSubtype="0" fill="hold" grpId="0" nodeType="withEffect">
                                      <p:stCondLst>
                                        <p:cond delay="7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750"/>
                                            <p:tgtEl>
                                              <p:spTgt spid="12"/>
                                            </p:tgtEl>
                                          </p:cBhvr>
                                        </p:animEffect>
                                      </p:childTnLst>
                                    </p:cTn>
                                  </p:par>
                                  <p:par>
                                    <p:cTn id="38" presetID="10" presetClass="entr" presetSubtype="0" fill="hold" grpId="0" nodeType="withEffect">
                                      <p:stCondLst>
                                        <p:cond delay="100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750"/>
                                            <p:tgtEl>
                                              <p:spTgt spid="13"/>
                                            </p:tgtEl>
                                          </p:cBhvr>
                                        </p:animEffect>
                                      </p:childTnLst>
                                    </p:cTn>
                                  </p:par>
                                  <p:par>
                                    <p:cTn id="41" presetID="10" presetClass="entr" presetSubtype="0" fill="hold" grpId="0" nodeType="withEffect">
                                      <p:stCondLst>
                                        <p:cond delay="125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750"/>
                                            <p:tgtEl>
                                              <p:spTgt spid="14"/>
                                            </p:tgtEl>
                                          </p:cBhvr>
                                        </p:animEffect>
                                      </p:childTnLst>
                                    </p:cTn>
                                  </p:par>
                                  <p:par>
                                    <p:cTn id="44" presetID="10" presetClass="entr" presetSubtype="0" fill="hold" grpId="0" nodeType="withEffect">
                                      <p:stCondLst>
                                        <p:cond delay="150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750"/>
                                            <p:tgtEl>
                                              <p:spTgt spid="15"/>
                                            </p:tgtEl>
                                          </p:cBhvr>
                                        </p:animEffect>
                                      </p:childTnLst>
                                    </p:cTn>
                                  </p:par>
                                  <p:par>
                                    <p:cTn id="47" presetID="10" presetClass="entr" presetSubtype="0" fill="hold" grpId="0" nodeType="withEffect">
                                      <p:stCondLst>
                                        <p:cond delay="175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750"/>
                                            <p:tgtEl>
                                              <p:spTgt spid="16"/>
                                            </p:tgtEl>
                                          </p:cBhvr>
                                        </p:animEffect>
                                      </p:childTnLst>
                                    </p:cTn>
                                  </p:par>
                                  <p:par>
                                    <p:cTn id="50" presetID="2" presetClass="entr" presetSubtype="8" fill="hold" grpId="0" nodeType="withEffect" p14:presetBounceEnd="67000">
                                      <p:stCondLst>
                                        <p:cond delay="1750"/>
                                      </p:stCondLst>
                                      <p:childTnLst>
                                        <p:set>
                                          <p:cBhvr>
                                            <p:cTn id="51" dur="1" fill="hold">
                                              <p:stCondLst>
                                                <p:cond delay="0"/>
                                              </p:stCondLst>
                                            </p:cTn>
                                            <p:tgtEl>
                                              <p:spTgt spid="17"/>
                                            </p:tgtEl>
                                            <p:attrNameLst>
                                              <p:attrName>style.visibility</p:attrName>
                                            </p:attrNameLst>
                                          </p:cBhvr>
                                          <p:to>
                                            <p:strVal val="visible"/>
                                          </p:to>
                                        </p:set>
                                        <p:anim calcmode="lin" valueType="num" p14:bounceEnd="67000">
                                          <p:cBhvr additive="base">
                                            <p:cTn id="52" dur="1000" fill="hold"/>
                                            <p:tgtEl>
                                              <p:spTgt spid="17"/>
                                            </p:tgtEl>
                                            <p:attrNameLst>
                                              <p:attrName>ppt_x</p:attrName>
                                            </p:attrNameLst>
                                          </p:cBhvr>
                                          <p:tavLst>
                                            <p:tav tm="0">
                                              <p:val>
                                                <p:strVal val="0-#ppt_w/2"/>
                                              </p:val>
                                            </p:tav>
                                            <p:tav tm="100000">
                                              <p:val>
                                                <p:strVal val="#ppt_x"/>
                                              </p:val>
                                            </p:tav>
                                          </p:tavLst>
                                        </p:anim>
                                        <p:anim calcmode="lin" valueType="num" p14:bounceEnd="67000">
                                          <p:cBhvr additive="base">
                                            <p:cTn id="53" dur="1000" fill="hold"/>
                                            <p:tgtEl>
                                              <p:spTgt spid="17"/>
                                            </p:tgtEl>
                                            <p:attrNameLst>
                                              <p:attrName>ppt_y</p:attrName>
                                            </p:attrNameLst>
                                          </p:cBhvr>
                                          <p:tavLst>
                                            <p:tav tm="0">
                                              <p:val>
                                                <p:strVal val="#ppt_y"/>
                                              </p:val>
                                            </p:tav>
                                            <p:tav tm="100000">
                                              <p:val>
                                                <p:strVal val="#ppt_y"/>
                                              </p:val>
                                            </p:tav>
                                          </p:tavLst>
                                        </p:anim>
                                      </p:childTnLst>
                                    </p:cTn>
                                  </p:par>
                                  <p:par>
                                    <p:cTn id="54" presetID="2" presetClass="entr" presetSubtype="2" fill="hold" grpId="0" nodeType="withEffect" p14:presetBounceEnd="67000">
                                      <p:stCondLst>
                                        <p:cond delay="1750"/>
                                      </p:stCondLst>
                                      <p:childTnLst>
                                        <p:set>
                                          <p:cBhvr>
                                            <p:cTn id="55" dur="1" fill="hold">
                                              <p:stCondLst>
                                                <p:cond delay="0"/>
                                              </p:stCondLst>
                                            </p:cTn>
                                            <p:tgtEl>
                                              <p:spTgt spid="18"/>
                                            </p:tgtEl>
                                            <p:attrNameLst>
                                              <p:attrName>style.visibility</p:attrName>
                                            </p:attrNameLst>
                                          </p:cBhvr>
                                          <p:to>
                                            <p:strVal val="visible"/>
                                          </p:to>
                                        </p:set>
                                        <p:anim calcmode="lin" valueType="num" p14:bounceEnd="67000">
                                          <p:cBhvr additive="base">
                                            <p:cTn id="56" dur="1000" fill="hold"/>
                                            <p:tgtEl>
                                              <p:spTgt spid="18"/>
                                            </p:tgtEl>
                                            <p:attrNameLst>
                                              <p:attrName>ppt_x</p:attrName>
                                            </p:attrNameLst>
                                          </p:cBhvr>
                                          <p:tavLst>
                                            <p:tav tm="0">
                                              <p:val>
                                                <p:strVal val="1+#ppt_w/2"/>
                                              </p:val>
                                            </p:tav>
                                            <p:tav tm="100000">
                                              <p:val>
                                                <p:strVal val="#ppt_x"/>
                                              </p:val>
                                            </p:tav>
                                          </p:tavLst>
                                        </p:anim>
                                        <p:anim calcmode="lin" valueType="num" p14:bounceEnd="67000">
                                          <p:cBhvr additive="base">
                                            <p:cTn id="57" dur="10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0" grpId="0" uiExpand="1">
            <p:bldSub>
              <a:bldChart bld="category"/>
            </p:bldSub>
          </p:bldGraphic>
          <p:bldP spid="11" grpId="0"/>
          <p:bldP spid="12" grpId="0"/>
          <p:bldP spid="13" grpId="0"/>
          <p:bldP spid="14" grpId="0"/>
          <p:bldP spid="15" grpId="0"/>
          <p:bldP spid="16" grpId="0"/>
          <p:bldP spid="17" grpId="0"/>
          <p:bldP spid="1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20">
                                                <p:graphicEl>
                                                  <a:chart seriesIdx="-3" categoryIdx="-3" bldStep="gridLegend"/>
                                                </p:graphicEl>
                                              </p:spTgt>
                                            </p:tgtEl>
                                            <p:attrNameLst>
                                              <p:attrName>style.visibility</p:attrName>
                                            </p:attrNameLst>
                                          </p:cBhvr>
                                          <p:to>
                                            <p:strVal val="visible"/>
                                          </p:to>
                                        </p:set>
                                        <p:animEffect transition="in" filter="barn(outVertical)">
                                          <p:cBhvr>
                                            <p:cTn id="7" dur="500"/>
                                            <p:tgtEl>
                                              <p:spTgt spid="20">
                                                <p:graphicEl>
                                                  <a:chart seriesIdx="-3" categoryIdx="-3" bldStep="gridLegend"/>
                                                </p:graphicEl>
                                              </p:spTgt>
                                            </p:tgtEl>
                                          </p:cBhvr>
                                        </p:animEffect>
                                      </p:childTnLst>
                                    </p:cTn>
                                  </p:par>
                                  <p:par>
                                    <p:cTn id="8" presetID="16" presetClass="entr" presetSubtype="37" fill="hold" grpId="0" nodeType="withEffect">
                                      <p:stCondLst>
                                        <p:cond delay="250"/>
                                      </p:stCondLst>
                                      <p:childTnLst>
                                        <p:set>
                                          <p:cBhvr>
                                            <p:cTn id="9" dur="1" fill="hold">
                                              <p:stCondLst>
                                                <p:cond delay="0"/>
                                              </p:stCondLst>
                                            </p:cTn>
                                            <p:tgtEl>
                                              <p:spTgt spid="20">
                                                <p:graphicEl>
                                                  <a:chart seriesIdx="-4" categoryIdx="0" bldStep="category"/>
                                                </p:graphicEl>
                                              </p:spTgt>
                                            </p:tgtEl>
                                            <p:attrNameLst>
                                              <p:attrName>style.visibility</p:attrName>
                                            </p:attrNameLst>
                                          </p:cBhvr>
                                          <p:to>
                                            <p:strVal val="visible"/>
                                          </p:to>
                                        </p:set>
                                        <p:animEffect transition="in" filter="barn(outVertical)">
                                          <p:cBhvr>
                                            <p:cTn id="10" dur="500"/>
                                            <p:tgtEl>
                                              <p:spTgt spid="20">
                                                <p:graphicEl>
                                                  <a:chart seriesIdx="-4" categoryIdx="0" bldStep="category"/>
                                                </p:graphicEl>
                                              </p:spTgt>
                                            </p:tgtEl>
                                          </p:cBhvr>
                                        </p:animEffect>
                                      </p:childTnLst>
                                    </p:cTn>
                                  </p:par>
                                  <p:par>
                                    <p:cTn id="11" presetID="16" presetClass="entr" presetSubtype="37" fill="hold" grpId="0" nodeType="withEffect">
                                      <p:stCondLst>
                                        <p:cond delay="500"/>
                                      </p:stCondLst>
                                      <p:childTnLst>
                                        <p:set>
                                          <p:cBhvr>
                                            <p:cTn id="12" dur="1" fill="hold">
                                              <p:stCondLst>
                                                <p:cond delay="0"/>
                                              </p:stCondLst>
                                            </p:cTn>
                                            <p:tgtEl>
                                              <p:spTgt spid="20">
                                                <p:graphicEl>
                                                  <a:chart seriesIdx="-4" categoryIdx="1" bldStep="category"/>
                                                </p:graphicEl>
                                              </p:spTgt>
                                            </p:tgtEl>
                                            <p:attrNameLst>
                                              <p:attrName>style.visibility</p:attrName>
                                            </p:attrNameLst>
                                          </p:cBhvr>
                                          <p:to>
                                            <p:strVal val="visible"/>
                                          </p:to>
                                        </p:set>
                                        <p:animEffect transition="in" filter="barn(outVertical)">
                                          <p:cBhvr>
                                            <p:cTn id="13" dur="500"/>
                                            <p:tgtEl>
                                              <p:spTgt spid="20">
                                                <p:graphicEl>
                                                  <a:chart seriesIdx="-4" categoryIdx="1" bldStep="category"/>
                                                </p:graphicEl>
                                              </p:spTgt>
                                            </p:tgtEl>
                                          </p:cBhvr>
                                        </p:animEffect>
                                      </p:childTnLst>
                                    </p:cTn>
                                  </p:par>
                                  <p:par>
                                    <p:cTn id="14" presetID="16" presetClass="entr" presetSubtype="37" fill="hold" grpId="0" nodeType="withEffect">
                                      <p:stCondLst>
                                        <p:cond delay="750"/>
                                      </p:stCondLst>
                                      <p:childTnLst>
                                        <p:set>
                                          <p:cBhvr>
                                            <p:cTn id="15" dur="1" fill="hold">
                                              <p:stCondLst>
                                                <p:cond delay="0"/>
                                              </p:stCondLst>
                                            </p:cTn>
                                            <p:tgtEl>
                                              <p:spTgt spid="20">
                                                <p:graphicEl>
                                                  <a:chart seriesIdx="-4" categoryIdx="2" bldStep="category"/>
                                                </p:graphicEl>
                                              </p:spTgt>
                                            </p:tgtEl>
                                            <p:attrNameLst>
                                              <p:attrName>style.visibility</p:attrName>
                                            </p:attrNameLst>
                                          </p:cBhvr>
                                          <p:to>
                                            <p:strVal val="visible"/>
                                          </p:to>
                                        </p:set>
                                        <p:animEffect transition="in" filter="barn(outVertical)">
                                          <p:cBhvr>
                                            <p:cTn id="16" dur="500"/>
                                            <p:tgtEl>
                                              <p:spTgt spid="20">
                                                <p:graphicEl>
                                                  <a:chart seriesIdx="-4" categoryIdx="2" bldStep="category"/>
                                                </p:graphicEl>
                                              </p:spTgt>
                                            </p:tgtEl>
                                          </p:cBhvr>
                                        </p:animEffect>
                                      </p:childTnLst>
                                    </p:cTn>
                                  </p:par>
                                  <p:par>
                                    <p:cTn id="17" presetID="16" presetClass="entr" presetSubtype="37" fill="hold" grpId="0" nodeType="withEffect">
                                      <p:stCondLst>
                                        <p:cond delay="1000"/>
                                      </p:stCondLst>
                                      <p:childTnLst>
                                        <p:set>
                                          <p:cBhvr>
                                            <p:cTn id="18" dur="1" fill="hold">
                                              <p:stCondLst>
                                                <p:cond delay="0"/>
                                              </p:stCondLst>
                                            </p:cTn>
                                            <p:tgtEl>
                                              <p:spTgt spid="20">
                                                <p:graphicEl>
                                                  <a:chart seriesIdx="-4" categoryIdx="3" bldStep="category"/>
                                                </p:graphicEl>
                                              </p:spTgt>
                                            </p:tgtEl>
                                            <p:attrNameLst>
                                              <p:attrName>style.visibility</p:attrName>
                                            </p:attrNameLst>
                                          </p:cBhvr>
                                          <p:to>
                                            <p:strVal val="visible"/>
                                          </p:to>
                                        </p:set>
                                        <p:animEffect transition="in" filter="barn(outVertical)">
                                          <p:cBhvr>
                                            <p:cTn id="19" dur="500"/>
                                            <p:tgtEl>
                                              <p:spTgt spid="20">
                                                <p:graphicEl>
                                                  <a:chart seriesIdx="-4" categoryIdx="3" bldStep="category"/>
                                                </p:graphicEl>
                                              </p:spTgt>
                                            </p:tgtEl>
                                          </p:cBhvr>
                                        </p:animEffect>
                                      </p:childTnLst>
                                    </p:cTn>
                                  </p:par>
                                  <p:par>
                                    <p:cTn id="20" presetID="16" presetClass="entr" presetSubtype="37" fill="hold" grpId="0" nodeType="withEffect">
                                      <p:stCondLst>
                                        <p:cond delay="1250"/>
                                      </p:stCondLst>
                                      <p:childTnLst>
                                        <p:set>
                                          <p:cBhvr>
                                            <p:cTn id="21" dur="1" fill="hold">
                                              <p:stCondLst>
                                                <p:cond delay="0"/>
                                              </p:stCondLst>
                                            </p:cTn>
                                            <p:tgtEl>
                                              <p:spTgt spid="20">
                                                <p:graphicEl>
                                                  <a:chart seriesIdx="-4" categoryIdx="4" bldStep="category"/>
                                                </p:graphicEl>
                                              </p:spTgt>
                                            </p:tgtEl>
                                            <p:attrNameLst>
                                              <p:attrName>style.visibility</p:attrName>
                                            </p:attrNameLst>
                                          </p:cBhvr>
                                          <p:to>
                                            <p:strVal val="visible"/>
                                          </p:to>
                                        </p:set>
                                        <p:animEffect transition="in" filter="barn(outVertical)">
                                          <p:cBhvr>
                                            <p:cTn id="22" dur="500"/>
                                            <p:tgtEl>
                                              <p:spTgt spid="20">
                                                <p:graphicEl>
                                                  <a:chart seriesIdx="-4" categoryIdx="4" bldStep="category"/>
                                                </p:graphicEl>
                                              </p:spTgt>
                                            </p:tgtEl>
                                          </p:cBhvr>
                                        </p:animEffect>
                                      </p:childTnLst>
                                    </p:cTn>
                                  </p:par>
                                  <p:par>
                                    <p:cTn id="23" presetID="16" presetClass="entr" presetSubtype="37" fill="hold" grpId="0" nodeType="withEffect">
                                      <p:stCondLst>
                                        <p:cond delay="1500"/>
                                      </p:stCondLst>
                                      <p:childTnLst>
                                        <p:set>
                                          <p:cBhvr>
                                            <p:cTn id="24" dur="1" fill="hold">
                                              <p:stCondLst>
                                                <p:cond delay="0"/>
                                              </p:stCondLst>
                                            </p:cTn>
                                            <p:tgtEl>
                                              <p:spTgt spid="20">
                                                <p:graphicEl>
                                                  <a:chart seriesIdx="-4" categoryIdx="5" bldStep="category"/>
                                                </p:graphicEl>
                                              </p:spTgt>
                                            </p:tgtEl>
                                            <p:attrNameLst>
                                              <p:attrName>style.visibility</p:attrName>
                                            </p:attrNameLst>
                                          </p:cBhvr>
                                          <p:to>
                                            <p:strVal val="visible"/>
                                          </p:to>
                                        </p:set>
                                        <p:animEffect transition="in" filter="barn(outVertical)">
                                          <p:cBhvr>
                                            <p:cTn id="25" dur="500"/>
                                            <p:tgtEl>
                                              <p:spTgt spid="20">
                                                <p:graphicEl>
                                                  <a:chart seriesIdx="-4" categoryIdx="5" bldStep="category"/>
                                                </p:graphicEl>
                                              </p:spTgt>
                                            </p:tgtEl>
                                          </p:cBhvr>
                                        </p:animEffect>
                                      </p:childTnLst>
                                    </p:cTn>
                                  </p:par>
                                  <p:par>
                                    <p:cTn id="26" presetID="10" presetClass="entr" presetSubtype="0" fill="hold" nodeType="withEffect">
                                      <p:stCondLst>
                                        <p:cond delay="25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nodeType="withEffect">
                                      <p:stCondLst>
                                        <p:cond delay="25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par>
                                    <p:cTn id="32" presetID="10" presetClass="entr" presetSubtype="0" fill="hold" grpId="0" nodeType="withEffect">
                                      <p:stCondLst>
                                        <p:cond delay="5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750"/>
                                            <p:tgtEl>
                                              <p:spTgt spid="11"/>
                                            </p:tgtEl>
                                          </p:cBhvr>
                                        </p:animEffect>
                                      </p:childTnLst>
                                    </p:cTn>
                                  </p:par>
                                  <p:par>
                                    <p:cTn id="35" presetID="10" presetClass="entr" presetSubtype="0" fill="hold" grpId="0" nodeType="withEffect">
                                      <p:stCondLst>
                                        <p:cond delay="7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750"/>
                                            <p:tgtEl>
                                              <p:spTgt spid="12"/>
                                            </p:tgtEl>
                                          </p:cBhvr>
                                        </p:animEffect>
                                      </p:childTnLst>
                                    </p:cTn>
                                  </p:par>
                                  <p:par>
                                    <p:cTn id="38" presetID="10" presetClass="entr" presetSubtype="0" fill="hold" grpId="0" nodeType="withEffect">
                                      <p:stCondLst>
                                        <p:cond delay="100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750"/>
                                            <p:tgtEl>
                                              <p:spTgt spid="13"/>
                                            </p:tgtEl>
                                          </p:cBhvr>
                                        </p:animEffect>
                                      </p:childTnLst>
                                    </p:cTn>
                                  </p:par>
                                  <p:par>
                                    <p:cTn id="41" presetID="10" presetClass="entr" presetSubtype="0" fill="hold" grpId="0" nodeType="withEffect">
                                      <p:stCondLst>
                                        <p:cond delay="125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750"/>
                                            <p:tgtEl>
                                              <p:spTgt spid="14"/>
                                            </p:tgtEl>
                                          </p:cBhvr>
                                        </p:animEffect>
                                      </p:childTnLst>
                                    </p:cTn>
                                  </p:par>
                                  <p:par>
                                    <p:cTn id="44" presetID="10" presetClass="entr" presetSubtype="0" fill="hold" grpId="0" nodeType="withEffect">
                                      <p:stCondLst>
                                        <p:cond delay="150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750"/>
                                            <p:tgtEl>
                                              <p:spTgt spid="15"/>
                                            </p:tgtEl>
                                          </p:cBhvr>
                                        </p:animEffect>
                                      </p:childTnLst>
                                    </p:cTn>
                                  </p:par>
                                  <p:par>
                                    <p:cTn id="47" presetID="10" presetClass="entr" presetSubtype="0" fill="hold" grpId="0" nodeType="withEffect">
                                      <p:stCondLst>
                                        <p:cond delay="175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750"/>
                                            <p:tgtEl>
                                              <p:spTgt spid="16"/>
                                            </p:tgtEl>
                                          </p:cBhvr>
                                        </p:animEffect>
                                      </p:childTnLst>
                                    </p:cTn>
                                  </p:par>
                                  <p:par>
                                    <p:cTn id="50" presetID="2" presetClass="entr" presetSubtype="8" fill="hold" grpId="0" nodeType="withEffect">
                                      <p:stCondLst>
                                        <p:cond delay="175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1000" fill="hold"/>
                                            <p:tgtEl>
                                              <p:spTgt spid="17"/>
                                            </p:tgtEl>
                                            <p:attrNameLst>
                                              <p:attrName>ppt_x</p:attrName>
                                            </p:attrNameLst>
                                          </p:cBhvr>
                                          <p:tavLst>
                                            <p:tav tm="0">
                                              <p:val>
                                                <p:strVal val="0-#ppt_w/2"/>
                                              </p:val>
                                            </p:tav>
                                            <p:tav tm="100000">
                                              <p:val>
                                                <p:strVal val="#ppt_x"/>
                                              </p:val>
                                            </p:tav>
                                          </p:tavLst>
                                        </p:anim>
                                        <p:anim calcmode="lin" valueType="num">
                                          <p:cBhvr additive="base">
                                            <p:cTn id="53" dur="1000" fill="hold"/>
                                            <p:tgtEl>
                                              <p:spTgt spid="17"/>
                                            </p:tgtEl>
                                            <p:attrNameLst>
                                              <p:attrName>ppt_y</p:attrName>
                                            </p:attrNameLst>
                                          </p:cBhvr>
                                          <p:tavLst>
                                            <p:tav tm="0">
                                              <p:val>
                                                <p:strVal val="#ppt_y"/>
                                              </p:val>
                                            </p:tav>
                                            <p:tav tm="100000">
                                              <p:val>
                                                <p:strVal val="#ppt_y"/>
                                              </p:val>
                                            </p:tav>
                                          </p:tavLst>
                                        </p:anim>
                                      </p:childTnLst>
                                    </p:cTn>
                                  </p:par>
                                  <p:par>
                                    <p:cTn id="54" presetID="2" presetClass="entr" presetSubtype="2" fill="hold" grpId="0" nodeType="withEffect">
                                      <p:stCondLst>
                                        <p:cond delay="1750"/>
                                      </p:stCondLst>
                                      <p:childTnLst>
                                        <p:set>
                                          <p:cBhvr>
                                            <p:cTn id="55" dur="1" fill="hold">
                                              <p:stCondLst>
                                                <p:cond delay="0"/>
                                              </p:stCondLst>
                                            </p:cTn>
                                            <p:tgtEl>
                                              <p:spTgt spid="18"/>
                                            </p:tgtEl>
                                            <p:attrNameLst>
                                              <p:attrName>style.visibility</p:attrName>
                                            </p:attrNameLst>
                                          </p:cBhvr>
                                          <p:to>
                                            <p:strVal val="visible"/>
                                          </p:to>
                                        </p:set>
                                        <p:anim calcmode="lin" valueType="num">
                                          <p:cBhvr additive="base">
                                            <p:cTn id="56" dur="1000" fill="hold"/>
                                            <p:tgtEl>
                                              <p:spTgt spid="18"/>
                                            </p:tgtEl>
                                            <p:attrNameLst>
                                              <p:attrName>ppt_x</p:attrName>
                                            </p:attrNameLst>
                                          </p:cBhvr>
                                          <p:tavLst>
                                            <p:tav tm="0">
                                              <p:val>
                                                <p:strVal val="1+#ppt_w/2"/>
                                              </p:val>
                                            </p:tav>
                                            <p:tav tm="100000">
                                              <p:val>
                                                <p:strVal val="#ppt_x"/>
                                              </p:val>
                                            </p:tav>
                                          </p:tavLst>
                                        </p:anim>
                                        <p:anim calcmode="lin" valueType="num">
                                          <p:cBhvr additive="base">
                                            <p:cTn id="57" dur="10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0" grpId="0" uiExpand="1">
            <p:bldSub>
              <a:bldChart bld="category"/>
            </p:bldSub>
          </p:bldGraphic>
          <p:bldP spid="11" grpId="0"/>
          <p:bldP spid="12" grpId="0"/>
          <p:bldP spid="13" grpId="0"/>
          <p:bldP spid="14" grpId="0"/>
          <p:bldP spid="15" grpId="0"/>
          <p:bldP spid="16" grpId="0"/>
          <p:bldP spid="17" grpId="0"/>
          <p:bldP spid="18" grpId="0"/>
        </p:bldLst>
      </p:timing>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17286AA0-5CCD-464A-9731-A91D55184401}"/>
              </a:ext>
            </a:extLst>
          </p:cNvPr>
          <p:cNvGraphicFramePr/>
          <p:nvPr>
            <p:extLst>
              <p:ext uri="{D42A27DB-BD31-4B8C-83A1-F6EECF244321}">
                <p14:modId xmlns:p14="http://schemas.microsoft.com/office/powerpoint/2010/main" val="2883381545"/>
              </p:ext>
            </p:extLst>
          </p:nvPr>
        </p:nvGraphicFramePr>
        <p:xfrm>
          <a:off x="3086050" y="1232044"/>
          <a:ext cx="5784899" cy="4152440"/>
        </p:xfrm>
        <a:graphic>
          <a:graphicData uri="http://schemas.openxmlformats.org/drawingml/2006/chart">
            <c:chart xmlns:c="http://schemas.openxmlformats.org/drawingml/2006/chart" xmlns:r="http://schemas.openxmlformats.org/officeDocument/2006/relationships" r:id="rId2"/>
          </a:graphicData>
        </a:graphic>
      </p:graphicFrame>
      <p:sp>
        <p:nvSpPr>
          <p:cNvPr id="8" name="Freeform: Shape 7">
            <a:extLst>
              <a:ext uri="{FF2B5EF4-FFF2-40B4-BE49-F238E27FC236}">
                <a16:creationId xmlns:a16="http://schemas.microsoft.com/office/drawing/2014/main" id="{46495F09-2980-4DC9-8CA6-45395B2911A5}"/>
              </a:ext>
            </a:extLst>
          </p:cNvPr>
          <p:cNvSpPr/>
          <p:nvPr/>
        </p:nvSpPr>
        <p:spPr>
          <a:xfrm>
            <a:off x="3924251" y="1277620"/>
            <a:ext cx="4025900" cy="4057650"/>
          </a:xfrm>
          <a:custGeom>
            <a:avLst/>
            <a:gdLst>
              <a:gd name="connsiteX0" fmla="*/ 0 w 4025900"/>
              <a:gd name="connsiteY0" fmla="*/ 0 h 4057650"/>
              <a:gd name="connsiteX1" fmla="*/ 4025900 w 4025900"/>
              <a:gd name="connsiteY1" fmla="*/ 0 h 4057650"/>
              <a:gd name="connsiteX2" fmla="*/ 4025900 w 4025900"/>
              <a:gd name="connsiteY2" fmla="*/ 4057650 h 4057650"/>
              <a:gd name="connsiteX3" fmla="*/ 0 w 4025900"/>
              <a:gd name="connsiteY3" fmla="*/ 4057650 h 4057650"/>
              <a:gd name="connsiteX4" fmla="*/ 0 w 4025900"/>
              <a:gd name="connsiteY4" fmla="*/ 0 h 4057650"/>
              <a:gd name="connsiteX5" fmla="*/ 1999458 w 4025900"/>
              <a:gd name="connsiteY5" fmla="*/ 162521 h 4057650"/>
              <a:gd name="connsiteX6" fmla="*/ 639488 w 4025900"/>
              <a:gd name="connsiteY6" fmla="*/ 890305 h 4057650"/>
              <a:gd name="connsiteX7" fmla="*/ 420381 w 4025900"/>
              <a:gd name="connsiteY7" fmla="*/ 2213893 h 4057650"/>
              <a:gd name="connsiteX8" fmla="*/ 752818 w 4025900"/>
              <a:gd name="connsiteY8" fmla="*/ 2843634 h 4057650"/>
              <a:gd name="connsiteX9" fmla="*/ 1138143 w 4025900"/>
              <a:gd name="connsiteY9" fmla="*/ 3827839 h 4057650"/>
              <a:gd name="connsiteX10" fmla="*/ 1138143 w 4025900"/>
              <a:gd name="connsiteY10" fmla="*/ 3922112 h 4057650"/>
              <a:gd name="connsiteX11" fmla="*/ 1138143 w 4025900"/>
              <a:gd name="connsiteY11" fmla="*/ 3956050 h 4057650"/>
              <a:gd name="connsiteX12" fmla="*/ 2860772 w 4025900"/>
              <a:gd name="connsiteY12" fmla="*/ 3956050 h 4057650"/>
              <a:gd name="connsiteX13" fmla="*/ 2860772 w 4025900"/>
              <a:gd name="connsiteY13" fmla="*/ 3922112 h 4057650"/>
              <a:gd name="connsiteX14" fmla="*/ 2860772 w 4025900"/>
              <a:gd name="connsiteY14" fmla="*/ 3827839 h 4057650"/>
              <a:gd name="connsiteX15" fmla="*/ 3249875 w 4025900"/>
              <a:gd name="connsiteY15" fmla="*/ 2843634 h 4057650"/>
              <a:gd name="connsiteX16" fmla="*/ 3578534 w 4025900"/>
              <a:gd name="connsiteY16" fmla="*/ 2213893 h 4057650"/>
              <a:gd name="connsiteX17" fmla="*/ 3359428 w 4025900"/>
              <a:gd name="connsiteY17" fmla="*/ 890305 h 4057650"/>
              <a:gd name="connsiteX18" fmla="*/ 1999458 w 4025900"/>
              <a:gd name="connsiteY18" fmla="*/ 162521 h 405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25900" h="4057650">
                <a:moveTo>
                  <a:pt x="0" y="0"/>
                </a:moveTo>
                <a:lnTo>
                  <a:pt x="4025900" y="0"/>
                </a:lnTo>
                <a:lnTo>
                  <a:pt x="4025900" y="4057650"/>
                </a:lnTo>
                <a:lnTo>
                  <a:pt x="0" y="4057650"/>
                </a:lnTo>
                <a:lnTo>
                  <a:pt x="0" y="0"/>
                </a:lnTo>
                <a:close/>
                <a:moveTo>
                  <a:pt x="1999458" y="162521"/>
                </a:moveTo>
                <a:cubicBezTo>
                  <a:pt x="1413915" y="158750"/>
                  <a:pt x="937925" y="467964"/>
                  <a:pt x="639488" y="890305"/>
                </a:cubicBezTo>
                <a:cubicBezTo>
                  <a:pt x="273051" y="1414461"/>
                  <a:pt x="363716" y="1980097"/>
                  <a:pt x="420381" y="2213893"/>
                </a:cubicBezTo>
                <a:cubicBezTo>
                  <a:pt x="477047" y="2447689"/>
                  <a:pt x="590378" y="2643776"/>
                  <a:pt x="752818" y="2843634"/>
                </a:cubicBezTo>
                <a:cubicBezTo>
                  <a:pt x="1081478" y="3311226"/>
                  <a:pt x="1134366" y="3805214"/>
                  <a:pt x="1138143" y="3827839"/>
                </a:cubicBezTo>
                <a:cubicBezTo>
                  <a:pt x="1141921" y="3854236"/>
                  <a:pt x="1138143" y="3922112"/>
                  <a:pt x="1138143" y="3922112"/>
                </a:cubicBezTo>
                <a:cubicBezTo>
                  <a:pt x="1138143" y="3933425"/>
                  <a:pt x="1138143" y="3944737"/>
                  <a:pt x="1138143" y="3956050"/>
                </a:cubicBezTo>
                <a:cubicBezTo>
                  <a:pt x="2860772" y="3956050"/>
                  <a:pt x="2860772" y="3956050"/>
                  <a:pt x="2860772" y="3956050"/>
                </a:cubicBezTo>
                <a:cubicBezTo>
                  <a:pt x="2860772" y="3944737"/>
                  <a:pt x="2860772" y="3933425"/>
                  <a:pt x="2860772" y="3922112"/>
                </a:cubicBezTo>
                <a:cubicBezTo>
                  <a:pt x="2860772" y="3922112"/>
                  <a:pt x="2860772" y="3854236"/>
                  <a:pt x="2860772" y="3827839"/>
                </a:cubicBezTo>
                <a:cubicBezTo>
                  <a:pt x="2864550" y="3805214"/>
                  <a:pt x="2917437" y="3311226"/>
                  <a:pt x="3249875" y="2843634"/>
                </a:cubicBezTo>
                <a:cubicBezTo>
                  <a:pt x="3408538" y="2643776"/>
                  <a:pt x="3521869" y="2447689"/>
                  <a:pt x="3578534" y="2213893"/>
                </a:cubicBezTo>
                <a:cubicBezTo>
                  <a:pt x="3635199" y="1980097"/>
                  <a:pt x="3725864" y="1414461"/>
                  <a:pt x="3359428" y="890305"/>
                </a:cubicBezTo>
                <a:cubicBezTo>
                  <a:pt x="3064768" y="467964"/>
                  <a:pt x="2585000" y="158750"/>
                  <a:pt x="1999458" y="16252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p>
        </p:txBody>
      </p:sp>
      <p:grpSp>
        <p:nvGrpSpPr>
          <p:cNvPr id="3" name="Group 2">
            <a:extLst>
              <a:ext uri="{FF2B5EF4-FFF2-40B4-BE49-F238E27FC236}">
                <a16:creationId xmlns:a16="http://schemas.microsoft.com/office/drawing/2014/main" id="{022FEAFD-C2AB-4E6A-8502-D6B6D4DD57FD}"/>
              </a:ext>
            </a:extLst>
          </p:cNvPr>
          <p:cNvGrpSpPr/>
          <p:nvPr/>
        </p:nvGrpSpPr>
        <p:grpSpPr>
          <a:xfrm>
            <a:off x="5062490" y="5384483"/>
            <a:ext cx="1719263" cy="882650"/>
            <a:chOff x="5062490" y="5384483"/>
            <a:chExt cx="1719263" cy="882650"/>
          </a:xfrm>
          <a:solidFill>
            <a:schemeClr val="tx1"/>
          </a:solidFill>
        </p:grpSpPr>
        <p:sp>
          <p:nvSpPr>
            <p:cNvPr id="4" name="Freeform 10">
              <a:extLst>
                <a:ext uri="{FF2B5EF4-FFF2-40B4-BE49-F238E27FC236}">
                  <a16:creationId xmlns:a16="http://schemas.microsoft.com/office/drawing/2014/main" id="{1A255766-A9F8-4F7D-98CE-FD0548E14A30}"/>
                </a:ext>
              </a:extLst>
            </p:cNvPr>
            <p:cNvSpPr>
              <a:spLocks/>
            </p:cNvSpPr>
            <p:nvPr/>
          </p:nvSpPr>
          <p:spPr bwMode="auto">
            <a:xfrm>
              <a:off x="5062490" y="5384483"/>
              <a:ext cx="1719263" cy="193675"/>
            </a:xfrm>
            <a:custGeom>
              <a:avLst/>
              <a:gdLst>
                <a:gd name="T0" fmla="*/ 429 w 455"/>
                <a:gd name="T1" fmla="*/ 51 h 51"/>
                <a:gd name="T2" fmla="*/ 26 w 455"/>
                <a:gd name="T3" fmla="*/ 51 h 51"/>
                <a:gd name="T4" fmla="*/ 0 w 455"/>
                <a:gd name="T5" fmla="*/ 26 h 51"/>
                <a:gd name="T6" fmla="*/ 0 w 455"/>
                <a:gd name="T7" fmla="*/ 26 h 51"/>
                <a:gd name="T8" fmla="*/ 26 w 455"/>
                <a:gd name="T9" fmla="*/ 0 h 51"/>
                <a:gd name="T10" fmla="*/ 429 w 455"/>
                <a:gd name="T11" fmla="*/ 0 h 51"/>
                <a:gd name="T12" fmla="*/ 455 w 455"/>
                <a:gd name="T13" fmla="*/ 26 h 51"/>
                <a:gd name="T14" fmla="*/ 455 w 455"/>
                <a:gd name="T15" fmla="*/ 26 h 51"/>
                <a:gd name="T16" fmla="*/ 429 w 455"/>
                <a:gd name="T17"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5" h="51">
                  <a:moveTo>
                    <a:pt x="429" y="51"/>
                  </a:moveTo>
                  <a:cubicBezTo>
                    <a:pt x="26" y="51"/>
                    <a:pt x="26" y="51"/>
                    <a:pt x="26" y="51"/>
                  </a:cubicBezTo>
                  <a:cubicBezTo>
                    <a:pt x="12" y="51"/>
                    <a:pt x="0" y="40"/>
                    <a:pt x="0" y="26"/>
                  </a:cubicBezTo>
                  <a:cubicBezTo>
                    <a:pt x="0" y="26"/>
                    <a:pt x="0" y="26"/>
                    <a:pt x="0" y="26"/>
                  </a:cubicBezTo>
                  <a:cubicBezTo>
                    <a:pt x="0" y="12"/>
                    <a:pt x="12" y="0"/>
                    <a:pt x="26" y="0"/>
                  </a:cubicBezTo>
                  <a:cubicBezTo>
                    <a:pt x="429" y="0"/>
                    <a:pt x="429" y="0"/>
                    <a:pt x="429" y="0"/>
                  </a:cubicBezTo>
                  <a:cubicBezTo>
                    <a:pt x="443" y="0"/>
                    <a:pt x="455" y="12"/>
                    <a:pt x="455" y="26"/>
                  </a:cubicBezTo>
                  <a:cubicBezTo>
                    <a:pt x="455" y="26"/>
                    <a:pt x="455" y="26"/>
                    <a:pt x="455" y="26"/>
                  </a:cubicBezTo>
                  <a:cubicBezTo>
                    <a:pt x="455" y="40"/>
                    <a:pt x="443" y="51"/>
                    <a:pt x="429"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 name="Freeform 11">
              <a:extLst>
                <a:ext uri="{FF2B5EF4-FFF2-40B4-BE49-F238E27FC236}">
                  <a16:creationId xmlns:a16="http://schemas.microsoft.com/office/drawing/2014/main" id="{749C9109-6725-471A-B512-6AD43A10D355}"/>
                </a:ext>
              </a:extLst>
            </p:cNvPr>
            <p:cNvSpPr>
              <a:spLocks/>
            </p:cNvSpPr>
            <p:nvPr/>
          </p:nvSpPr>
          <p:spPr bwMode="auto">
            <a:xfrm>
              <a:off x="5218065" y="5732145"/>
              <a:ext cx="1409700" cy="192088"/>
            </a:xfrm>
            <a:custGeom>
              <a:avLst/>
              <a:gdLst>
                <a:gd name="T0" fmla="*/ 348 w 373"/>
                <a:gd name="T1" fmla="*/ 51 h 51"/>
                <a:gd name="T2" fmla="*/ 25 w 373"/>
                <a:gd name="T3" fmla="*/ 51 h 51"/>
                <a:gd name="T4" fmla="*/ 0 w 373"/>
                <a:gd name="T5" fmla="*/ 25 h 51"/>
                <a:gd name="T6" fmla="*/ 0 w 373"/>
                <a:gd name="T7" fmla="*/ 25 h 51"/>
                <a:gd name="T8" fmla="*/ 25 w 373"/>
                <a:gd name="T9" fmla="*/ 0 h 51"/>
                <a:gd name="T10" fmla="*/ 348 w 373"/>
                <a:gd name="T11" fmla="*/ 0 h 51"/>
                <a:gd name="T12" fmla="*/ 373 w 373"/>
                <a:gd name="T13" fmla="*/ 25 h 51"/>
                <a:gd name="T14" fmla="*/ 373 w 373"/>
                <a:gd name="T15" fmla="*/ 25 h 51"/>
                <a:gd name="T16" fmla="*/ 348 w 373"/>
                <a:gd name="T17"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3" h="51">
                  <a:moveTo>
                    <a:pt x="348" y="51"/>
                  </a:moveTo>
                  <a:cubicBezTo>
                    <a:pt x="25" y="51"/>
                    <a:pt x="25" y="51"/>
                    <a:pt x="25" y="51"/>
                  </a:cubicBezTo>
                  <a:cubicBezTo>
                    <a:pt x="11" y="51"/>
                    <a:pt x="0" y="39"/>
                    <a:pt x="0" y="25"/>
                  </a:cubicBezTo>
                  <a:cubicBezTo>
                    <a:pt x="0" y="25"/>
                    <a:pt x="0" y="25"/>
                    <a:pt x="0" y="25"/>
                  </a:cubicBezTo>
                  <a:cubicBezTo>
                    <a:pt x="0" y="11"/>
                    <a:pt x="11" y="0"/>
                    <a:pt x="25" y="0"/>
                  </a:cubicBezTo>
                  <a:cubicBezTo>
                    <a:pt x="348" y="0"/>
                    <a:pt x="348" y="0"/>
                    <a:pt x="348" y="0"/>
                  </a:cubicBezTo>
                  <a:cubicBezTo>
                    <a:pt x="362" y="0"/>
                    <a:pt x="373" y="11"/>
                    <a:pt x="373" y="25"/>
                  </a:cubicBezTo>
                  <a:cubicBezTo>
                    <a:pt x="373" y="25"/>
                    <a:pt x="373" y="25"/>
                    <a:pt x="373" y="25"/>
                  </a:cubicBezTo>
                  <a:cubicBezTo>
                    <a:pt x="373" y="39"/>
                    <a:pt x="362" y="51"/>
                    <a:pt x="348"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 name="Freeform 12">
              <a:extLst>
                <a:ext uri="{FF2B5EF4-FFF2-40B4-BE49-F238E27FC236}">
                  <a16:creationId xmlns:a16="http://schemas.microsoft.com/office/drawing/2014/main" id="{5D8B62CC-6F13-4D11-BCD9-EC41FB96AAB9}"/>
                </a:ext>
              </a:extLst>
            </p:cNvPr>
            <p:cNvSpPr>
              <a:spLocks/>
            </p:cNvSpPr>
            <p:nvPr/>
          </p:nvSpPr>
          <p:spPr bwMode="auto">
            <a:xfrm>
              <a:off x="5440315" y="6075045"/>
              <a:ext cx="968375" cy="192088"/>
            </a:xfrm>
            <a:custGeom>
              <a:avLst/>
              <a:gdLst>
                <a:gd name="T0" fmla="*/ 230 w 256"/>
                <a:gd name="T1" fmla="*/ 51 h 51"/>
                <a:gd name="T2" fmla="*/ 25 w 256"/>
                <a:gd name="T3" fmla="*/ 51 h 51"/>
                <a:gd name="T4" fmla="*/ 0 w 256"/>
                <a:gd name="T5" fmla="*/ 26 h 51"/>
                <a:gd name="T6" fmla="*/ 0 w 256"/>
                <a:gd name="T7" fmla="*/ 26 h 51"/>
                <a:gd name="T8" fmla="*/ 25 w 256"/>
                <a:gd name="T9" fmla="*/ 0 h 51"/>
                <a:gd name="T10" fmla="*/ 230 w 256"/>
                <a:gd name="T11" fmla="*/ 0 h 51"/>
                <a:gd name="T12" fmla="*/ 256 w 256"/>
                <a:gd name="T13" fmla="*/ 26 h 51"/>
                <a:gd name="T14" fmla="*/ 256 w 256"/>
                <a:gd name="T15" fmla="*/ 26 h 51"/>
                <a:gd name="T16" fmla="*/ 230 w 256"/>
                <a:gd name="T17"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6" h="51">
                  <a:moveTo>
                    <a:pt x="230" y="51"/>
                  </a:moveTo>
                  <a:cubicBezTo>
                    <a:pt x="25" y="51"/>
                    <a:pt x="25" y="51"/>
                    <a:pt x="25" y="51"/>
                  </a:cubicBezTo>
                  <a:cubicBezTo>
                    <a:pt x="11" y="51"/>
                    <a:pt x="0" y="40"/>
                    <a:pt x="0" y="26"/>
                  </a:cubicBezTo>
                  <a:cubicBezTo>
                    <a:pt x="0" y="26"/>
                    <a:pt x="0" y="26"/>
                    <a:pt x="0" y="26"/>
                  </a:cubicBezTo>
                  <a:cubicBezTo>
                    <a:pt x="0" y="12"/>
                    <a:pt x="11" y="0"/>
                    <a:pt x="25" y="0"/>
                  </a:cubicBezTo>
                  <a:cubicBezTo>
                    <a:pt x="230" y="0"/>
                    <a:pt x="230" y="0"/>
                    <a:pt x="230" y="0"/>
                  </a:cubicBezTo>
                  <a:cubicBezTo>
                    <a:pt x="244" y="0"/>
                    <a:pt x="256" y="12"/>
                    <a:pt x="256" y="26"/>
                  </a:cubicBezTo>
                  <a:cubicBezTo>
                    <a:pt x="256" y="26"/>
                    <a:pt x="256" y="26"/>
                    <a:pt x="256" y="26"/>
                  </a:cubicBezTo>
                  <a:cubicBezTo>
                    <a:pt x="256" y="40"/>
                    <a:pt x="244" y="51"/>
                    <a:pt x="230"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14" name="Group 13">
            <a:extLst>
              <a:ext uri="{FF2B5EF4-FFF2-40B4-BE49-F238E27FC236}">
                <a16:creationId xmlns:a16="http://schemas.microsoft.com/office/drawing/2014/main" id="{CE569408-DC25-4912-8D09-57F555BBCA76}"/>
              </a:ext>
            </a:extLst>
          </p:cNvPr>
          <p:cNvGrpSpPr/>
          <p:nvPr/>
        </p:nvGrpSpPr>
        <p:grpSpPr>
          <a:xfrm>
            <a:off x="1128749" y="4204148"/>
            <a:ext cx="2257423" cy="1313497"/>
            <a:chOff x="1363346" y="4782503"/>
            <a:chExt cx="2257423" cy="1313497"/>
          </a:xfrm>
        </p:grpSpPr>
        <p:sp>
          <p:nvSpPr>
            <p:cNvPr id="15" name="Text Placeholder 33">
              <a:extLst>
                <a:ext uri="{FF2B5EF4-FFF2-40B4-BE49-F238E27FC236}">
                  <a16:creationId xmlns:a16="http://schemas.microsoft.com/office/drawing/2014/main" id="{19B077B7-7F1A-4B2C-A0E5-406B0BE3FDF6}"/>
                </a:ext>
              </a:extLst>
            </p:cNvPr>
            <p:cNvSpPr txBox="1">
              <a:spLocks/>
            </p:cNvSpPr>
            <p:nvPr/>
          </p:nvSpPr>
          <p:spPr>
            <a:xfrm>
              <a:off x="1963420" y="5294877"/>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16" name="Freeform 18">
              <a:extLst>
                <a:ext uri="{FF2B5EF4-FFF2-40B4-BE49-F238E27FC236}">
                  <a16:creationId xmlns:a16="http://schemas.microsoft.com/office/drawing/2014/main" id="{DFEE5C76-2593-4D09-AF5F-8A70E7D23915}"/>
                </a:ext>
              </a:extLst>
            </p:cNvPr>
            <p:cNvSpPr>
              <a:spLocks noEditPoints="1"/>
            </p:cNvSpPr>
            <p:nvPr/>
          </p:nvSpPr>
          <p:spPr bwMode="auto">
            <a:xfrm>
              <a:off x="2437130" y="4782503"/>
              <a:ext cx="754062" cy="427038"/>
            </a:xfrm>
            <a:custGeom>
              <a:avLst/>
              <a:gdLst>
                <a:gd name="T0" fmla="*/ 46 w 198"/>
                <a:gd name="T1" fmla="*/ 91 h 112"/>
                <a:gd name="T2" fmla="*/ 46 w 198"/>
                <a:gd name="T3" fmla="*/ 83 h 112"/>
                <a:gd name="T4" fmla="*/ 57 w 198"/>
                <a:gd name="T5" fmla="*/ 72 h 112"/>
                <a:gd name="T6" fmla="*/ 64 w 198"/>
                <a:gd name="T7" fmla="*/ 78 h 112"/>
                <a:gd name="T8" fmla="*/ 55 w 198"/>
                <a:gd name="T9" fmla="*/ 91 h 112"/>
                <a:gd name="T10" fmla="*/ 120 w 198"/>
                <a:gd name="T11" fmla="*/ 81 h 112"/>
                <a:gd name="T12" fmla="*/ 144 w 198"/>
                <a:gd name="T13" fmla="*/ 92 h 112"/>
                <a:gd name="T14" fmla="*/ 146 w 198"/>
                <a:gd name="T15" fmla="*/ 81 h 112"/>
                <a:gd name="T16" fmla="*/ 121 w 198"/>
                <a:gd name="T17" fmla="*/ 100 h 112"/>
                <a:gd name="T18" fmla="*/ 132 w 198"/>
                <a:gd name="T19" fmla="*/ 100 h 112"/>
                <a:gd name="T20" fmla="*/ 134 w 198"/>
                <a:gd name="T21" fmla="*/ 92 h 112"/>
                <a:gd name="T22" fmla="*/ 108 w 198"/>
                <a:gd name="T23" fmla="*/ 107 h 112"/>
                <a:gd name="T24" fmla="*/ 119 w 198"/>
                <a:gd name="T25" fmla="*/ 108 h 112"/>
                <a:gd name="T26" fmla="*/ 121 w 198"/>
                <a:gd name="T27" fmla="*/ 100 h 112"/>
                <a:gd name="T28" fmla="*/ 93 w 198"/>
                <a:gd name="T29" fmla="*/ 110 h 112"/>
                <a:gd name="T30" fmla="*/ 105 w 198"/>
                <a:gd name="T31" fmla="*/ 109 h 112"/>
                <a:gd name="T32" fmla="*/ 63 w 198"/>
                <a:gd name="T33" fmla="*/ 100 h 112"/>
                <a:gd name="T34" fmla="*/ 76 w 198"/>
                <a:gd name="T35" fmla="*/ 76 h 112"/>
                <a:gd name="T36" fmla="*/ 68 w 198"/>
                <a:gd name="T37" fmla="*/ 77 h 112"/>
                <a:gd name="T38" fmla="*/ 54 w 198"/>
                <a:gd name="T39" fmla="*/ 100 h 112"/>
                <a:gd name="T40" fmla="*/ 63 w 198"/>
                <a:gd name="T41" fmla="*/ 100 h 112"/>
                <a:gd name="T42" fmla="*/ 87 w 198"/>
                <a:gd name="T43" fmla="*/ 91 h 112"/>
                <a:gd name="T44" fmla="*/ 81 w 198"/>
                <a:gd name="T45" fmla="*/ 81 h 112"/>
                <a:gd name="T46" fmla="*/ 65 w 198"/>
                <a:gd name="T47" fmla="*/ 97 h 112"/>
                <a:gd name="T48" fmla="*/ 70 w 198"/>
                <a:gd name="T49" fmla="*/ 107 h 112"/>
                <a:gd name="T50" fmla="*/ 91 w 198"/>
                <a:gd name="T51" fmla="*/ 104 h 112"/>
                <a:gd name="T52" fmla="*/ 93 w 198"/>
                <a:gd name="T53" fmla="*/ 93 h 112"/>
                <a:gd name="T54" fmla="*/ 84 w 198"/>
                <a:gd name="T55" fmla="*/ 94 h 112"/>
                <a:gd name="T56" fmla="*/ 77 w 198"/>
                <a:gd name="T57" fmla="*/ 110 h 112"/>
                <a:gd name="T58" fmla="*/ 86 w 198"/>
                <a:gd name="T59" fmla="*/ 110 h 112"/>
                <a:gd name="T60" fmla="*/ 170 w 198"/>
                <a:gd name="T61" fmla="*/ 1 h 112"/>
                <a:gd name="T62" fmla="*/ 165 w 198"/>
                <a:gd name="T63" fmla="*/ 67 h 112"/>
                <a:gd name="T64" fmla="*/ 198 w 198"/>
                <a:gd name="T65" fmla="*/ 53 h 112"/>
                <a:gd name="T66" fmla="*/ 107 w 198"/>
                <a:gd name="T67" fmla="*/ 29 h 112"/>
                <a:gd name="T68" fmla="*/ 97 w 198"/>
                <a:gd name="T69" fmla="*/ 29 h 112"/>
                <a:gd name="T70" fmla="*/ 68 w 198"/>
                <a:gd name="T71" fmla="*/ 43 h 112"/>
                <a:gd name="T72" fmla="*/ 94 w 198"/>
                <a:gd name="T73" fmla="*/ 50 h 112"/>
                <a:gd name="T74" fmla="*/ 146 w 198"/>
                <a:gd name="T75" fmla="*/ 81 h 112"/>
                <a:gd name="T76" fmla="*/ 154 w 198"/>
                <a:gd name="T77" fmla="*/ 70 h 112"/>
                <a:gd name="T78" fmla="*/ 146 w 198"/>
                <a:gd name="T79" fmla="*/ 81 h 112"/>
                <a:gd name="T80" fmla="*/ 50 w 198"/>
                <a:gd name="T81" fmla="*/ 80 h 112"/>
                <a:gd name="T82" fmla="*/ 28 w 198"/>
                <a:gd name="T83" fmla="*/ 74 h 112"/>
                <a:gd name="T84" fmla="*/ 41 w 198"/>
                <a:gd name="T85" fmla="*/ 0 h 112"/>
                <a:gd name="T86" fmla="*/ 47 w 198"/>
                <a:gd name="T87" fmla="*/ 81 h 112"/>
                <a:gd name="T88" fmla="*/ 65 w 198"/>
                <a:gd name="T89" fmla="*/ 2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8" h="112">
                  <a:moveTo>
                    <a:pt x="51" y="93"/>
                  </a:moveTo>
                  <a:cubicBezTo>
                    <a:pt x="50" y="93"/>
                    <a:pt x="48" y="93"/>
                    <a:pt x="46" y="91"/>
                  </a:cubicBezTo>
                  <a:cubicBezTo>
                    <a:pt x="45" y="90"/>
                    <a:pt x="45" y="89"/>
                    <a:pt x="44" y="87"/>
                  </a:cubicBezTo>
                  <a:cubicBezTo>
                    <a:pt x="44" y="86"/>
                    <a:pt x="45" y="84"/>
                    <a:pt x="46" y="83"/>
                  </a:cubicBezTo>
                  <a:cubicBezTo>
                    <a:pt x="54" y="74"/>
                    <a:pt x="54" y="74"/>
                    <a:pt x="54" y="74"/>
                  </a:cubicBezTo>
                  <a:cubicBezTo>
                    <a:pt x="55" y="73"/>
                    <a:pt x="56" y="73"/>
                    <a:pt x="57" y="72"/>
                  </a:cubicBezTo>
                  <a:cubicBezTo>
                    <a:pt x="59" y="72"/>
                    <a:pt x="61" y="73"/>
                    <a:pt x="62" y="74"/>
                  </a:cubicBezTo>
                  <a:cubicBezTo>
                    <a:pt x="63" y="75"/>
                    <a:pt x="64" y="76"/>
                    <a:pt x="64" y="78"/>
                  </a:cubicBezTo>
                  <a:cubicBezTo>
                    <a:pt x="64" y="80"/>
                    <a:pt x="64" y="81"/>
                    <a:pt x="63" y="82"/>
                  </a:cubicBezTo>
                  <a:cubicBezTo>
                    <a:pt x="55" y="91"/>
                    <a:pt x="55" y="91"/>
                    <a:pt x="55" y="91"/>
                  </a:cubicBezTo>
                  <a:cubicBezTo>
                    <a:pt x="54" y="92"/>
                    <a:pt x="53" y="93"/>
                    <a:pt x="51" y="93"/>
                  </a:cubicBezTo>
                  <a:close/>
                  <a:moveTo>
                    <a:pt x="120" y="81"/>
                  </a:moveTo>
                  <a:cubicBezTo>
                    <a:pt x="120" y="81"/>
                    <a:pt x="135" y="93"/>
                    <a:pt x="139" y="94"/>
                  </a:cubicBezTo>
                  <a:cubicBezTo>
                    <a:pt x="142" y="94"/>
                    <a:pt x="143" y="93"/>
                    <a:pt x="144" y="92"/>
                  </a:cubicBezTo>
                  <a:cubicBezTo>
                    <a:pt x="146" y="90"/>
                    <a:pt x="147" y="88"/>
                    <a:pt x="147" y="86"/>
                  </a:cubicBezTo>
                  <a:cubicBezTo>
                    <a:pt x="147" y="84"/>
                    <a:pt x="146" y="82"/>
                    <a:pt x="146" y="81"/>
                  </a:cubicBezTo>
                  <a:moveTo>
                    <a:pt x="109" y="89"/>
                  </a:moveTo>
                  <a:cubicBezTo>
                    <a:pt x="121" y="100"/>
                    <a:pt x="121" y="100"/>
                    <a:pt x="121" y="100"/>
                  </a:cubicBezTo>
                  <a:cubicBezTo>
                    <a:pt x="122" y="101"/>
                    <a:pt x="124" y="102"/>
                    <a:pt x="126" y="102"/>
                  </a:cubicBezTo>
                  <a:cubicBezTo>
                    <a:pt x="129" y="102"/>
                    <a:pt x="131" y="102"/>
                    <a:pt x="132" y="100"/>
                  </a:cubicBezTo>
                  <a:cubicBezTo>
                    <a:pt x="134" y="99"/>
                    <a:pt x="135" y="96"/>
                    <a:pt x="135" y="94"/>
                  </a:cubicBezTo>
                  <a:cubicBezTo>
                    <a:pt x="135" y="93"/>
                    <a:pt x="135" y="92"/>
                    <a:pt x="134" y="92"/>
                  </a:cubicBezTo>
                  <a:moveTo>
                    <a:pt x="102" y="102"/>
                  </a:moveTo>
                  <a:cubicBezTo>
                    <a:pt x="108" y="107"/>
                    <a:pt x="108" y="107"/>
                    <a:pt x="108" y="107"/>
                  </a:cubicBezTo>
                  <a:cubicBezTo>
                    <a:pt x="109" y="109"/>
                    <a:pt x="111" y="110"/>
                    <a:pt x="113" y="110"/>
                  </a:cubicBezTo>
                  <a:cubicBezTo>
                    <a:pt x="115" y="110"/>
                    <a:pt x="117" y="109"/>
                    <a:pt x="119" y="108"/>
                  </a:cubicBezTo>
                  <a:cubicBezTo>
                    <a:pt x="121" y="106"/>
                    <a:pt x="122" y="104"/>
                    <a:pt x="121" y="102"/>
                  </a:cubicBezTo>
                  <a:cubicBezTo>
                    <a:pt x="121" y="101"/>
                    <a:pt x="121" y="100"/>
                    <a:pt x="121" y="100"/>
                  </a:cubicBezTo>
                  <a:moveTo>
                    <a:pt x="88" y="107"/>
                  </a:moveTo>
                  <a:cubicBezTo>
                    <a:pt x="93" y="110"/>
                    <a:pt x="93" y="110"/>
                    <a:pt x="93" y="110"/>
                  </a:cubicBezTo>
                  <a:cubicBezTo>
                    <a:pt x="93" y="110"/>
                    <a:pt x="96" y="111"/>
                    <a:pt x="100" y="111"/>
                  </a:cubicBezTo>
                  <a:cubicBezTo>
                    <a:pt x="102" y="110"/>
                    <a:pt x="104" y="110"/>
                    <a:pt x="105" y="109"/>
                  </a:cubicBezTo>
                  <a:cubicBezTo>
                    <a:pt x="106" y="108"/>
                    <a:pt x="106" y="107"/>
                    <a:pt x="107" y="107"/>
                  </a:cubicBezTo>
                  <a:moveTo>
                    <a:pt x="63" y="100"/>
                  </a:moveTo>
                  <a:cubicBezTo>
                    <a:pt x="76" y="85"/>
                    <a:pt x="76" y="85"/>
                    <a:pt x="76" y="85"/>
                  </a:cubicBezTo>
                  <a:cubicBezTo>
                    <a:pt x="79" y="82"/>
                    <a:pt x="78" y="79"/>
                    <a:pt x="76" y="76"/>
                  </a:cubicBezTo>
                  <a:cubicBezTo>
                    <a:pt x="75" y="75"/>
                    <a:pt x="73" y="75"/>
                    <a:pt x="71" y="75"/>
                  </a:cubicBezTo>
                  <a:cubicBezTo>
                    <a:pt x="70" y="75"/>
                    <a:pt x="68" y="76"/>
                    <a:pt x="68" y="77"/>
                  </a:cubicBezTo>
                  <a:cubicBezTo>
                    <a:pt x="54" y="92"/>
                    <a:pt x="54" y="92"/>
                    <a:pt x="54" y="92"/>
                  </a:cubicBezTo>
                  <a:cubicBezTo>
                    <a:pt x="52" y="94"/>
                    <a:pt x="52" y="98"/>
                    <a:pt x="54" y="100"/>
                  </a:cubicBezTo>
                  <a:cubicBezTo>
                    <a:pt x="56" y="102"/>
                    <a:pt x="57" y="102"/>
                    <a:pt x="59" y="102"/>
                  </a:cubicBezTo>
                  <a:cubicBezTo>
                    <a:pt x="61" y="102"/>
                    <a:pt x="62" y="101"/>
                    <a:pt x="63" y="100"/>
                  </a:cubicBezTo>
                  <a:close/>
                  <a:moveTo>
                    <a:pt x="74" y="105"/>
                  </a:moveTo>
                  <a:cubicBezTo>
                    <a:pt x="87" y="91"/>
                    <a:pt x="87" y="91"/>
                    <a:pt x="87" y="91"/>
                  </a:cubicBezTo>
                  <a:cubicBezTo>
                    <a:pt x="89" y="89"/>
                    <a:pt x="89" y="85"/>
                    <a:pt x="86" y="83"/>
                  </a:cubicBezTo>
                  <a:cubicBezTo>
                    <a:pt x="85" y="82"/>
                    <a:pt x="83" y="81"/>
                    <a:pt x="81" y="81"/>
                  </a:cubicBezTo>
                  <a:cubicBezTo>
                    <a:pt x="80" y="82"/>
                    <a:pt x="79" y="82"/>
                    <a:pt x="78" y="83"/>
                  </a:cubicBezTo>
                  <a:cubicBezTo>
                    <a:pt x="65" y="97"/>
                    <a:pt x="65" y="97"/>
                    <a:pt x="65" y="97"/>
                  </a:cubicBezTo>
                  <a:cubicBezTo>
                    <a:pt x="63" y="100"/>
                    <a:pt x="63" y="103"/>
                    <a:pt x="66" y="106"/>
                  </a:cubicBezTo>
                  <a:cubicBezTo>
                    <a:pt x="67" y="107"/>
                    <a:pt x="69" y="107"/>
                    <a:pt x="70" y="107"/>
                  </a:cubicBezTo>
                  <a:cubicBezTo>
                    <a:pt x="72" y="107"/>
                    <a:pt x="73" y="106"/>
                    <a:pt x="74" y="105"/>
                  </a:cubicBezTo>
                  <a:close/>
                  <a:moveTo>
                    <a:pt x="91" y="104"/>
                  </a:moveTo>
                  <a:cubicBezTo>
                    <a:pt x="93" y="102"/>
                    <a:pt x="93" y="102"/>
                    <a:pt x="93" y="102"/>
                  </a:cubicBezTo>
                  <a:cubicBezTo>
                    <a:pt x="95" y="99"/>
                    <a:pt x="95" y="96"/>
                    <a:pt x="93" y="93"/>
                  </a:cubicBezTo>
                  <a:cubicBezTo>
                    <a:pt x="91" y="92"/>
                    <a:pt x="89" y="92"/>
                    <a:pt x="88" y="92"/>
                  </a:cubicBezTo>
                  <a:cubicBezTo>
                    <a:pt x="86" y="92"/>
                    <a:pt x="85" y="93"/>
                    <a:pt x="84" y="94"/>
                  </a:cubicBezTo>
                  <a:cubicBezTo>
                    <a:pt x="77" y="102"/>
                    <a:pt x="77" y="102"/>
                    <a:pt x="77" y="102"/>
                  </a:cubicBezTo>
                  <a:cubicBezTo>
                    <a:pt x="75" y="104"/>
                    <a:pt x="75" y="108"/>
                    <a:pt x="77" y="110"/>
                  </a:cubicBezTo>
                  <a:cubicBezTo>
                    <a:pt x="79" y="112"/>
                    <a:pt x="80" y="112"/>
                    <a:pt x="82" y="112"/>
                  </a:cubicBezTo>
                  <a:cubicBezTo>
                    <a:pt x="84" y="112"/>
                    <a:pt x="85" y="111"/>
                    <a:pt x="86" y="110"/>
                  </a:cubicBezTo>
                  <a:lnTo>
                    <a:pt x="91" y="104"/>
                  </a:lnTo>
                  <a:close/>
                  <a:moveTo>
                    <a:pt x="170" y="1"/>
                  </a:moveTo>
                  <a:cubicBezTo>
                    <a:pt x="158" y="7"/>
                    <a:pt x="139" y="17"/>
                    <a:pt x="136" y="19"/>
                  </a:cubicBezTo>
                  <a:cubicBezTo>
                    <a:pt x="139" y="23"/>
                    <a:pt x="150" y="42"/>
                    <a:pt x="165" y="67"/>
                  </a:cubicBezTo>
                  <a:cubicBezTo>
                    <a:pt x="166" y="70"/>
                    <a:pt x="166" y="70"/>
                    <a:pt x="166" y="70"/>
                  </a:cubicBezTo>
                  <a:cubicBezTo>
                    <a:pt x="198" y="53"/>
                    <a:pt x="198" y="53"/>
                    <a:pt x="198" y="53"/>
                  </a:cubicBezTo>
                  <a:moveTo>
                    <a:pt x="140" y="26"/>
                  </a:moveTo>
                  <a:cubicBezTo>
                    <a:pt x="125" y="20"/>
                    <a:pt x="116" y="29"/>
                    <a:pt x="107" y="29"/>
                  </a:cubicBezTo>
                  <a:cubicBezTo>
                    <a:pt x="103" y="29"/>
                    <a:pt x="100" y="29"/>
                    <a:pt x="98" y="29"/>
                  </a:cubicBezTo>
                  <a:cubicBezTo>
                    <a:pt x="98" y="29"/>
                    <a:pt x="98" y="29"/>
                    <a:pt x="97" y="29"/>
                  </a:cubicBezTo>
                  <a:cubicBezTo>
                    <a:pt x="96" y="29"/>
                    <a:pt x="96" y="30"/>
                    <a:pt x="95" y="30"/>
                  </a:cubicBezTo>
                  <a:cubicBezTo>
                    <a:pt x="68" y="43"/>
                    <a:pt x="68" y="43"/>
                    <a:pt x="68" y="43"/>
                  </a:cubicBezTo>
                  <a:cubicBezTo>
                    <a:pt x="56" y="50"/>
                    <a:pt x="68" y="59"/>
                    <a:pt x="72" y="59"/>
                  </a:cubicBezTo>
                  <a:cubicBezTo>
                    <a:pt x="76" y="57"/>
                    <a:pt x="87" y="53"/>
                    <a:pt x="94" y="50"/>
                  </a:cubicBezTo>
                  <a:cubicBezTo>
                    <a:pt x="98" y="49"/>
                    <a:pt x="103" y="49"/>
                    <a:pt x="107" y="52"/>
                  </a:cubicBezTo>
                  <a:cubicBezTo>
                    <a:pt x="119" y="61"/>
                    <a:pt x="144" y="79"/>
                    <a:pt x="146" y="81"/>
                  </a:cubicBezTo>
                  <a:moveTo>
                    <a:pt x="163" y="64"/>
                  </a:moveTo>
                  <a:cubicBezTo>
                    <a:pt x="161" y="66"/>
                    <a:pt x="156" y="69"/>
                    <a:pt x="154" y="70"/>
                  </a:cubicBezTo>
                  <a:cubicBezTo>
                    <a:pt x="153" y="71"/>
                    <a:pt x="153" y="72"/>
                    <a:pt x="151" y="74"/>
                  </a:cubicBezTo>
                  <a:cubicBezTo>
                    <a:pt x="150" y="77"/>
                    <a:pt x="147" y="80"/>
                    <a:pt x="146" y="81"/>
                  </a:cubicBezTo>
                  <a:moveTo>
                    <a:pt x="50" y="80"/>
                  </a:moveTo>
                  <a:cubicBezTo>
                    <a:pt x="50" y="80"/>
                    <a:pt x="50" y="80"/>
                    <a:pt x="50" y="80"/>
                  </a:cubicBezTo>
                  <a:moveTo>
                    <a:pt x="0" y="51"/>
                  </a:moveTo>
                  <a:cubicBezTo>
                    <a:pt x="28" y="74"/>
                    <a:pt x="28" y="74"/>
                    <a:pt x="28" y="74"/>
                  </a:cubicBezTo>
                  <a:cubicBezTo>
                    <a:pt x="69" y="23"/>
                    <a:pt x="69" y="23"/>
                    <a:pt x="69" y="23"/>
                  </a:cubicBezTo>
                  <a:cubicBezTo>
                    <a:pt x="41" y="0"/>
                    <a:pt x="41" y="0"/>
                    <a:pt x="41" y="0"/>
                  </a:cubicBezTo>
                  <a:moveTo>
                    <a:pt x="31" y="70"/>
                  </a:moveTo>
                  <a:cubicBezTo>
                    <a:pt x="39" y="77"/>
                    <a:pt x="47" y="81"/>
                    <a:pt x="47" y="81"/>
                  </a:cubicBezTo>
                  <a:moveTo>
                    <a:pt x="85" y="35"/>
                  </a:moveTo>
                  <a:cubicBezTo>
                    <a:pt x="81" y="33"/>
                    <a:pt x="73" y="29"/>
                    <a:pt x="65" y="27"/>
                  </a:cubicBezTo>
                </a:path>
              </a:pathLst>
            </a:custGeom>
            <a:noFill/>
            <a:ln w="19050"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7" name="TextBox 16">
              <a:extLst>
                <a:ext uri="{FF2B5EF4-FFF2-40B4-BE49-F238E27FC236}">
                  <a16:creationId xmlns:a16="http://schemas.microsoft.com/office/drawing/2014/main" id="{5E2C0ED8-8BA5-49C1-80E5-23F0B89CD280}"/>
                </a:ext>
              </a:extLst>
            </p:cNvPr>
            <p:cNvSpPr txBox="1"/>
            <p:nvPr/>
          </p:nvSpPr>
          <p:spPr>
            <a:xfrm>
              <a:off x="1363346" y="5294877"/>
              <a:ext cx="732154" cy="665188"/>
            </a:xfrm>
            <a:prstGeom prst="rect">
              <a:avLst/>
            </a:prstGeom>
            <a:noFill/>
          </p:spPr>
          <p:txBody>
            <a:bodyPr wrap="square" rtlCol="0">
              <a:spAutoFit/>
            </a:bodyPr>
            <a:lstStyle/>
            <a:p>
              <a:r>
                <a:rPr lang="en-US" sz="3600">
                  <a:solidFill>
                    <a:schemeClr val="accent1"/>
                  </a:solidFill>
                  <a:latin typeface="Montserrat SemiBold" panose="00000700000000000000" pitchFamily="50" charset="-52"/>
                </a:rPr>
                <a:t>01</a:t>
              </a:r>
              <a:endParaRPr lang="ru-UA" sz="3600">
                <a:solidFill>
                  <a:schemeClr val="accent1"/>
                </a:solidFill>
                <a:latin typeface="Montserrat SemiBold" panose="00000700000000000000" pitchFamily="50" charset="-52"/>
              </a:endParaRPr>
            </a:p>
          </p:txBody>
        </p:sp>
      </p:grpSp>
      <p:grpSp>
        <p:nvGrpSpPr>
          <p:cNvPr id="18" name="Group 17">
            <a:extLst>
              <a:ext uri="{FF2B5EF4-FFF2-40B4-BE49-F238E27FC236}">
                <a16:creationId xmlns:a16="http://schemas.microsoft.com/office/drawing/2014/main" id="{911D45B1-E415-4FD6-9D9E-C8CBB78C2995}"/>
              </a:ext>
            </a:extLst>
          </p:cNvPr>
          <p:cNvGrpSpPr/>
          <p:nvPr/>
        </p:nvGrpSpPr>
        <p:grpSpPr>
          <a:xfrm>
            <a:off x="1037519" y="1717357"/>
            <a:ext cx="2336480" cy="1363816"/>
            <a:chOff x="1284289" y="3094672"/>
            <a:chExt cx="2336480" cy="1363816"/>
          </a:xfrm>
        </p:grpSpPr>
        <p:sp>
          <p:nvSpPr>
            <p:cNvPr id="19" name="Freeform 20">
              <a:extLst>
                <a:ext uri="{FF2B5EF4-FFF2-40B4-BE49-F238E27FC236}">
                  <a16:creationId xmlns:a16="http://schemas.microsoft.com/office/drawing/2014/main" id="{7C5CDEC9-C3D2-429A-B0D9-F3F0F6DEB5C1}"/>
                </a:ext>
              </a:extLst>
            </p:cNvPr>
            <p:cNvSpPr>
              <a:spLocks noEditPoints="1"/>
            </p:cNvSpPr>
            <p:nvPr/>
          </p:nvSpPr>
          <p:spPr bwMode="auto">
            <a:xfrm>
              <a:off x="2532380" y="3094672"/>
              <a:ext cx="579437" cy="465138"/>
            </a:xfrm>
            <a:custGeom>
              <a:avLst/>
              <a:gdLst>
                <a:gd name="T0" fmla="*/ 152 w 152"/>
                <a:gd name="T1" fmla="*/ 122 h 122"/>
                <a:gd name="T2" fmla="*/ 0 w 152"/>
                <a:gd name="T3" fmla="*/ 122 h 122"/>
                <a:gd name="T4" fmla="*/ 37 w 152"/>
                <a:gd name="T5" fmla="*/ 89 h 122"/>
                <a:gd name="T6" fmla="*/ 17 w 152"/>
                <a:gd name="T7" fmla="*/ 89 h 122"/>
                <a:gd name="T8" fmla="*/ 17 w 152"/>
                <a:gd name="T9" fmla="*/ 122 h 122"/>
                <a:gd name="T10" fmla="*/ 37 w 152"/>
                <a:gd name="T11" fmla="*/ 122 h 122"/>
                <a:gd name="T12" fmla="*/ 37 w 152"/>
                <a:gd name="T13" fmla="*/ 89 h 122"/>
                <a:gd name="T14" fmla="*/ 70 w 152"/>
                <a:gd name="T15" fmla="*/ 57 h 122"/>
                <a:gd name="T16" fmla="*/ 49 w 152"/>
                <a:gd name="T17" fmla="*/ 57 h 122"/>
                <a:gd name="T18" fmla="*/ 49 w 152"/>
                <a:gd name="T19" fmla="*/ 122 h 122"/>
                <a:gd name="T20" fmla="*/ 70 w 152"/>
                <a:gd name="T21" fmla="*/ 122 h 122"/>
                <a:gd name="T22" fmla="*/ 70 w 152"/>
                <a:gd name="T23" fmla="*/ 57 h 122"/>
                <a:gd name="T24" fmla="*/ 103 w 152"/>
                <a:gd name="T25" fmla="*/ 71 h 122"/>
                <a:gd name="T26" fmla="*/ 82 w 152"/>
                <a:gd name="T27" fmla="*/ 71 h 122"/>
                <a:gd name="T28" fmla="*/ 82 w 152"/>
                <a:gd name="T29" fmla="*/ 122 h 122"/>
                <a:gd name="T30" fmla="*/ 103 w 152"/>
                <a:gd name="T31" fmla="*/ 122 h 122"/>
                <a:gd name="T32" fmla="*/ 103 w 152"/>
                <a:gd name="T33" fmla="*/ 71 h 122"/>
                <a:gd name="T34" fmla="*/ 136 w 152"/>
                <a:gd name="T35" fmla="*/ 38 h 122"/>
                <a:gd name="T36" fmla="*/ 115 w 152"/>
                <a:gd name="T37" fmla="*/ 38 h 122"/>
                <a:gd name="T38" fmla="*/ 115 w 152"/>
                <a:gd name="T39" fmla="*/ 122 h 122"/>
                <a:gd name="T40" fmla="*/ 136 w 152"/>
                <a:gd name="T41" fmla="*/ 122 h 122"/>
                <a:gd name="T42" fmla="*/ 136 w 152"/>
                <a:gd name="T43" fmla="*/ 38 h 122"/>
                <a:gd name="T44" fmla="*/ 27 w 152"/>
                <a:gd name="T45" fmla="*/ 53 h 122"/>
                <a:gd name="T46" fmla="*/ 21 w 152"/>
                <a:gd name="T47" fmla="*/ 59 h 122"/>
                <a:gd name="T48" fmla="*/ 27 w 152"/>
                <a:gd name="T49" fmla="*/ 65 h 122"/>
                <a:gd name="T50" fmla="*/ 33 w 152"/>
                <a:gd name="T51" fmla="*/ 59 h 122"/>
                <a:gd name="T52" fmla="*/ 27 w 152"/>
                <a:gd name="T53" fmla="*/ 53 h 122"/>
                <a:gd name="T54" fmla="*/ 60 w 152"/>
                <a:gd name="T55" fmla="*/ 22 h 122"/>
                <a:gd name="T56" fmla="*/ 54 w 152"/>
                <a:gd name="T57" fmla="*/ 28 h 122"/>
                <a:gd name="T58" fmla="*/ 60 w 152"/>
                <a:gd name="T59" fmla="*/ 34 h 122"/>
                <a:gd name="T60" fmla="*/ 66 w 152"/>
                <a:gd name="T61" fmla="*/ 28 h 122"/>
                <a:gd name="T62" fmla="*/ 60 w 152"/>
                <a:gd name="T63" fmla="*/ 22 h 122"/>
                <a:gd name="T64" fmla="*/ 92 w 152"/>
                <a:gd name="T65" fmla="*/ 38 h 122"/>
                <a:gd name="T66" fmla="*/ 86 w 152"/>
                <a:gd name="T67" fmla="*/ 44 h 122"/>
                <a:gd name="T68" fmla="*/ 92 w 152"/>
                <a:gd name="T69" fmla="*/ 50 h 122"/>
                <a:gd name="T70" fmla="*/ 98 w 152"/>
                <a:gd name="T71" fmla="*/ 44 h 122"/>
                <a:gd name="T72" fmla="*/ 92 w 152"/>
                <a:gd name="T73" fmla="*/ 38 h 122"/>
                <a:gd name="T74" fmla="*/ 125 w 152"/>
                <a:gd name="T75" fmla="*/ 0 h 122"/>
                <a:gd name="T76" fmla="*/ 119 w 152"/>
                <a:gd name="T77" fmla="*/ 6 h 122"/>
                <a:gd name="T78" fmla="*/ 125 w 152"/>
                <a:gd name="T79" fmla="*/ 12 h 122"/>
                <a:gd name="T80" fmla="*/ 131 w 152"/>
                <a:gd name="T81" fmla="*/ 6 h 122"/>
                <a:gd name="T82" fmla="*/ 125 w 152"/>
                <a:gd name="T83" fmla="*/ 0 h 122"/>
                <a:gd name="T84" fmla="*/ 96 w 152"/>
                <a:gd name="T85" fmla="*/ 39 h 122"/>
                <a:gd name="T86" fmla="*/ 121 w 152"/>
                <a:gd name="T87" fmla="*/ 11 h 122"/>
                <a:gd name="T88" fmla="*/ 65 w 152"/>
                <a:gd name="T89" fmla="*/ 31 h 122"/>
                <a:gd name="T90" fmla="*/ 87 w 152"/>
                <a:gd name="T91" fmla="*/ 41 h 122"/>
                <a:gd name="T92" fmla="*/ 55 w 152"/>
                <a:gd name="T93" fmla="*/ 32 h 122"/>
                <a:gd name="T94" fmla="*/ 31 w 152"/>
                <a:gd name="T95" fmla="*/ 5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2" h="122">
                  <a:moveTo>
                    <a:pt x="152" y="122"/>
                  </a:moveTo>
                  <a:cubicBezTo>
                    <a:pt x="0" y="122"/>
                    <a:pt x="0" y="122"/>
                    <a:pt x="0" y="122"/>
                  </a:cubicBezTo>
                  <a:moveTo>
                    <a:pt x="37" y="89"/>
                  </a:moveTo>
                  <a:cubicBezTo>
                    <a:pt x="17" y="89"/>
                    <a:pt x="17" y="89"/>
                    <a:pt x="17" y="89"/>
                  </a:cubicBezTo>
                  <a:cubicBezTo>
                    <a:pt x="17" y="122"/>
                    <a:pt x="17" y="122"/>
                    <a:pt x="17" y="122"/>
                  </a:cubicBezTo>
                  <a:cubicBezTo>
                    <a:pt x="37" y="122"/>
                    <a:pt x="37" y="122"/>
                    <a:pt x="37" y="122"/>
                  </a:cubicBezTo>
                  <a:lnTo>
                    <a:pt x="37" y="89"/>
                  </a:lnTo>
                  <a:close/>
                  <a:moveTo>
                    <a:pt x="70" y="57"/>
                  </a:moveTo>
                  <a:cubicBezTo>
                    <a:pt x="49" y="57"/>
                    <a:pt x="49" y="57"/>
                    <a:pt x="49" y="57"/>
                  </a:cubicBezTo>
                  <a:cubicBezTo>
                    <a:pt x="49" y="122"/>
                    <a:pt x="49" y="122"/>
                    <a:pt x="49" y="122"/>
                  </a:cubicBezTo>
                  <a:cubicBezTo>
                    <a:pt x="70" y="122"/>
                    <a:pt x="70" y="122"/>
                    <a:pt x="70" y="122"/>
                  </a:cubicBezTo>
                  <a:lnTo>
                    <a:pt x="70" y="57"/>
                  </a:lnTo>
                  <a:close/>
                  <a:moveTo>
                    <a:pt x="103" y="71"/>
                  </a:moveTo>
                  <a:cubicBezTo>
                    <a:pt x="82" y="71"/>
                    <a:pt x="82" y="71"/>
                    <a:pt x="82" y="71"/>
                  </a:cubicBezTo>
                  <a:cubicBezTo>
                    <a:pt x="82" y="122"/>
                    <a:pt x="82" y="122"/>
                    <a:pt x="82" y="122"/>
                  </a:cubicBezTo>
                  <a:cubicBezTo>
                    <a:pt x="103" y="122"/>
                    <a:pt x="103" y="122"/>
                    <a:pt x="103" y="122"/>
                  </a:cubicBezTo>
                  <a:lnTo>
                    <a:pt x="103" y="71"/>
                  </a:lnTo>
                  <a:close/>
                  <a:moveTo>
                    <a:pt x="136" y="38"/>
                  </a:moveTo>
                  <a:cubicBezTo>
                    <a:pt x="115" y="38"/>
                    <a:pt x="115" y="38"/>
                    <a:pt x="115" y="38"/>
                  </a:cubicBezTo>
                  <a:cubicBezTo>
                    <a:pt x="115" y="122"/>
                    <a:pt x="115" y="122"/>
                    <a:pt x="115" y="122"/>
                  </a:cubicBezTo>
                  <a:cubicBezTo>
                    <a:pt x="136" y="122"/>
                    <a:pt x="136" y="122"/>
                    <a:pt x="136" y="122"/>
                  </a:cubicBezTo>
                  <a:lnTo>
                    <a:pt x="136" y="38"/>
                  </a:lnTo>
                  <a:close/>
                  <a:moveTo>
                    <a:pt x="27" y="53"/>
                  </a:moveTo>
                  <a:cubicBezTo>
                    <a:pt x="24" y="53"/>
                    <a:pt x="21" y="56"/>
                    <a:pt x="21" y="59"/>
                  </a:cubicBezTo>
                  <a:cubicBezTo>
                    <a:pt x="21" y="63"/>
                    <a:pt x="24" y="65"/>
                    <a:pt x="27" y="65"/>
                  </a:cubicBezTo>
                  <a:cubicBezTo>
                    <a:pt x="30" y="65"/>
                    <a:pt x="33" y="63"/>
                    <a:pt x="33" y="59"/>
                  </a:cubicBezTo>
                  <a:cubicBezTo>
                    <a:pt x="33" y="56"/>
                    <a:pt x="30" y="53"/>
                    <a:pt x="27" y="53"/>
                  </a:cubicBezTo>
                  <a:close/>
                  <a:moveTo>
                    <a:pt x="60" y="22"/>
                  </a:moveTo>
                  <a:cubicBezTo>
                    <a:pt x="56" y="22"/>
                    <a:pt x="54" y="25"/>
                    <a:pt x="54" y="28"/>
                  </a:cubicBezTo>
                  <a:cubicBezTo>
                    <a:pt x="54" y="31"/>
                    <a:pt x="56" y="34"/>
                    <a:pt x="60" y="34"/>
                  </a:cubicBezTo>
                  <a:cubicBezTo>
                    <a:pt x="63" y="34"/>
                    <a:pt x="66" y="31"/>
                    <a:pt x="66" y="28"/>
                  </a:cubicBezTo>
                  <a:cubicBezTo>
                    <a:pt x="66" y="25"/>
                    <a:pt x="63" y="22"/>
                    <a:pt x="60" y="22"/>
                  </a:cubicBezTo>
                  <a:close/>
                  <a:moveTo>
                    <a:pt x="92" y="38"/>
                  </a:moveTo>
                  <a:cubicBezTo>
                    <a:pt x="89" y="38"/>
                    <a:pt x="86" y="40"/>
                    <a:pt x="86" y="44"/>
                  </a:cubicBezTo>
                  <a:cubicBezTo>
                    <a:pt x="86" y="47"/>
                    <a:pt x="89" y="50"/>
                    <a:pt x="92" y="50"/>
                  </a:cubicBezTo>
                  <a:cubicBezTo>
                    <a:pt x="96" y="50"/>
                    <a:pt x="98" y="47"/>
                    <a:pt x="98" y="44"/>
                  </a:cubicBezTo>
                  <a:cubicBezTo>
                    <a:pt x="98" y="40"/>
                    <a:pt x="96" y="38"/>
                    <a:pt x="92" y="38"/>
                  </a:cubicBezTo>
                  <a:close/>
                  <a:moveTo>
                    <a:pt x="125" y="0"/>
                  </a:moveTo>
                  <a:cubicBezTo>
                    <a:pt x="122" y="0"/>
                    <a:pt x="119" y="3"/>
                    <a:pt x="119" y="6"/>
                  </a:cubicBezTo>
                  <a:cubicBezTo>
                    <a:pt x="119" y="10"/>
                    <a:pt x="122" y="12"/>
                    <a:pt x="125" y="12"/>
                  </a:cubicBezTo>
                  <a:cubicBezTo>
                    <a:pt x="128" y="12"/>
                    <a:pt x="131" y="10"/>
                    <a:pt x="131" y="6"/>
                  </a:cubicBezTo>
                  <a:cubicBezTo>
                    <a:pt x="131" y="3"/>
                    <a:pt x="128" y="0"/>
                    <a:pt x="125" y="0"/>
                  </a:cubicBezTo>
                  <a:close/>
                  <a:moveTo>
                    <a:pt x="96" y="39"/>
                  </a:moveTo>
                  <a:cubicBezTo>
                    <a:pt x="121" y="11"/>
                    <a:pt x="121" y="11"/>
                    <a:pt x="121" y="11"/>
                  </a:cubicBezTo>
                  <a:moveTo>
                    <a:pt x="65" y="31"/>
                  </a:moveTo>
                  <a:cubicBezTo>
                    <a:pt x="87" y="41"/>
                    <a:pt x="87" y="41"/>
                    <a:pt x="87" y="41"/>
                  </a:cubicBezTo>
                  <a:moveTo>
                    <a:pt x="55" y="32"/>
                  </a:moveTo>
                  <a:cubicBezTo>
                    <a:pt x="31" y="55"/>
                    <a:pt x="31" y="55"/>
                    <a:pt x="31" y="55"/>
                  </a:cubicBezTo>
                </a:path>
              </a:pathLst>
            </a:custGeom>
            <a:noFill/>
            <a:ln w="19050"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20" name="Text Placeholder 33">
              <a:extLst>
                <a:ext uri="{FF2B5EF4-FFF2-40B4-BE49-F238E27FC236}">
                  <a16:creationId xmlns:a16="http://schemas.microsoft.com/office/drawing/2014/main" id="{68A60F6C-21CC-483C-9AC4-ABC3885B4A46}"/>
                </a:ext>
              </a:extLst>
            </p:cNvPr>
            <p:cNvSpPr txBox="1">
              <a:spLocks/>
            </p:cNvSpPr>
            <p:nvPr/>
          </p:nvSpPr>
          <p:spPr>
            <a:xfrm>
              <a:off x="1963420" y="3657365"/>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21" name="TextBox 20">
              <a:extLst>
                <a:ext uri="{FF2B5EF4-FFF2-40B4-BE49-F238E27FC236}">
                  <a16:creationId xmlns:a16="http://schemas.microsoft.com/office/drawing/2014/main" id="{521BE64B-3FE2-41C1-8D8E-1095EB6367D1}"/>
                </a:ext>
              </a:extLst>
            </p:cNvPr>
            <p:cNvSpPr txBox="1"/>
            <p:nvPr/>
          </p:nvSpPr>
          <p:spPr>
            <a:xfrm>
              <a:off x="1284289" y="3657365"/>
              <a:ext cx="785494" cy="646331"/>
            </a:xfrm>
            <a:prstGeom prst="rect">
              <a:avLst/>
            </a:prstGeom>
            <a:noFill/>
          </p:spPr>
          <p:txBody>
            <a:bodyPr wrap="square" rtlCol="0">
              <a:spAutoFit/>
            </a:bodyPr>
            <a:lstStyle/>
            <a:p>
              <a:r>
                <a:rPr lang="ru-RU" sz="3600">
                  <a:solidFill>
                    <a:schemeClr val="accent2"/>
                  </a:solidFill>
                  <a:latin typeface="Montserrat SemiBold" panose="00000700000000000000" pitchFamily="50" charset="-52"/>
                </a:rPr>
                <a:t>02</a:t>
              </a:r>
              <a:endParaRPr lang="ru-UA" sz="3600">
                <a:solidFill>
                  <a:schemeClr val="accent2"/>
                </a:solidFill>
                <a:latin typeface="Montserrat SemiBold" panose="00000700000000000000" pitchFamily="50" charset="-52"/>
              </a:endParaRPr>
            </a:p>
          </p:txBody>
        </p:sp>
      </p:grpSp>
      <p:grpSp>
        <p:nvGrpSpPr>
          <p:cNvPr id="9" name="Group 8">
            <a:extLst>
              <a:ext uri="{FF2B5EF4-FFF2-40B4-BE49-F238E27FC236}">
                <a16:creationId xmlns:a16="http://schemas.microsoft.com/office/drawing/2014/main" id="{4F92EC5A-3080-4B9E-AF80-3D2162B5A2C5}"/>
              </a:ext>
            </a:extLst>
          </p:cNvPr>
          <p:cNvGrpSpPr/>
          <p:nvPr/>
        </p:nvGrpSpPr>
        <p:grpSpPr>
          <a:xfrm>
            <a:off x="8670157" y="4041505"/>
            <a:ext cx="2484324" cy="1476140"/>
            <a:chOff x="8670157" y="4041505"/>
            <a:chExt cx="2484324" cy="1476140"/>
          </a:xfrm>
        </p:grpSpPr>
        <p:sp>
          <p:nvSpPr>
            <p:cNvPr id="23" name="Freeform 14">
              <a:extLst>
                <a:ext uri="{FF2B5EF4-FFF2-40B4-BE49-F238E27FC236}">
                  <a16:creationId xmlns:a16="http://schemas.microsoft.com/office/drawing/2014/main" id="{CCC2510C-58FF-4255-8797-F553C965C60B}"/>
                </a:ext>
              </a:extLst>
            </p:cNvPr>
            <p:cNvSpPr>
              <a:spLocks noEditPoints="1"/>
            </p:cNvSpPr>
            <p:nvPr/>
          </p:nvSpPr>
          <p:spPr bwMode="auto">
            <a:xfrm>
              <a:off x="9351684" y="4041505"/>
              <a:ext cx="476250" cy="560388"/>
            </a:xfrm>
            <a:custGeom>
              <a:avLst/>
              <a:gdLst>
                <a:gd name="T0" fmla="*/ 300 w 300"/>
                <a:gd name="T1" fmla="*/ 147 h 353"/>
                <a:gd name="T2" fmla="*/ 300 w 300"/>
                <a:gd name="T3" fmla="*/ 353 h 353"/>
                <a:gd name="T4" fmla="*/ 0 w 300"/>
                <a:gd name="T5" fmla="*/ 353 h 353"/>
                <a:gd name="T6" fmla="*/ 0 w 300"/>
                <a:gd name="T7" fmla="*/ 147 h 353"/>
                <a:gd name="T8" fmla="*/ 300 w 300"/>
                <a:gd name="T9" fmla="*/ 353 h 353"/>
                <a:gd name="T10" fmla="*/ 151 w 300"/>
                <a:gd name="T11" fmla="*/ 250 h 353"/>
                <a:gd name="T12" fmla="*/ 0 w 300"/>
                <a:gd name="T13" fmla="*/ 353 h 353"/>
                <a:gd name="T14" fmla="*/ 300 w 300"/>
                <a:gd name="T15" fmla="*/ 147 h 353"/>
                <a:gd name="T16" fmla="*/ 199 w 300"/>
                <a:gd name="T17" fmla="*/ 250 h 353"/>
                <a:gd name="T18" fmla="*/ 0 w 300"/>
                <a:gd name="T19" fmla="*/ 147 h 353"/>
                <a:gd name="T20" fmla="*/ 101 w 300"/>
                <a:gd name="T21" fmla="*/ 250 h 353"/>
                <a:gd name="T22" fmla="*/ 261 w 300"/>
                <a:gd name="T23" fmla="*/ 139 h 353"/>
                <a:gd name="T24" fmla="*/ 261 w 300"/>
                <a:gd name="T25" fmla="*/ 67 h 353"/>
                <a:gd name="T26" fmla="*/ 197 w 300"/>
                <a:gd name="T27" fmla="*/ 0 h 353"/>
                <a:gd name="T28" fmla="*/ 38 w 300"/>
                <a:gd name="T29" fmla="*/ 0 h 353"/>
                <a:gd name="T30" fmla="*/ 38 w 300"/>
                <a:gd name="T31" fmla="*/ 139 h 353"/>
                <a:gd name="T32" fmla="*/ 261 w 300"/>
                <a:gd name="T33" fmla="*/ 67 h 353"/>
                <a:gd name="T34" fmla="*/ 197 w 300"/>
                <a:gd name="T35" fmla="*/ 0 h 353"/>
                <a:gd name="T36" fmla="*/ 197 w 300"/>
                <a:gd name="T37" fmla="*/ 67 h 353"/>
                <a:gd name="T38" fmla="*/ 261 w 300"/>
                <a:gd name="T39" fmla="*/ 67 h 353"/>
                <a:gd name="T40" fmla="*/ 101 w 300"/>
                <a:gd name="T41" fmla="*/ 103 h 353"/>
                <a:gd name="T42" fmla="*/ 70 w 300"/>
                <a:gd name="T43" fmla="*/ 103 h 353"/>
                <a:gd name="T44" fmla="*/ 221 w 300"/>
                <a:gd name="T45" fmla="*/ 103 h 353"/>
                <a:gd name="T46" fmla="*/ 132 w 300"/>
                <a:gd name="T47" fmla="*/ 103 h 353"/>
                <a:gd name="T48" fmla="*/ 70 w 300"/>
                <a:gd name="T49" fmla="*/ 137 h 353"/>
                <a:gd name="T50" fmla="*/ 154 w 300"/>
                <a:gd name="T51" fmla="*/ 137 h 353"/>
                <a:gd name="T52" fmla="*/ 221 w 300"/>
                <a:gd name="T53" fmla="*/ 137 h 353"/>
                <a:gd name="T54" fmla="*/ 189 w 300"/>
                <a:gd name="T55" fmla="*/ 13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00" h="353">
                  <a:moveTo>
                    <a:pt x="300" y="147"/>
                  </a:moveTo>
                  <a:lnTo>
                    <a:pt x="300" y="353"/>
                  </a:lnTo>
                  <a:lnTo>
                    <a:pt x="0" y="353"/>
                  </a:lnTo>
                  <a:lnTo>
                    <a:pt x="0" y="147"/>
                  </a:lnTo>
                  <a:moveTo>
                    <a:pt x="300" y="353"/>
                  </a:moveTo>
                  <a:lnTo>
                    <a:pt x="151" y="250"/>
                  </a:lnTo>
                  <a:lnTo>
                    <a:pt x="0" y="353"/>
                  </a:lnTo>
                  <a:moveTo>
                    <a:pt x="300" y="147"/>
                  </a:moveTo>
                  <a:lnTo>
                    <a:pt x="199" y="250"/>
                  </a:lnTo>
                  <a:moveTo>
                    <a:pt x="0" y="147"/>
                  </a:moveTo>
                  <a:lnTo>
                    <a:pt x="101" y="250"/>
                  </a:lnTo>
                  <a:moveTo>
                    <a:pt x="261" y="139"/>
                  </a:moveTo>
                  <a:lnTo>
                    <a:pt x="261" y="67"/>
                  </a:lnTo>
                  <a:moveTo>
                    <a:pt x="197" y="0"/>
                  </a:moveTo>
                  <a:lnTo>
                    <a:pt x="38" y="0"/>
                  </a:lnTo>
                  <a:lnTo>
                    <a:pt x="38" y="139"/>
                  </a:lnTo>
                  <a:moveTo>
                    <a:pt x="261" y="67"/>
                  </a:moveTo>
                  <a:lnTo>
                    <a:pt x="197" y="0"/>
                  </a:lnTo>
                  <a:lnTo>
                    <a:pt x="197" y="67"/>
                  </a:lnTo>
                  <a:lnTo>
                    <a:pt x="261" y="67"/>
                  </a:lnTo>
                  <a:moveTo>
                    <a:pt x="101" y="103"/>
                  </a:moveTo>
                  <a:lnTo>
                    <a:pt x="70" y="103"/>
                  </a:lnTo>
                  <a:moveTo>
                    <a:pt x="221" y="103"/>
                  </a:moveTo>
                  <a:lnTo>
                    <a:pt x="132" y="103"/>
                  </a:lnTo>
                  <a:moveTo>
                    <a:pt x="70" y="137"/>
                  </a:moveTo>
                  <a:lnTo>
                    <a:pt x="154" y="137"/>
                  </a:lnTo>
                  <a:moveTo>
                    <a:pt x="221" y="137"/>
                  </a:moveTo>
                  <a:lnTo>
                    <a:pt x="189" y="137"/>
                  </a:lnTo>
                </a:path>
              </a:pathLst>
            </a:cu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24" name="Text Placeholder 33">
              <a:extLst>
                <a:ext uri="{FF2B5EF4-FFF2-40B4-BE49-F238E27FC236}">
                  <a16:creationId xmlns:a16="http://schemas.microsoft.com/office/drawing/2014/main" id="{BD26A970-09AD-4078-8519-170471F22810}"/>
                </a:ext>
              </a:extLst>
            </p:cNvPr>
            <p:cNvSpPr txBox="1">
              <a:spLocks/>
            </p:cNvSpPr>
            <p:nvPr/>
          </p:nvSpPr>
          <p:spPr>
            <a:xfrm>
              <a:off x="8670157" y="4716522"/>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latin typeface="Montserrat Light" panose="00000400000000000000" pitchFamily="50" charset="-52"/>
                </a:rPr>
                <a:t>Lorem ipsum dolor sit amet, consectetur adipiscing elit, sed do eiusmod tempor</a:t>
              </a:r>
            </a:p>
          </p:txBody>
        </p:sp>
        <p:sp>
          <p:nvSpPr>
            <p:cNvPr id="25" name="TextBox 24">
              <a:extLst>
                <a:ext uri="{FF2B5EF4-FFF2-40B4-BE49-F238E27FC236}">
                  <a16:creationId xmlns:a16="http://schemas.microsoft.com/office/drawing/2014/main" id="{CDDD58A3-6E81-4F84-AB9B-D33B28C9AE8A}"/>
                </a:ext>
              </a:extLst>
            </p:cNvPr>
            <p:cNvSpPr txBox="1"/>
            <p:nvPr/>
          </p:nvSpPr>
          <p:spPr>
            <a:xfrm>
              <a:off x="10286025" y="4716522"/>
              <a:ext cx="868456" cy="646331"/>
            </a:xfrm>
            <a:prstGeom prst="rect">
              <a:avLst/>
            </a:prstGeom>
            <a:noFill/>
          </p:spPr>
          <p:txBody>
            <a:bodyPr wrap="square" rtlCol="0">
              <a:spAutoFit/>
            </a:bodyPr>
            <a:lstStyle/>
            <a:p>
              <a:r>
                <a:rPr lang="ru-RU" sz="3600">
                  <a:solidFill>
                    <a:schemeClr val="accent4"/>
                  </a:solidFill>
                  <a:latin typeface="Montserrat SemiBold" panose="00000700000000000000" pitchFamily="50" charset="-52"/>
                </a:rPr>
                <a:t>0</a:t>
              </a:r>
              <a:r>
                <a:rPr lang="en-US" sz="3600">
                  <a:solidFill>
                    <a:schemeClr val="accent4"/>
                  </a:solidFill>
                  <a:latin typeface="Montserrat SemiBold" panose="00000700000000000000" pitchFamily="50" charset="-52"/>
                </a:rPr>
                <a:t>4</a:t>
              </a:r>
              <a:endParaRPr lang="ru-UA" sz="3600">
                <a:solidFill>
                  <a:schemeClr val="accent4"/>
                </a:solidFill>
                <a:latin typeface="Montserrat SemiBold" panose="00000700000000000000" pitchFamily="50" charset="-52"/>
              </a:endParaRPr>
            </a:p>
          </p:txBody>
        </p:sp>
      </p:grpSp>
      <p:grpSp>
        <p:nvGrpSpPr>
          <p:cNvPr id="7" name="Group 6">
            <a:extLst>
              <a:ext uri="{FF2B5EF4-FFF2-40B4-BE49-F238E27FC236}">
                <a16:creationId xmlns:a16="http://schemas.microsoft.com/office/drawing/2014/main" id="{DECCC82B-A6FB-478F-B4B7-C878F9565E59}"/>
              </a:ext>
            </a:extLst>
          </p:cNvPr>
          <p:cNvGrpSpPr/>
          <p:nvPr/>
        </p:nvGrpSpPr>
        <p:grpSpPr>
          <a:xfrm>
            <a:off x="8680156" y="1662724"/>
            <a:ext cx="2438784" cy="1418449"/>
            <a:chOff x="8680156" y="1662724"/>
            <a:chExt cx="2438784" cy="1418449"/>
          </a:xfrm>
        </p:grpSpPr>
        <p:sp>
          <p:nvSpPr>
            <p:cNvPr id="27" name="Freeform 16">
              <a:extLst>
                <a:ext uri="{FF2B5EF4-FFF2-40B4-BE49-F238E27FC236}">
                  <a16:creationId xmlns:a16="http://schemas.microsoft.com/office/drawing/2014/main" id="{1EEB75EE-2F7D-48AF-AEB8-00CDB20A76B9}"/>
                </a:ext>
              </a:extLst>
            </p:cNvPr>
            <p:cNvSpPr>
              <a:spLocks noEditPoints="1"/>
            </p:cNvSpPr>
            <p:nvPr/>
          </p:nvSpPr>
          <p:spPr bwMode="auto">
            <a:xfrm>
              <a:off x="9297549" y="1662724"/>
              <a:ext cx="555625" cy="555625"/>
            </a:xfrm>
            <a:custGeom>
              <a:avLst/>
              <a:gdLst>
                <a:gd name="T0" fmla="*/ 125 w 146"/>
                <a:gd name="T1" fmla="*/ 40 h 146"/>
                <a:gd name="T2" fmla="*/ 136 w 146"/>
                <a:gd name="T3" fmla="*/ 77 h 146"/>
                <a:gd name="T4" fmla="*/ 68 w 146"/>
                <a:gd name="T5" fmla="*/ 146 h 146"/>
                <a:gd name="T6" fmla="*/ 0 w 146"/>
                <a:gd name="T7" fmla="*/ 77 h 146"/>
                <a:gd name="T8" fmla="*/ 68 w 146"/>
                <a:gd name="T9" fmla="*/ 9 h 146"/>
                <a:gd name="T10" fmla="*/ 105 w 146"/>
                <a:gd name="T11" fmla="*/ 20 h 146"/>
                <a:gd name="T12" fmla="*/ 94 w 146"/>
                <a:gd name="T13" fmla="*/ 33 h 146"/>
                <a:gd name="T14" fmla="*/ 68 w 146"/>
                <a:gd name="T15" fmla="*/ 26 h 146"/>
                <a:gd name="T16" fmla="*/ 17 w 146"/>
                <a:gd name="T17" fmla="*/ 77 h 146"/>
                <a:gd name="T18" fmla="*/ 68 w 146"/>
                <a:gd name="T19" fmla="*/ 129 h 146"/>
                <a:gd name="T20" fmla="*/ 119 w 146"/>
                <a:gd name="T21" fmla="*/ 77 h 146"/>
                <a:gd name="T22" fmla="*/ 112 w 146"/>
                <a:gd name="T23" fmla="*/ 51 h 146"/>
                <a:gd name="T24" fmla="*/ 81 w 146"/>
                <a:gd name="T25" fmla="*/ 46 h 146"/>
                <a:gd name="T26" fmla="*/ 68 w 146"/>
                <a:gd name="T27" fmla="*/ 44 h 146"/>
                <a:gd name="T28" fmla="*/ 35 w 146"/>
                <a:gd name="T29" fmla="*/ 77 h 146"/>
                <a:gd name="T30" fmla="*/ 68 w 146"/>
                <a:gd name="T31" fmla="*/ 111 h 146"/>
                <a:gd name="T32" fmla="*/ 102 w 146"/>
                <a:gd name="T33" fmla="*/ 77 h 146"/>
                <a:gd name="T34" fmla="*/ 98 w 146"/>
                <a:gd name="T35" fmla="*/ 62 h 146"/>
                <a:gd name="T36" fmla="*/ 68 w 146"/>
                <a:gd name="T37" fmla="*/ 77 h 146"/>
                <a:gd name="T38" fmla="*/ 142 w 146"/>
                <a:gd name="T39" fmla="*/ 4 h 146"/>
                <a:gd name="T40" fmla="*/ 124 w 146"/>
                <a:gd name="T41" fmla="*/ 0 h 146"/>
                <a:gd name="T42" fmla="*/ 124 w 146"/>
                <a:gd name="T43" fmla="*/ 21 h 146"/>
                <a:gd name="T44" fmla="*/ 146 w 146"/>
                <a:gd name="T45" fmla="*/ 21 h 146"/>
                <a:gd name="T46" fmla="*/ 11 w 146"/>
                <a:gd name="T47" fmla="*/ 146 h 146"/>
                <a:gd name="T48" fmla="*/ 25 w 146"/>
                <a:gd name="T49" fmla="*/ 130 h 146"/>
                <a:gd name="T50" fmla="*/ 111 w 146"/>
                <a:gd name="T51" fmla="*/ 130 h 146"/>
                <a:gd name="T52" fmla="*/ 125 w 146"/>
                <a:gd name="T53" fmla="*/ 146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6" h="146">
                  <a:moveTo>
                    <a:pt x="125" y="40"/>
                  </a:moveTo>
                  <a:cubicBezTo>
                    <a:pt x="132" y="50"/>
                    <a:pt x="136" y="63"/>
                    <a:pt x="136" y="77"/>
                  </a:cubicBezTo>
                  <a:cubicBezTo>
                    <a:pt x="136" y="115"/>
                    <a:pt x="106" y="146"/>
                    <a:pt x="68" y="146"/>
                  </a:cubicBezTo>
                  <a:cubicBezTo>
                    <a:pt x="31" y="146"/>
                    <a:pt x="0" y="115"/>
                    <a:pt x="0" y="77"/>
                  </a:cubicBezTo>
                  <a:cubicBezTo>
                    <a:pt x="0" y="39"/>
                    <a:pt x="31" y="9"/>
                    <a:pt x="68" y="9"/>
                  </a:cubicBezTo>
                  <a:cubicBezTo>
                    <a:pt x="82" y="9"/>
                    <a:pt x="95" y="13"/>
                    <a:pt x="105" y="20"/>
                  </a:cubicBezTo>
                  <a:moveTo>
                    <a:pt x="94" y="33"/>
                  </a:moveTo>
                  <a:cubicBezTo>
                    <a:pt x="87" y="28"/>
                    <a:pt x="78" y="26"/>
                    <a:pt x="68" y="26"/>
                  </a:cubicBezTo>
                  <a:cubicBezTo>
                    <a:pt x="40" y="26"/>
                    <a:pt x="17" y="49"/>
                    <a:pt x="17" y="77"/>
                  </a:cubicBezTo>
                  <a:cubicBezTo>
                    <a:pt x="17" y="106"/>
                    <a:pt x="40" y="129"/>
                    <a:pt x="68" y="129"/>
                  </a:cubicBezTo>
                  <a:cubicBezTo>
                    <a:pt x="96" y="129"/>
                    <a:pt x="119" y="106"/>
                    <a:pt x="119" y="77"/>
                  </a:cubicBezTo>
                  <a:cubicBezTo>
                    <a:pt x="119" y="68"/>
                    <a:pt x="117" y="59"/>
                    <a:pt x="112" y="51"/>
                  </a:cubicBezTo>
                  <a:moveTo>
                    <a:pt x="81" y="46"/>
                  </a:moveTo>
                  <a:cubicBezTo>
                    <a:pt x="77" y="44"/>
                    <a:pt x="73" y="44"/>
                    <a:pt x="68" y="44"/>
                  </a:cubicBezTo>
                  <a:cubicBezTo>
                    <a:pt x="50" y="44"/>
                    <a:pt x="35" y="59"/>
                    <a:pt x="35" y="77"/>
                  </a:cubicBezTo>
                  <a:cubicBezTo>
                    <a:pt x="35" y="96"/>
                    <a:pt x="50" y="111"/>
                    <a:pt x="68" y="111"/>
                  </a:cubicBezTo>
                  <a:cubicBezTo>
                    <a:pt x="87" y="111"/>
                    <a:pt x="102" y="96"/>
                    <a:pt x="102" y="77"/>
                  </a:cubicBezTo>
                  <a:cubicBezTo>
                    <a:pt x="102" y="72"/>
                    <a:pt x="100" y="67"/>
                    <a:pt x="98" y="62"/>
                  </a:cubicBezTo>
                  <a:moveTo>
                    <a:pt x="68" y="77"/>
                  </a:moveTo>
                  <a:cubicBezTo>
                    <a:pt x="142" y="4"/>
                    <a:pt x="142" y="4"/>
                    <a:pt x="142" y="4"/>
                  </a:cubicBezTo>
                  <a:moveTo>
                    <a:pt x="124" y="0"/>
                  </a:moveTo>
                  <a:cubicBezTo>
                    <a:pt x="124" y="21"/>
                    <a:pt x="124" y="21"/>
                    <a:pt x="124" y="21"/>
                  </a:cubicBezTo>
                  <a:cubicBezTo>
                    <a:pt x="146" y="21"/>
                    <a:pt x="146" y="21"/>
                    <a:pt x="146" y="21"/>
                  </a:cubicBezTo>
                  <a:moveTo>
                    <a:pt x="11" y="146"/>
                  </a:moveTo>
                  <a:cubicBezTo>
                    <a:pt x="25" y="130"/>
                    <a:pt x="25" y="130"/>
                    <a:pt x="25" y="130"/>
                  </a:cubicBezTo>
                  <a:moveTo>
                    <a:pt x="111" y="130"/>
                  </a:moveTo>
                  <a:cubicBezTo>
                    <a:pt x="125" y="146"/>
                    <a:pt x="125" y="146"/>
                    <a:pt x="125" y="146"/>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28" name="Text Placeholder 33">
              <a:extLst>
                <a:ext uri="{FF2B5EF4-FFF2-40B4-BE49-F238E27FC236}">
                  <a16:creationId xmlns:a16="http://schemas.microsoft.com/office/drawing/2014/main" id="{B972317D-77DA-4145-9572-EB78B138EA4E}"/>
                </a:ext>
              </a:extLst>
            </p:cNvPr>
            <p:cNvSpPr txBox="1">
              <a:spLocks/>
            </p:cNvSpPr>
            <p:nvPr/>
          </p:nvSpPr>
          <p:spPr>
            <a:xfrm>
              <a:off x="8680156" y="2280050"/>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latin typeface="Montserrat Light" panose="00000400000000000000" pitchFamily="50" charset="-52"/>
                </a:rPr>
                <a:t>Lorem ipsum dolor sit amet, consectetur adipiscing elit, sed do eiusmod tempor</a:t>
              </a:r>
            </a:p>
          </p:txBody>
        </p:sp>
        <p:sp>
          <p:nvSpPr>
            <p:cNvPr id="29" name="TextBox 28">
              <a:extLst>
                <a:ext uri="{FF2B5EF4-FFF2-40B4-BE49-F238E27FC236}">
                  <a16:creationId xmlns:a16="http://schemas.microsoft.com/office/drawing/2014/main" id="{00B22618-CAD1-47C8-9AA9-FC02C6CBB01E}"/>
                </a:ext>
              </a:extLst>
            </p:cNvPr>
            <p:cNvSpPr txBox="1"/>
            <p:nvPr/>
          </p:nvSpPr>
          <p:spPr>
            <a:xfrm>
              <a:off x="10250484" y="2280050"/>
              <a:ext cx="868456" cy="646331"/>
            </a:xfrm>
            <a:prstGeom prst="rect">
              <a:avLst/>
            </a:prstGeom>
            <a:noFill/>
          </p:spPr>
          <p:txBody>
            <a:bodyPr wrap="square" rtlCol="0">
              <a:spAutoFit/>
            </a:bodyPr>
            <a:lstStyle/>
            <a:p>
              <a:r>
                <a:rPr lang="ru-RU" sz="3600">
                  <a:solidFill>
                    <a:schemeClr val="accent3"/>
                  </a:solidFill>
                  <a:latin typeface="Montserrat SemiBold" panose="00000700000000000000" pitchFamily="50" charset="-52"/>
                </a:rPr>
                <a:t>0</a:t>
              </a:r>
              <a:r>
                <a:rPr lang="en-US" sz="3600">
                  <a:solidFill>
                    <a:schemeClr val="accent3"/>
                  </a:solidFill>
                  <a:latin typeface="Montserrat SemiBold" panose="00000700000000000000" pitchFamily="50" charset="-52"/>
                </a:rPr>
                <a:t>3</a:t>
              </a:r>
              <a:endParaRPr lang="ru-UA" sz="3600">
                <a:solidFill>
                  <a:schemeClr val="accent3"/>
                </a:solidFill>
                <a:latin typeface="Montserrat SemiBold" panose="00000700000000000000" pitchFamily="50" charset="-52"/>
              </a:endParaRPr>
            </a:p>
          </p:txBody>
        </p:sp>
      </p:grpSp>
      <p:cxnSp>
        <p:nvCxnSpPr>
          <p:cNvPr id="31" name="Straight Connector 30">
            <a:extLst>
              <a:ext uri="{FF2B5EF4-FFF2-40B4-BE49-F238E27FC236}">
                <a16:creationId xmlns:a16="http://schemas.microsoft.com/office/drawing/2014/main" id="{476A497A-239A-4C73-8193-3EDCF9E559F6}"/>
              </a:ext>
            </a:extLst>
          </p:cNvPr>
          <p:cNvCxnSpPr/>
          <p:nvPr/>
        </p:nvCxnSpPr>
        <p:spPr>
          <a:xfrm flipH="1">
            <a:off x="3579236" y="4454007"/>
            <a:ext cx="746760" cy="354358"/>
          </a:xfrm>
          <a:prstGeom prst="line">
            <a:avLst/>
          </a:prstGeom>
          <a:ln w="12700"/>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0D9D99EA-C6E6-4FA5-B14B-E3A11ABDF260}"/>
              </a:ext>
            </a:extLst>
          </p:cNvPr>
          <p:cNvCxnSpPr>
            <a:cxnSpLocks/>
          </p:cNvCxnSpPr>
          <p:nvPr/>
        </p:nvCxnSpPr>
        <p:spPr>
          <a:xfrm flipH="1" flipV="1">
            <a:off x="3325987" y="2376763"/>
            <a:ext cx="817697" cy="385347"/>
          </a:xfrm>
          <a:prstGeom prst="line">
            <a:avLst/>
          </a:prstGeom>
          <a:ln w="12700"/>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7DA5B04-1AC1-4E9F-9A8E-FE8550B98438}"/>
              </a:ext>
            </a:extLst>
          </p:cNvPr>
          <p:cNvCxnSpPr>
            <a:cxnSpLocks/>
          </p:cNvCxnSpPr>
          <p:nvPr/>
        </p:nvCxnSpPr>
        <p:spPr>
          <a:xfrm>
            <a:off x="7508905" y="4432134"/>
            <a:ext cx="746760" cy="354358"/>
          </a:xfrm>
          <a:prstGeom prst="line">
            <a:avLst/>
          </a:prstGeom>
          <a:ln w="12700"/>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95792A59-4A8C-42C2-87B0-90217495C3BA}"/>
              </a:ext>
            </a:extLst>
          </p:cNvPr>
          <p:cNvCxnSpPr>
            <a:cxnSpLocks/>
          </p:cNvCxnSpPr>
          <p:nvPr/>
        </p:nvCxnSpPr>
        <p:spPr>
          <a:xfrm flipV="1">
            <a:off x="7718252" y="2354890"/>
            <a:ext cx="817697" cy="385347"/>
          </a:xfrm>
          <a:prstGeom prst="line">
            <a:avLst/>
          </a:prstGeom>
          <a:ln w="12700"/>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F5310757-A715-448A-BDA0-9FE9BFE883CD}"/>
              </a:ext>
            </a:extLst>
          </p:cNvPr>
          <p:cNvSpPr txBox="1"/>
          <p:nvPr/>
        </p:nvSpPr>
        <p:spPr>
          <a:xfrm>
            <a:off x="3047736" y="362797"/>
            <a:ext cx="6096542" cy="461665"/>
          </a:xfrm>
          <a:prstGeom prst="rect">
            <a:avLst/>
          </a:prstGeom>
          <a:noFill/>
        </p:spPr>
        <p:txBody>
          <a:bodyPr wrap="none" rtlCol="0">
            <a:spAutoFit/>
          </a:bodyPr>
          <a:lstStyle/>
          <a:p>
            <a:pPr algn="ctr"/>
            <a:r>
              <a:rPr lang="en-US" sz="2400">
                <a:latin typeface="Montserrat SemiBold" panose="00000700000000000000" pitchFamily="50" charset="-52"/>
              </a:rPr>
              <a:t>EDITABLE LIGHTBULB INFOGRAPHIC</a:t>
            </a:r>
            <a:endParaRPr lang="ru-UA" sz="2400">
              <a:latin typeface="Montserrat SemiBold" panose="00000700000000000000" pitchFamily="50" charset="-52"/>
            </a:endParaRPr>
          </a:p>
        </p:txBody>
      </p:sp>
      <p:sp>
        <p:nvSpPr>
          <p:cNvPr id="42" name="TextBox 41">
            <a:extLst>
              <a:ext uri="{FF2B5EF4-FFF2-40B4-BE49-F238E27FC236}">
                <a16:creationId xmlns:a16="http://schemas.microsoft.com/office/drawing/2014/main" id="{43B23F44-089E-4513-8024-B9717DFA7AD6}"/>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2422820118"/>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250"/>
                                      </p:stCondLst>
                                      <p:childTnLst>
                                        <p:set>
                                          <p:cBhvr>
                                            <p:cTn id="10" dur="1" fill="hold">
                                              <p:stCondLst>
                                                <p:cond delay="0"/>
                                              </p:stCondLst>
                                            </p:cTn>
                                            <p:tgtEl>
                                              <p:spTgt spid="2">
                                                <p:graphicEl>
                                                  <a:chart seriesIdx="-3" categoryIdx="-3" bldStep="gridLegend"/>
                                                </p:graphicEl>
                                              </p:spTgt>
                                            </p:tgtEl>
                                            <p:attrNameLst>
                                              <p:attrName>style.visibility</p:attrName>
                                            </p:attrNameLst>
                                          </p:cBhvr>
                                          <p:to>
                                            <p:strVal val="visible"/>
                                          </p:to>
                                        </p:set>
                                        <p:animEffect transition="in" filter="fade">
                                          <p:cBhvr>
                                            <p:cTn id="11" dur="500"/>
                                            <p:tgtEl>
                                              <p:spTgt spid="2">
                                                <p:graphicEl>
                                                  <a:chart seriesIdx="-3" categoryIdx="-3" bldStep="gridLegend"/>
                                                </p:graphicEl>
                                              </p:spTgt>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2">
                                                <p:graphicEl>
                                                  <a:chart seriesIdx="0" categoryIdx="0" bldStep="ptInSeries"/>
                                                </p:graphicEl>
                                              </p:spTgt>
                                            </p:tgtEl>
                                            <p:attrNameLst>
                                              <p:attrName>style.visibility</p:attrName>
                                            </p:attrNameLst>
                                          </p:cBhvr>
                                          <p:to>
                                            <p:strVal val="visible"/>
                                          </p:to>
                                        </p:set>
                                        <p:animEffect transition="in" filter="fade">
                                          <p:cBhvr>
                                            <p:cTn id="14" dur="500"/>
                                            <p:tgtEl>
                                              <p:spTgt spid="2">
                                                <p:graphicEl>
                                                  <a:chart seriesIdx="0" categoryIdx="0" bldStep="ptInSeries"/>
                                                </p:graphicEl>
                                              </p:spTgt>
                                            </p:tgtEl>
                                          </p:cBhvr>
                                        </p:animEffect>
                                      </p:childTnLst>
                                    </p:cTn>
                                  </p:par>
                                  <p:par>
                                    <p:cTn id="15" presetID="10" presetClass="entr" presetSubtype="0" fill="hold" grpId="0" nodeType="withEffect">
                                      <p:stCondLst>
                                        <p:cond delay="750"/>
                                      </p:stCondLst>
                                      <p:childTnLst>
                                        <p:set>
                                          <p:cBhvr>
                                            <p:cTn id="16" dur="1" fill="hold">
                                              <p:stCondLst>
                                                <p:cond delay="0"/>
                                              </p:stCondLst>
                                            </p:cTn>
                                            <p:tgtEl>
                                              <p:spTgt spid="2">
                                                <p:graphicEl>
                                                  <a:chart seriesIdx="1" categoryIdx="0" bldStep="ptInSeries"/>
                                                </p:graphicEl>
                                              </p:spTgt>
                                            </p:tgtEl>
                                            <p:attrNameLst>
                                              <p:attrName>style.visibility</p:attrName>
                                            </p:attrNameLst>
                                          </p:cBhvr>
                                          <p:to>
                                            <p:strVal val="visible"/>
                                          </p:to>
                                        </p:set>
                                        <p:animEffect transition="in" filter="fade">
                                          <p:cBhvr>
                                            <p:cTn id="17" dur="500"/>
                                            <p:tgtEl>
                                              <p:spTgt spid="2">
                                                <p:graphicEl>
                                                  <a:chart seriesIdx="1" categoryIdx="0" bldStep="ptInSeries"/>
                                                </p:graphicEl>
                                              </p:spTgt>
                                            </p:tgtEl>
                                          </p:cBhvr>
                                        </p:animEffect>
                                      </p:childTnLst>
                                    </p:cTn>
                                  </p:par>
                                  <p:par>
                                    <p:cTn id="18" presetID="10" presetClass="entr" presetSubtype="0" fill="hold" grpId="0" nodeType="withEffect">
                                      <p:stCondLst>
                                        <p:cond delay="1000"/>
                                      </p:stCondLst>
                                      <p:childTnLst>
                                        <p:set>
                                          <p:cBhvr>
                                            <p:cTn id="19" dur="1" fill="hold">
                                              <p:stCondLst>
                                                <p:cond delay="0"/>
                                              </p:stCondLst>
                                            </p:cTn>
                                            <p:tgtEl>
                                              <p:spTgt spid="2">
                                                <p:graphicEl>
                                                  <a:chart seriesIdx="2" categoryIdx="0" bldStep="ptInSeries"/>
                                                </p:graphicEl>
                                              </p:spTgt>
                                            </p:tgtEl>
                                            <p:attrNameLst>
                                              <p:attrName>style.visibility</p:attrName>
                                            </p:attrNameLst>
                                          </p:cBhvr>
                                          <p:to>
                                            <p:strVal val="visible"/>
                                          </p:to>
                                        </p:set>
                                        <p:animEffect transition="in" filter="fade">
                                          <p:cBhvr>
                                            <p:cTn id="20" dur="500"/>
                                            <p:tgtEl>
                                              <p:spTgt spid="2">
                                                <p:graphicEl>
                                                  <a:chart seriesIdx="2" categoryIdx="0" bldStep="ptInSeries"/>
                                                </p:graphicEl>
                                              </p:spTgt>
                                            </p:tgtEl>
                                          </p:cBhvr>
                                        </p:animEffect>
                                      </p:childTnLst>
                                    </p:cTn>
                                  </p:par>
                                  <p:par>
                                    <p:cTn id="21" presetID="10" presetClass="entr" presetSubtype="0" fill="hold" grpId="0" nodeType="withEffect">
                                      <p:stCondLst>
                                        <p:cond delay="1250"/>
                                      </p:stCondLst>
                                      <p:childTnLst>
                                        <p:set>
                                          <p:cBhvr>
                                            <p:cTn id="22" dur="1" fill="hold">
                                              <p:stCondLst>
                                                <p:cond delay="0"/>
                                              </p:stCondLst>
                                            </p:cTn>
                                            <p:tgtEl>
                                              <p:spTgt spid="2">
                                                <p:graphicEl>
                                                  <a:chart seriesIdx="3" categoryIdx="0" bldStep="ptInSeries"/>
                                                </p:graphicEl>
                                              </p:spTgt>
                                            </p:tgtEl>
                                            <p:attrNameLst>
                                              <p:attrName>style.visibility</p:attrName>
                                            </p:attrNameLst>
                                          </p:cBhvr>
                                          <p:to>
                                            <p:strVal val="visible"/>
                                          </p:to>
                                        </p:set>
                                        <p:animEffect transition="in" filter="fade">
                                          <p:cBhvr>
                                            <p:cTn id="23" dur="500"/>
                                            <p:tgtEl>
                                              <p:spTgt spid="2">
                                                <p:graphicEl>
                                                  <a:chart seriesIdx="3" categoryIdx="0" bldStep="ptInSeries"/>
                                                </p:graphicEl>
                                              </p:spTgt>
                                            </p:tgtEl>
                                          </p:cBhvr>
                                        </p:animEffect>
                                      </p:childTnLst>
                                    </p:cTn>
                                  </p:par>
                                  <p:par>
                                    <p:cTn id="24" presetID="22" presetClass="entr" presetSubtype="2" fill="hold" nodeType="withEffect">
                                      <p:stCondLst>
                                        <p:cond delay="250"/>
                                      </p:stCondLst>
                                      <p:childTnLst>
                                        <p:set>
                                          <p:cBhvr>
                                            <p:cTn id="25" dur="1" fill="hold">
                                              <p:stCondLst>
                                                <p:cond delay="0"/>
                                              </p:stCondLst>
                                            </p:cTn>
                                            <p:tgtEl>
                                              <p:spTgt spid="31"/>
                                            </p:tgtEl>
                                            <p:attrNameLst>
                                              <p:attrName>style.visibility</p:attrName>
                                            </p:attrNameLst>
                                          </p:cBhvr>
                                          <p:to>
                                            <p:strVal val="visible"/>
                                          </p:to>
                                        </p:set>
                                        <p:animEffect transition="in" filter="wipe(right)">
                                          <p:cBhvr>
                                            <p:cTn id="26" dur="750"/>
                                            <p:tgtEl>
                                              <p:spTgt spid="31"/>
                                            </p:tgtEl>
                                          </p:cBhvr>
                                        </p:animEffect>
                                      </p:childTnLst>
                                    </p:cTn>
                                  </p:par>
                                  <p:par>
                                    <p:cTn id="27" presetID="22" presetClass="entr" presetSubtype="2" fill="hold" nodeType="withEffect">
                                      <p:stCondLst>
                                        <p:cond delay="500"/>
                                      </p:stCondLst>
                                      <p:childTnLst>
                                        <p:set>
                                          <p:cBhvr>
                                            <p:cTn id="28" dur="1" fill="hold">
                                              <p:stCondLst>
                                                <p:cond delay="0"/>
                                              </p:stCondLst>
                                            </p:cTn>
                                            <p:tgtEl>
                                              <p:spTgt spid="32"/>
                                            </p:tgtEl>
                                            <p:attrNameLst>
                                              <p:attrName>style.visibility</p:attrName>
                                            </p:attrNameLst>
                                          </p:cBhvr>
                                          <p:to>
                                            <p:strVal val="visible"/>
                                          </p:to>
                                        </p:set>
                                        <p:animEffect transition="in" filter="wipe(right)">
                                          <p:cBhvr>
                                            <p:cTn id="29" dur="750"/>
                                            <p:tgtEl>
                                              <p:spTgt spid="32"/>
                                            </p:tgtEl>
                                          </p:cBhvr>
                                        </p:animEffect>
                                      </p:childTnLst>
                                    </p:cTn>
                                  </p:par>
                                  <p:par>
                                    <p:cTn id="30" presetID="22" presetClass="entr" presetSubtype="8" fill="hold" nodeType="withEffect">
                                      <p:stCondLst>
                                        <p:cond delay="750"/>
                                      </p:stCondLst>
                                      <p:childTnLst>
                                        <p:set>
                                          <p:cBhvr>
                                            <p:cTn id="31" dur="1" fill="hold">
                                              <p:stCondLst>
                                                <p:cond delay="0"/>
                                              </p:stCondLst>
                                            </p:cTn>
                                            <p:tgtEl>
                                              <p:spTgt spid="37"/>
                                            </p:tgtEl>
                                            <p:attrNameLst>
                                              <p:attrName>style.visibility</p:attrName>
                                            </p:attrNameLst>
                                          </p:cBhvr>
                                          <p:to>
                                            <p:strVal val="visible"/>
                                          </p:to>
                                        </p:set>
                                        <p:animEffect transition="in" filter="wipe(left)">
                                          <p:cBhvr>
                                            <p:cTn id="32" dur="750"/>
                                            <p:tgtEl>
                                              <p:spTgt spid="37"/>
                                            </p:tgtEl>
                                          </p:cBhvr>
                                        </p:animEffect>
                                      </p:childTnLst>
                                    </p:cTn>
                                  </p:par>
                                  <p:par>
                                    <p:cTn id="33" presetID="22" presetClass="entr" presetSubtype="8" fill="hold" nodeType="withEffect">
                                      <p:stCondLst>
                                        <p:cond delay="1000"/>
                                      </p:stCondLst>
                                      <p:childTnLst>
                                        <p:set>
                                          <p:cBhvr>
                                            <p:cTn id="34" dur="1" fill="hold">
                                              <p:stCondLst>
                                                <p:cond delay="0"/>
                                              </p:stCondLst>
                                            </p:cTn>
                                            <p:tgtEl>
                                              <p:spTgt spid="36"/>
                                            </p:tgtEl>
                                            <p:attrNameLst>
                                              <p:attrName>style.visibility</p:attrName>
                                            </p:attrNameLst>
                                          </p:cBhvr>
                                          <p:to>
                                            <p:strVal val="visible"/>
                                          </p:to>
                                        </p:set>
                                        <p:animEffect transition="in" filter="wipe(left)">
                                          <p:cBhvr>
                                            <p:cTn id="35" dur="750"/>
                                            <p:tgtEl>
                                              <p:spTgt spid="36"/>
                                            </p:tgtEl>
                                          </p:cBhvr>
                                        </p:animEffect>
                                      </p:childTnLst>
                                    </p:cTn>
                                  </p:par>
                                  <p:par>
                                    <p:cTn id="36" presetID="2" presetClass="entr" presetSubtype="12" fill="hold" nodeType="withEffect" p14:presetBounceEnd="67000">
                                      <p:stCondLst>
                                        <p:cond delay="500"/>
                                      </p:stCondLst>
                                      <p:childTnLst>
                                        <p:set>
                                          <p:cBhvr>
                                            <p:cTn id="37" dur="1" fill="hold">
                                              <p:stCondLst>
                                                <p:cond delay="0"/>
                                              </p:stCondLst>
                                            </p:cTn>
                                            <p:tgtEl>
                                              <p:spTgt spid="14"/>
                                            </p:tgtEl>
                                            <p:attrNameLst>
                                              <p:attrName>style.visibility</p:attrName>
                                            </p:attrNameLst>
                                          </p:cBhvr>
                                          <p:to>
                                            <p:strVal val="visible"/>
                                          </p:to>
                                        </p:set>
                                        <p:anim calcmode="lin" valueType="num" p14:bounceEnd="67000">
                                          <p:cBhvr additive="base">
                                            <p:cTn id="38" dur="1000" fill="hold"/>
                                            <p:tgtEl>
                                              <p:spTgt spid="14"/>
                                            </p:tgtEl>
                                            <p:attrNameLst>
                                              <p:attrName>ppt_x</p:attrName>
                                            </p:attrNameLst>
                                          </p:cBhvr>
                                          <p:tavLst>
                                            <p:tav tm="0">
                                              <p:val>
                                                <p:strVal val="0-#ppt_w/2"/>
                                              </p:val>
                                            </p:tav>
                                            <p:tav tm="100000">
                                              <p:val>
                                                <p:strVal val="#ppt_x"/>
                                              </p:val>
                                            </p:tav>
                                          </p:tavLst>
                                        </p:anim>
                                        <p:anim calcmode="lin" valueType="num" p14:bounceEnd="67000">
                                          <p:cBhvr additive="base">
                                            <p:cTn id="39" dur="1000" fill="hold"/>
                                            <p:tgtEl>
                                              <p:spTgt spid="14"/>
                                            </p:tgtEl>
                                            <p:attrNameLst>
                                              <p:attrName>ppt_y</p:attrName>
                                            </p:attrNameLst>
                                          </p:cBhvr>
                                          <p:tavLst>
                                            <p:tav tm="0">
                                              <p:val>
                                                <p:strVal val="1+#ppt_h/2"/>
                                              </p:val>
                                            </p:tav>
                                            <p:tav tm="100000">
                                              <p:val>
                                                <p:strVal val="#ppt_y"/>
                                              </p:val>
                                            </p:tav>
                                          </p:tavLst>
                                        </p:anim>
                                      </p:childTnLst>
                                    </p:cTn>
                                  </p:par>
                                  <p:par>
                                    <p:cTn id="40" presetID="2" presetClass="entr" presetSubtype="9" fill="hold" nodeType="withEffect" p14:presetBounceEnd="67000">
                                      <p:stCondLst>
                                        <p:cond delay="750"/>
                                      </p:stCondLst>
                                      <p:childTnLst>
                                        <p:set>
                                          <p:cBhvr>
                                            <p:cTn id="41" dur="1" fill="hold">
                                              <p:stCondLst>
                                                <p:cond delay="0"/>
                                              </p:stCondLst>
                                            </p:cTn>
                                            <p:tgtEl>
                                              <p:spTgt spid="18"/>
                                            </p:tgtEl>
                                            <p:attrNameLst>
                                              <p:attrName>style.visibility</p:attrName>
                                            </p:attrNameLst>
                                          </p:cBhvr>
                                          <p:to>
                                            <p:strVal val="visible"/>
                                          </p:to>
                                        </p:set>
                                        <p:anim calcmode="lin" valueType="num" p14:bounceEnd="67000">
                                          <p:cBhvr additive="base">
                                            <p:cTn id="42" dur="1000" fill="hold"/>
                                            <p:tgtEl>
                                              <p:spTgt spid="18"/>
                                            </p:tgtEl>
                                            <p:attrNameLst>
                                              <p:attrName>ppt_x</p:attrName>
                                            </p:attrNameLst>
                                          </p:cBhvr>
                                          <p:tavLst>
                                            <p:tav tm="0">
                                              <p:val>
                                                <p:strVal val="0-#ppt_w/2"/>
                                              </p:val>
                                            </p:tav>
                                            <p:tav tm="100000">
                                              <p:val>
                                                <p:strVal val="#ppt_x"/>
                                              </p:val>
                                            </p:tav>
                                          </p:tavLst>
                                        </p:anim>
                                        <p:anim calcmode="lin" valueType="num" p14:bounceEnd="67000">
                                          <p:cBhvr additive="base">
                                            <p:cTn id="43" dur="1000" fill="hold"/>
                                            <p:tgtEl>
                                              <p:spTgt spid="18"/>
                                            </p:tgtEl>
                                            <p:attrNameLst>
                                              <p:attrName>ppt_y</p:attrName>
                                            </p:attrNameLst>
                                          </p:cBhvr>
                                          <p:tavLst>
                                            <p:tav tm="0">
                                              <p:val>
                                                <p:strVal val="0-#ppt_h/2"/>
                                              </p:val>
                                            </p:tav>
                                            <p:tav tm="100000">
                                              <p:val>
                                                <p:strVal val="#ppt_y"/>
                                              </p:val>
                                            </p:tav>
                                          </p:tavLst>
                                        </p:anim>
                                      </p:childTnLst>
                                    </p:cTn>
                                  </p:par>
                                  <p:par>
                                    <p:cTn id="44" presetID="2" presetClass="entr" presetSubtype="3" fill="hold" nodeType="withEffect" p14:presetBounceEnd="67000">
                                      <p:stCondLst>
                                        <p:cond delay="1000"/>
                                      </p:stCondLst>
                                      <p:childTnLst>
                                        <p:set>
                                          <p:cBhvr>
                                            <p:cTn id="45" dur="1" fill="hold">
                                              <p:stCondLst>
                                                <p:cond delay="0"/>
                                              </p:stCondLst>
                                            </p:cTn>
                                            <p:tgtEl>
                                              <p:spTgt spid="7"/>
                                            </p:tgtEl>
                                            <p:attrNameLst>
                                              <p:attrName>style.visibility</p:attrName>
                                            </p:attrNameLst>
                                          </p:cBhvr>
                                          <p:to>
                                            <p:strVal val="visible"/>
                                          </p:to>
                                        </p:set>
                                        <p:anim calcmode="lin" valueType="num" p14:bounceEnd="67000">
                                          <p:cBhvr additive="base">
                                            <p:cTn id="46" dur="1000" fill="hold"/>
                                            <p:tgtEl>
                                              <p:spTgt spid="7"/>
                                            </p:tgtEl>
                                            <p:attrNameLst>
                                              <p:attrName>ppt_x</p:attrName>
                                            </p:attrNameLst>
                                          </p:cBhvr>
                                          <p:tavLst>
                                            <p:tav tm="0">
                                              <p:val>
                                                <p:strVal val="1+#ppt_w/2"/>
                                              </p:val>
                                            </p:tav>
                                            <p:tav tm="100000">
                                              <p:val>
                                                <p:strVal val="#ppt_x"/>
                                              </p:val>
                                            </p:tav>
                                          </p:tavLst>
                                        </p:anim>
                                        <p:anim calcmode="lin" valueType="num" p14:bounceEnd="67000">
                                          <p:cBhvr additive="base">
                                            <p:cTn id="47" dur="1000" fill="hold"/>
                                            <p:tgtEl>
                                              <p:spTgt spid="7"/>
                                            </p:tgtEl>
                                            <p:attrNameLst>
                                              <p:attrName>ppt_y</p:attrName>
                                            </p:attrNameLst>
                                          </p:cBhvr>
                                          <p:tavLst>
                                            <p:tav tm="0">
                                              <p:val>
                                                <p:strVal val="0-#ppt_h/2"/>
                                              </p:val>
                                            </p:tav>
                                            <p:tav tm="100000">
                                              <p:val>
                                                <p:strVal val="#ppt_y"/>
                                              </p:val>
                                            </p:tav>
                                          </p:tavLst>
                                        </p:anim>
                                      </p:childTnLst>
                                    </p:cTn>
                                  </p:par>
                                  <p:par>
                                    <p:cTn id="48" presetID="2" presetClass="entr" presetSubtype="6" fill="hold" nodeType="withEffect" p14:presetBounceEnd="67000">
                                      <p:stCondLst>
                                        <p:cond delay="1250"/>
                                      </p:stCondLst>
                                      <p:childTnLst>
                                        <p:set>
                                          <p:cBhvr>
                                            <p:cTn id="49" dur="1" fill="hold">
                                              <p:stCondLst>
                                                <p:cond delay="0"/>
                                              </p:stCondLst>
                                            </p:cTn>
                                            <p:tgtEl>
                                              <p:spTgt spid="9"/>
                                            </p:tgtEl>
                                            <p:attrNameLst>
                                              <p:attrName>style.visibility</p:attrName>
                                            </p:attrNameLst>
                                          </p:cBhvr>
                                          <p:to>
                                            <p:strVal val="visible"/>
                                          </p:to>
                                        </p:set>
                                        <p:anim calcmode="lin" valueType="num" p14:bounceEnd="67000">
                                          <p:cBhvr additive="base">
                                            <p:cTn id="50" dur="1000" fill="hold"/>
                                            <p:tgtEl>
                                              <p:spTgt spid="9"/>
                                            </p:tgtEl>
                                            <p:attrNameLst>
                                              <p:attrName>ppt_x</p:attrName>
                                            </p:attrNameLst>
                                          </p:cBhvr>
                                          <p:tavLst>
                                            <p:tav tm="0">
                                              <p:val>
                                                <p:strVal val="1+#ppt_w/2"/>
                                              </p:val>
                                            </p:tav>
                                            <p:tav tm="100000">
                                              <p:val>
                                                <p:strVal val="#ppt_x"/>
                                              </p:val>
                                            </p:tav>
                                          </p:tavLst>
                                        </p:anim>
                                        <p:anim calcmode="lin" valueType="num" p14:bounceEnd="67000">
                                          <p:cBhvr additive="base">
                                            <p:cTn id="51" dur="10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uiExpand="1">
            <p:bldSub>
              <a:bldChart bld="seriesEl"/>
            </p:bldSub>
          </p:bldGraphic>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250"/>
                                      </p:stCondLst>
                                      <p:childTnLst>
                                        <p:set>
                                          <p:cBhvr>
                                            <p:cTn id="10" dur="1" fill="hold">
                                              <p:stCondLst>
                                                <p:cond delay="0"/>
                                              </p:stCondLst>
                                            </p:cTn>
                                            <p:tgtEl>
                                              <p:spTgt spid="2">
                                                <p:graphicEl>
                                                  <a:chart seriesIdx="-3" categoryIdx="-3" bldStep="gridLegend"/>
                                                </p:graphicEl>
                                              </p:spTgt>
                                            </p:tgtEl>
                                            <p:attrNameLst>
                                              <p:attrName>style.visibility</p:attrName>
                                            </p:attrNameLst>
                                          </p:cBhvr>
                                          <p:to>
                                            <p:strVal val="visible"/>
                                          </p:to>
                                        </p:set>
                                        <p:animEffect transition="in" filter="fade">
                                          <p:cBhvr>
                                            <p:cTn id="11" dur="500"/>
                                            <p:tgtEl>
                                              <p:spTgt spid="2">
                                                <p:graphicEl>
                                                  <a:chart seriesIdx="-3" categoryIdx="-3" bldStep="gridLegend"/>
                                                </p:graphicEl>
                                              </p:spTgt>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2">
                                                <p:graphicEl>
                                                  <a:chart seriesIdx="0" categoryIdx="0" bldStep="ptInSeries"/>
                                                </p:graphicEl>
                                              </p:spTgt>
                                            </p:tgtEl>
                                            <p:attrNameLst>
                                              <p:attrName>style.visibility</p:attrName>
                                            </p:attrNameLst>
                                          </p:cBhvr>
                                          <p:to>
                                            <p:strVal val="visible"/>
                                          </p:to>
                                        </p:set>
                                        <p:animEffect transition="in" filter="fade">
                                          <p:cBhvr>
                                            <p:cTn id="14" dur="500"/>
                                            <p:tgtEl>
                                              <p:spTgt spid="2">
                                                <p:graphicEl>
                                                  <a:chart seriesIdx="0" categoryIdx="0" bldStep="ptInSeries"/>
                                                </p:graphicEl>
                                              </p:spTgt>
                                            </p:tgtEl>
                                          </p:cBhvr>
                                        </p:animEffect>
                                      </p:childTnLst>
                                    </p:cTn>
                                  </p:par>
                                  <p:par>
                                    <p:cTn id="15" presetID="10" presetClass="entr" presetSubtype="0" fill="hold" grpId="0" nodeType="withEffect">
                                      <p:stCondLst>
                                        <p:cond delay="750"/>
                                      </p:stCondLst>
                                      <p:childTnLst>
                                        <p:set>
                                          <p:cBhvr>
                                            <p:cTn id="16" dur="1" fill="hold">
                                              <p:stCondLst>
                                                <p:cond delay="0"/>
                                              </p:stCondLst>
                                            </p:cTn>
                                            <p:tgtEl>
                                              <p:spTgt spid="2">
                                                <p:graphicEl>
                                                  <a:chart seriesIdx="1" categoryIdx="0" bldStep="ptInSeries"/>
                                                </p:graphicEl>
                                              </p:spTgt>
                                            </p:tgtEl>
                                            <p:attrNameLst>
                                              <p:attrName>style.visibility</p:attrName>
                                            </p:attrNameLst>
                                          </p:cBhvr>
                                          <p:to>
                                            <p:strVal val="visible"/>
                                          </p:to>
                                        </p:set>
                                        <p:animEffect transition="in" filter="fade">
                                          <p:cBhvr>
                                            <p:cTn id="17" dur="500"/>
                                            <p:tgtEl>
                                              <p:spTgt spid="2">
                                                <p:graphicEl>
                                                  <a:chart seriesIdx="1" categoryIdx="0" bldStep="ptInSeries"/>
                                                </p:graphicEl>
                                              </p:spTgt>
                                            </p:tgtEl>
                                          </p:cBhvr>
                                        </p:animEffect>
                                      </p:childTnLst>
                                    </p:cTn>
                                  </p:par>
                                  <p:par>
                                    <p:cTn id="18" presetID="10" presetClass="entr" presetSubtype="0" fill="hold" grpId="0" nodeType="withEffect">
                                      <p:stCondLst>
                                        <p:cond delay="1000"/>
                                      </p:stCondLst>
                                      <p:childTnLst>
                                        <p:set>
                                          <p:cBhvr>
                                            <p:cTn id="19" dur="1" fill="hold">
                                              <p:stCondLst>
                                                <p:cond delay="0"/>
                                              </p:stCondLst>
                                            </p:cTn>
                                            <p:tgtEl>
                                              <p:spTgt spid="2">
                                                <p:graphicEl>
                                                  <a:chart seriesIdx="2" categoryIdx="0" bldStep="ptInSeries"/>
                                                </p:graphicEl>
                                              </p:spTgt>
                                            </p:tgtEl>
                                            <p:attrNameLst>
                                              <p:attrName>style.visibility</p:attrName>
                                            </p:attrNameLst>
                                          </p:cBhvr>
                                          <p:to>
                                            <p:strVal val="visible"/>
                                          </p:to>
                                        </p:set>
                                        <p:animEffect transition="in" filter="fade">
                                          <p:cBhvr>
                                            <p:cTn id="20" dur="500"/>
                                            <p:tgtEl>
                                              <p:spTgt spid="2">
                                                <p:graphicEl>
                                                  <a:chart seriesIdx="2" categoryIdx="0" bldStep="ptInSeries"/>
                                                </p:graphicEl>
                                              </p:spTgt>
                                            </p:tgtEl>
                                          </p:cBhvr>
                                        </p:animEffect>
                                      </p:childTnLst>
                                    </p:cTn>
                                  </p:par>
                                  <p:par>
                                    <p:cTn id="21" presetID="10" presetClass="entr" presetSubtype="0" fill="hold" grpId="0" nodeType="withEffect">
                                      <p:stCondLst>
                                        <p:cond delay="1250"/>
                                      </p:stCondLst>
                                      <p:childTnLst>
                                        <p:set>
                                          <p:cBhvr>
                                            <p:cTn id="22" dur="1" fill="hold">
                                              <p:stCondLst>
                                                <p:cond delay="0"/>
                                              </p:stCondLst>
                                            </p:cTn>
                                            <p:tgtEl>
                                              <p:spTgt spid="2">
                                                <p:graphicEl>
                                                  <a:chart seriesIdx="3" categoryIdx="0" bldStep="ptInSeries"/>
                                                </p:graphicEl>
                                              </p:spTgt>
                                            </p:tgtEl>
                                            <p:attrNameLst>
                                              <p:attrName>style.visibility</p:attrName>
                                            </p:attrNameLst>
                                          </p:cBhvr>
                                          <p:to>
                                            <p:strVal val="visible"/>
                                          </p:to>
                                        </p:set>
                                        <p:animEffect transition="in" filter="fade">
                                          <p:cBhvr>
                                            <p:cTn id="23" dur="500"/>
                                            <p:tgtEl>
                                              <p:spTgt spid="2">
                                                <p:graphicEl>
                                                  <a:chart seriesIdx="3" categoryIdx="0" bldStep="ptInSeries"/>
                                                </p:graphicEl>
                                              </p:spTgt>
                                            </p:tgtEl>
                                          </p:cBhvr>
                                        </p:animEffect>
                                      </p:childTnLst>
                                    </p:cTn>
                                  </p:par>
                                  <p:par>
                                    <p:cTn id="24" presetID="22" presetClass="entr" presetSubtype="2" fill="hold" nodeType="withEffect">
                                      <p:stCondLst>
                                        <p:cond delay="250"/>
                                      </p:stCondLst>
                                      <p:childTnLst>
                                        <p:set>
                                          <p:cBhvr>
                                            <p:cTn id="25" dur="1" fill="hold">
                                              <p:stCondLst>
                                                <p:cond delay="0"/>
                                              </p:stCondLst>
                                            </p:cTn>
                                            <p:tgtEl>
                                              <p:spTgt spid="31"/>
                                            </p:tgtEl>
                                            <p:attrNameLst>
                                              <p:attrName>style.visibility</p:attrName>
                                            </p:attrNameLst>
                                          </p:cBhvr>
                                          <p:to>
                                            <p:strVal val="visible"/>
                                          </p:to>
                                        </p:set>
                                        <p:animEffect transition="in" filter="wipe(right)">
                                          <p:cBhvr>
                                            <p:cTn id="26" dur="750"/>
                                            <p:tgtEl>
                                              <p:spTgt spid="31"/>
                                            </p:tgtEl>
                                          </p:cBhvr>
                                        </p:animEffect>
                                      </p:childTnLst>
                                    </p:cTn>
                                  </p:par>
                                  <p:par>
                                    <p:cTn id="27" presetID="22" presetClass="entr" presetSubtype="2" fill="hold" nodeType="withEffect">
                                      <p:stCondLst>
                                        <p:cond delay="500"/>
                                      </p:stCondLst>
                                      <p:childTnLst>
                                        <p:set>
                                          <p:cBhvr>
                                            <p:cTn id="28" dur="1" fill="hold">
                                              <p:stCondLst>
                                                <p:cond delay="0"/>
                                              </p:stCondLst>
                                            </p:cTn>
                                            <p:tgtEl>
                                              <p:spTgt spid="32"/>
                                            </p:tgtEl>
                                            <p:attrNameLst>
                                              <p:attrName>style.visibility</p:attrName>
                                            </p:attrNameLst>
                                          </p:cBhvr>
                                          <p:to>
                                            <p:strVal val="visible"/>
                                          </p:to>
                                        </p:set>
                                        <p:animEffect transition="in" filter="wipe(right)">
                                          <p:cBhvr>
                                            <p:cTn id="29" dur="750"/>
                                            <p:tgtEl>
                                              <p:spTgt spid="32"/>
                                            </p:tgtEl>
                                          </p:cBhvr>
                                        </p:animEffect>
                                      </p:childTnLst>
                                    </p:cTn>
                                  </p:par>
                                  <p:par>
                                    <p:cTn id="30" presetID="22" presetClass="entr" presetSubtype="8" fill="hold" nodeType="withEffect">
                                      <p:stCondLst>
                                        <p:cond delay="750"/>
                                      </p:stCondLst>
                                      <p:childTnLst>
                                        <p:set>
                                          <p:cBhvr>
                                            <p:cTn id="31" dur="1" fill="hold">
                                              <p:stCondLst>
                                                <p:cond delay="0"/>
                                              </p:stCondLst>
                                            </p:cTn>
                                            <p:tgtEl>
                                              <p:spTgt spid="37"/>
                                            </p:tgtEl>
                                            <p:attrNameLst>
                                              <p:attrName>style.visibility</p:attrName>
                                            </p:attrNameLst>
                                          </p:cBhvr>
                                          <p:to>
                                            <p:strVal val="visible"/>
                                          </p:to>
                                        </p:set>
                                        <p:animEffect transition="in" filter="wipe(left)">
                                          <p:cBhvr>
                                            <p:cTn id="32" dur="750"/>
                                            <p:tgtEl>
                                              <p:spTgt spid="37"/>
                                            </p:tgtEl>
                                          </p:cBhvr>
                                        </p:animEffect>
                                      </p:childTnLst>
                                    </p:cTn>
                                  </p:par>
                                  <p:par>
                                    <p:cTn id="33" presetID="22" presetClass="entr" presetSubtype="8" fill="hold" nodeType="withEffect">
                                      <p:stCondLst>
                                        <p:cond delay="1000"/>
                                      </p:stCondLst>
                                      <p:childTnLst>
                                        <p:set>
                                          <p:cBhvr>
                                            <p:cTn id="34" dur="1" fill="hold">
                                              <p:stCondLst>
                                                <p:cond delay="0"/>
                                              </p:stCondLst>
                                            </p:cTn>
                                            <p:tgtEl>
                                              <p:spTgt spid="36"/>
                                            </p:tgtEl>
                                            <p:attrNameLst>
                                              <p:attrName>style.visibility</p:attrName>
                                            </p:attrNameLst>
                                          </p:cBhvr>
                                          <p:to>
                                            <p:strVal val="visible"/>
                                          </p:to>
                                        </p:set>
                                        <p:animEffect transition="in" filter="wipe(left)">
                                          <p:cBhvr>
                                            <p:cTn id="35" dur="750"/>
                                            <p:tgtEl>
                                              <p:spTgt spid="36"/>
                                            </p:tgtEl>
                                          </p:cBhvr>
                                        </p:animEffect>
                                      </p:childTnLst>
                                    </p:cTn>
                                  </p:par>
                                  <p:par>
                                    <p:cTn id="36" presetID="2" presetClass="entr" presetSubtype="12" fill="hold" nodeType="withEffect">
                                      <p:stCondLst>
                                        <p:cond delay="500"/>
                                      </p:stCondLst>
                                      <p:childTnLst>
                                        <p:set>
                                          <p:cBhvr>
                                            <p:cTn id="37" dur="1" fill="hold">
                                              <p:stCondLst>
                                                <p:cond delay="0"/>
                                              </p:stCondLst>
                                            </p:cTn>
                                            <p:tgtEl>
                                              <p:spTgt spid="14"/>
                                            </p:tgtEl>
                                            <p:attrNameLst>
                                              <p:attrName>style.visibility</p:attrName>
                                            </p:attrNameLst>
                                          </p:cBhvr>
                                          <p:to>
                                            <p:strVal val="visible"/>
                                          </p:to>
                                        </p:set>
                                        <p:anim calcmode="lin" valueType="num">
                                          <p:cBhvr additive="base">
                                            <p:cTn id="38" dur="1000" fill="hold"/>
                                            <p:tgtEl>
                                              <p:spTgt spid="14"/>
                                            </p:tgtEl>
                                            <p:attrNameLst>
                                              <p:attrName>ppt_x</p:attrName>
                                            </p:attrNameLst>
                                          </p:cBhvr>
                                          <p:tavLst>
                                            <p:tav tm="0">
                                              <p:val>
                                                <p:strVal val="0-#ppt_w/2"/>
                                              </p:val>
                                            </p:tav>
                                            <p:tav tm="100000">
                                              <p:val>
                                                <p:strVal val="#ppt_x"/>
                                              </p:val>
                                            </p:tav>
                                          </p:tavLst>
                                        </p:anim>
                                        <p:anim calcmode="lin" valueType="num">
                                          <p:cBhvr additive="base">
                                            <p:cTn id="39" dur="1000" fill="hold"/>
                                            <p:tgtEl>
                                              <p:spTgt spid="14"/>
                                            </p:tgtEl>
                                            <p:attrNameLst>
                                              <p:attrName>ppt_y</p:attrName>
                                            </p:attrNameLst>
                                          </p:cBhvr>
                                          <p:tavLst>
                                            <p:tav tm="0">
                                              <p:val>
                                                <p:strVal val="1+#ppt_h/2"/>
                                              </p:val>
                                            </p:tav>
                                            <p:tav tm="100000">
                                              <p:val>
                                                <p:strVal val="#ppt_y"/>
                                              </p:val>
                                            </p:tav>
                                          </p:tavLst>
                                        </p:anim>
                                      </p:childTnLst>
                                    </p:cTn>
                                  </p:par>
                                  <p:par>
                                    <p:cTn id="40" presetID="2" presetClass="entr" presetSubtype="9" fill="hold" nodeType="withEffect">
                                      <p:stCondLst>
                                        <p:cond delay="750"/>
                                      </p:stCondLst>
                                      <p:childTnLst>
                                        <p:set>
                                          <p:cBhvr>
                                            <p:cTn id="41" dur="1" fill="hold">
                                              <p:stCondLst>
                                                <p:cond delay="0"/>
                                              </p:stCondLst>
                                            </p:cTn>
                                            <p:tgtEl>
                                              <p:spTgt spid="18"/>
                                            </p:tgtEl>
                                            <p:attrNameLst>
                                              <p:attrName>style.visibility</p:attrName>
                                            </p:attrNameLst>
                                          </p:cBhvr>
                                          <p:to>
                                            <p:strVal val="visible"/>
                                          </p:to>
                                        </p:set>
                                        <p:anim calcmode="lin" valueType="num">
                                          <p:cBhvr additive="base">
                                            <p:cTn id="42" dur="1000" fill="hold"/>
                                            <p:tgtEl>
                                              <p:spTgt spid="18"/>
                                            </p:tgtEl>
                                            <p:attrNameLst>
                                              <p:attrName>ppt_x</p:attrName>
                                            </p:attrNameLst>
                                          </p:cBhvr>
                                          <p:tavLst>
                                            <p:tav tm="0">
                                              <p:val>
                                                <p:strVal val="0-#ppt_w/2"/>
                                              </p:val>
                                            </p:tav>
                                            <p:tav tm="100000">
                                              <p:val>
                                                <p:strVal val="#ppt_x"/>
                                              </p:val>
                                            </p:tav>
                                          </p:tavLst>
                                        </p:anim>
                                        <p:anim calcmode="lin" valueType="num">
                                          <p:cBhvr additive="base">
                                            <p:cTn id="43" dur="1000" fill="hold"/>
                                            <p:tgtEl>
                                              <p:spTgt spid="18"/>
                                            </p:tgtEl>
                                            <p:attrNameLst>
                                              <p:attrName>ppt_y</p:attrName>
                                            </p:attrNameLst>
                                          </p:cBhvr>
                                          <p:tavLst>
                                            <p:tav tm="0">
                                              <p:val>
                                                <p:strVal val="0-#ppt_h/2"/>
                                              </p:val>
                                            </p:tav>
                                            <p:tav tm="100000">
                                              <p:val>
                                                <p:strVal val="#ppt_y"/>
                                              </p:val>
                                            </p:tav>
                                          </p:tavLst>
                                        </p:anim>
                                      </p:childTnLst>
                                    </p:cTn>
                                  </p:par>
                                  <p:par>
                                    <p:cTn id="44" presetID="2" presetClass="entr" presetSubtype="3" fill="hold" nodeType="withEffect">
                                      <p:stCondLst>
                                        <p:cond delay="1000"/>
                                      </p:stCondLst>
                                      <p:childTnLst>
                                        <p:set>
                                          <p:cBhvr>
                                            <p:cTn id="45" dur="1" fill="hold">
                                              <p:stCondLst>
                                                <p:cond delay="0"/>
                                              </p:stCondLst>
                                            </p:cTn>
                                            <p:tgtEl>
                                              <p:spTgt spid="7"/>
                                            </p:tgtEl>
                                            <p:attrNameLst>
                                              <p:attrName>style.visibility</p:attrName>
                                            </p:attrNameLst>
                                          </p:cBhvr>
                                          <p:to>
                                            <p:strVal val="visible"/>
                                          </p:to>
                                        </p:set>
                                        <p:anim calcmode="lin" valueType="num">
                                          <p:cBhvr additive="base">
                                            <p:cTn id="46" dur="1000" fill="hold"/>
                                            <p:tgtEl>
                                              <p:spTgt spid="7"/>
                                            </p:tgtEl>
                                            <p:attrNameLst>
                                              <p:attrName>ppt_x</p:attrName>
                                            </p:attrNameLst>
                                          </p:cBhvr>
                                          <p:tavLst>
                                            <p:tav tm="0">
                                              <p:val>
                                                <p:strVal val="1+#ppt_w/2"/>
                                              </p:val>
                                            </p:tav>
                                            <p:tav tm="100000">
                                              <p:val>
                                                <p:strVal val="#ppt_x"/>
                                              </p:val>
                                            </p:tav>
                                          </p:tavLst>
                                        </p:anim>
                                        <p:anim calcmode="lin" valueType="num">
                                          <p:cBhvr additive="base">
                                            <p:cTn id="47" dur="1000" fill="hold"/>
                                            <p:tgtEl>
                                              <p:spTgt spid="7"/>
                                            </p:tgtEl>
                                            <p:attrNameLst>
                                              <p:attrName>ppt_y</p:attrName>
                                            </p:attrNameLst>
                                          </p:cBhvr>
                                          <p:tavLst>
                                            <p:tav tm="0">
                                              <p:val>
                                                <p:strVal val="0-#ppt_h/2"/>
                                              </p:val>
                                            </p:tav>
                                            <p:tav tm="100000">
                                              <p:val>
                                                <p:strVal val="#ppt_y"/>
                                              </p:val>
                                            </p:tav>
                                          </p:tavLst>
                                        </p:anim>
                                      </p:childTnLst>
                                    </p:cTn>
                                  </p:par>
                                  <p:par>
                                    <p:cTn id="48" presetID="2" presetClass="entr" presetSubtype="6" fill="hold" nodeType="withEffect">
                                      <p:stCondLst>
                                        <p:cond delay="1250"/>
                                      </p:stCondLst>
                                      <p:childTnLst>
                                        <p:set>
                                          <p:cBhvr>
                                            <p:cTn id="49" dur="1" fill="hold">
                                              <p:stCondLst>
                                                <p:cond delay="0"/>
                                              </p:stCondLst>
                                            </p:cTn>
                                            <p:tgtEl>
                                              <p:spTgt spid="9"/>
                                            </p:tgtEl>
                                            <p:attrNameLst>
                                              <p:attrName>style.visibility</p:attrName>
                                            </p:attrNameLst>
                                          </p:cBhvr>
                                          <p:to>
                                            <p:strVal val="visible"/>
                                          </p:to>
                                        </p:set>
                                        <p:anim calcmode="lin" valueType="num">
                                          <p:cBhvr additive="base">
                                            <p:cTn id="50" dur="1000" fill="hold"/>
                                            <p:tgtEl>
                                              <p:spTgt spid="9"/>
                                            </p:tgtEl>
                                            <p:attrNameLst>
                                              <p:attrName>ppt_x</p:attrName>
                                            </p:attrNameLst>
                                          </p:cBhvr>
                                          <p:tavLst>
                                            <p:tav tm="0">
                                              <p:val>
                                                <p:strVal val="1+#ppt_w/2"/>
                                              </p:val>
                                            </p:tav>
                                            <p:tav tm="100000">
                                              <p:val>
                                                <p:strVal val="#ppt_x"/>
                                              </p:val>
                                            </p:tav>
                                          </p:tavLst>
                                        </p:anim>
                                        <p:anim calcmode="lin" valueType="num">
                                          <p:cBhvr additive="base">
                                            <p:cTn id="51" dur="10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uiExpand="1">
            <p:bldSub>
              <a:bldChart bld="seriesEl"/>
            </p:bldSub>
          </p:bldGraphic>
        </p:bldLst>
      </p:timing>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dow 05">
            <a:extLst>
              <a:ext uri="{FF2B5EF4-FFF2-40B4-BE49-F238E27FC236}">
                <a16:creationId xmlns:a16="http://schemas.microsoft.com/office/drawing/2014/main" id="{867590B5-02B8-445D-8C65-B1BD49170525}"/>
              </a:ext>
            </a:extLst>
          </p:cNvPr>
          <p:cNvSpPr/>
          <p:nvPr/>
        </p:nvSpPr>
        <p:spPr>
          <a:xfrm flipH="1" flipV="1">
            <a:off x="3567348" y="5728631"/>
            <a:ext cx="7875905" cy="699788"/>
          </a:xfrm>
          <a:custGeom>
            <a:avLst/>
            <a:gdLst>
              <a:gd name="connsiteX0" fmla="*/ 0 w 3227387"/>
              <a:gd name="connsiteY0" fmla="*/ 441199 h 441199"/>
              <a:gd name="connsiteX1" fmla="*/ 0 w 3227387"/>
              <a:gd name="connsiteY1" fmla="*/ 0 h 441199"/>
              <a:gd name="connsiteX2" fmla="*/ 3227387 w 3227387"/>
              <a:gd name="connsiteY2" fmla="*/ 441199 h 441199"/>
              <a:gd name="connsiteX3" fmla="*/ 0 w 3227387"/>
              <a:gd name="connsiteY3" fmla="*/ 441199 h 441199"/>
              <a:gd name="connsiteX0" fmla="*/ 6350 w 3233737"/>
              <a:gd name="connsiteY0" fmla="*/ 371349 h 371349"/>
              <a:gd name="connsiteX1" fmla="*/ 0 w 3233737"/>
              <a:gd name="connsiteY1" fmla="*/ 0 h 371349"/>
              <a:gd name="connsiteX2" fmla="*/ 3233737 w 3233737"/>
              <a:gd name="connsiteY2" fmla="*/ 371349 h 371349"/>
              <a:gd name="connsiteX3" fmla="*/ 6350 w 3233737"/>
              <a:gd name="connsiteY3" fmla="*/ 371349 h 371349"/>
              <a:gd name="connsiteX0" fmla="*/ 12700 w 3240087"/>
              <a:gd name="connsiteY0" fmla="*/ 333249 h 333249"/>
              <a:gd name="connsiteX1" fmla="*/ 0 w 3240087"/>
              <a:gd name="connsiteY1" fmla="*/ 0 h 333249"/>
              <a:gd name="connsiteX2" fmla="*/ 3240087 w 3240087"/>
              <a:gd name="connsiteY2" fmla="*/ 333249 h 333249"/>
              <a:gd name="connsiteX3" fmla="*/ 12700 w 3240087"/>
              <a:gd name="connsiteY3" fmla="*/ 333249 h 333249"/>
              <a:gd name="connsiteX0" fmla="*/ 150812 w 3378199"/>
              <a:gd name="connsiteY0" fmla="*/ 376111 h 376111"/>
              <a:gd name="connsiteX1" fmla="*/ 0 w 3378199"/>
              <a:gd name="connsiteY1" fmla="*/ 0 h 376111"/>
              <a:gd name="connsiteX2" fmla="*/ 3378199 w 3378199"/>
              <a:gd name="connsiteY2" fmla="*/ 376111 h 376111"/>
              <a:gd name="connsiteX3" fmla="*/ 150812 w 3378199"/>
              <a:gd name="connsiteY3" fmla="*/ 376111 h 376111"/>
              <a:gd name="connsiteX0" fmla="*/ 177421 w 3404808"/>
              <a:gd name="connsiteY0" fmla="*/ 492552 h 492552"/>
              <a:gd name="connsiteX1" fmla="*/ 0 w 3404808"/>
              <a:gd name="connsiteY1" fmla="*/ 0 h 492552"/>
              <a:gd name="connsiteX2" fmla="*/ 3404808 w 3404808"/>
              <a:gd name="connsiteY2" fmla="*/ 492552 h 492552"/>
              <a:gd name="connsiteX3" fmla="*/ 177421 w 3404808"/>
              <a:gd name="connsiteY3" fmla="*/ 492552 h 492552"/>
              <a:gd name="connsiteX0" fmla="*/ 177421 w 3404808"/>
              <a:gd name="connsiteY0" fmla="*/ 457113 h 457113"/>
              <a:gd name="connsiteX1" fmla="*/ 0 w 3404808"/>
              <a:gd name="connsiteY1" fmla="*/ 0 h 457113"/>
              <a:gd name="connsiteX2" fmla="*/ 3404808 w 3404808"/>
              <a:gd name="connsiteY2" fmla="*/ 457113 h 457113"/>
              <a:gd name="connsiteX3" fmla="*/ 177421 w 3404808"/>
              <a:gd name="connsiteY3" fmla="*/ 457113 h 457113"/>
            </a:gdLst>
            <a:ahLst/>
            <a:cxnLst>
              <a:cxn ang="0">
                <a:pos x="connsiteX0" y="connsiteY0"/>
              </a:cxn>
              <a:cxn ang="0">
                <a:pos x="connsiteX1" y="connsiteY1"/>
              </a:cxn>
              <a:cxn ang="0">
                <a:pos x="connsiteX2" y="connsiteY2"/>
              </a:cxn>
              <a:cxn ang="0">
                <a:pos x="connsiteX3" y="connsiteY3"/>
              </a:cxn>
            </a:cxnLst>
            <a:rect l="l" t="t" r="r" b="b"/>
            <a:pathLst>
              <a:path w="3404808" h="457113">
                <a:moveTo>
                  <a:pt x="177421" y="457113"/>
                </a:moveTo>
                <a:lnTo>
                  <a:pt x="0" y="0"/>
                </a:lnTo>
                <a:lnTo>
                  <a:pt x="3404808" y="457113"/>
                </a:lnTo>
                <a:lnTo>
                  <a:pt x="177421" y="457113"/>
                </a:lnTo>
                <a:close/>
              </a:path>
            </a:pathLst>
          </a:custGeom>
          <a:gradFill>
            <a:gsLst>
              <a:gs pos="100000">
                <a:schemeClr val="bg2">
                  <a:alpha val="0"/>
                </a:schemeClr>
              </a:gs>
              <a:gs pos="26000">
                <a:srgbClr val="000000">
                  <a:alpha val="68000"/>
                </a:srgbClr>
              </a:gs>
            </a:gsLst>
            <a:lin ang="10800000" scaled="1"/>
          </a:gra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6" name="Shadow 04">
            <a:extLst>
              <a:ext uri="{FF2B5EF4-FFF2-40B4-BE49-F238E27FC236}">
                <a16:creationId xmlns:a16="http://schemas.microsoft.com/office/drawing/2014/main" id="{1A2543E4-29DC-4370-90AF-EFF34C183528}"/>
              </a:ext>
            </a:extLst>
          </p:cNvPr>
          <p:cNvSpPr/>
          <p:nvPr/>
        </p:nvSpPr>
        <p:spPr>
          <a:xfrm flipH="1" flipV="1">
            <a:off x="3758681" y="4897006"/>
            <a:ext cx="6161050" cy="573347"/>
          </a:xfrm>
          <a:custGeom>
            <a:avLst/>
            <a:gdLst>
              <a:gd name="connsiteX0" fmla="*/ 0 w 3227387"/>
              <a:gd name="connsiteY0" fmla="*/ 441199 h 441199"/>
              <a:gd name="connsiteX1" fmla="*/ 0 w 3227387"/>
              <a:gd name="connsiteY1" fmla="*/ 0 h 441199"/>
              <a:gd name="connsiteX2" fmla="*/ 3227387 w 3227387"/>
              <a:gd name="connsiteY2" fmla="*/ 441199 h 441199"/>
              <a:gd name="connsiteX3" fmla="*/ 0 w 3227387"/>
              <a:gd name="connsiteY3" fmla="*/ 441199 h 441199"/>
              <a:gd name="connsiteX0" fmla="*/ 6350 w 3233737"/>
              <a:gd name="connsiteY0" fmla="*/ 371349 h 371349"/>
              <a:gd name="connsiteX1" fmla="*/ 0 w 3233737"/>
              <a:gd name="connsiteY1" fmla="*/ 0 h 371349"/>
              <a:gd name="connsiteX2" fmla="*/ 3233737 w 3233737"/>
              <a:gd name="connsiteY2" fmla="*/ 371349 h 371349"/>
              <a:gd name="connsiteX3" fmla="*/ 6350 w 3233737"/>
              <a:gd name="connsiteY3" fmla="*/ 371349 h 371349"/>
              <a:gd name="connsiteX0" fmla="*/ 12700 w 3240087"/>
              <a:gd name="connsiteY0" fmla="*/ 333249 h 333249"/>
              <a:gd name="connsiteX1" fmla="*/ 0 w 3240087"/>
              <a:gd name="connsiteY1" fmla="*/ 0 h 333249"/>
              <a:gd name="connsiteX2" fmla="*/ 3240087 w 3240087"/>
              <a:gd name="connsiteY2" fmla="*/ 333249 h 333249"/>
              <a:gd name="connsiteX3" fmla="*/ 12700 w 3240087"/>
              <a:gd name="connsiteY3" fmla="*/ 333249 h 333249"/>
              <a:gd name="connsiteX0" fmla="*/ 150812 w 3378199"/>
              <a:gd name="connsiteY0" fmla="*/ 376111 h 376111"/>
              <a:gd name="connsiteX1" fmla="*/ 0 w 3378199"/>
              <a:gd name="connsiteY1" fmla="*/ 0 h 376111"/>
              <a:gd name="connsiteX2" fmla="*/ 3378199 w 3378199"/>
              <a:gd name="connsiteY2" fmla="*/ 376111 h 376111"/>
              <a:gd name="connsiteX3" fmla="*/ 150812 w 3378199"/>
              <a:gd name="connsiteY3" fmla="*/ 376111 h 376111"/>
              <a:gd name="connsiteX0" fmla="*/ 177421 w 3404808"/>
              <a:gd name="connsiteY0" fmla="*/ 492552 h 492552"/>
              <a:gd name="connsiteX1" fmla="*/ 0 w 3404808"/>
              <a:gd name="connsiteY1" fmla="*/ 0 h 492552"/>
              <a:gd name="connsiteX2" fmla="*/ 3404808 w 3404808"/>
              <a:gd name="connsiteY2" fmla="*/ 492552 h 492552"/>
              <a:gd name="connsiteX3" fmla="*/ 177421 w 3404808"/>
              <a:gd name="connsiteY3" fmla="*/ 492552 h 492552"/>
              <a:gd name="connsiteX0" fmla="*/ 177421 w 3404808"/>
              <a:gd name="connsiteY0" fmla="*/ 457113 h 457113"/>
              <a:gd name="connsiteX1" fmla="*/ 0 w 3404808"/>
              <a:gd name="connsiteY1" fmla="*/ 0 h 457113"/>
              <a:gd name="connsiteX2" fmla="*/ 3404808 w 3404808"/>
              <a:gd name="connsiteY2" fmla="*/ 457113 h 457113"/>
              <a:gd name="connsiteX3" fmla="*/ 177421 w 3404808"/>
              <a:gd name="connsiteY3" fmla="*/ 457113 h 457113"/>
            </a:gdLst>
            <a:ahLst/>
            <a:cxnLst>
              <a:cxn ang="0">
                <a:pos x="connsiteX0" y="connsiteY0"/>
              </a:cxn>
              <a:cxn ang="0">
                <a:pos x="connsiteX1" y="connsiteY1"/>
              </a:cxn>
              <a:cxn ang="0">
                <a:pos x="connsiteX2" y="connsiteY2"/>
              </a:cxn>
              <a:cxn ang="0">
                <a:pos x="connsiteX3" y="connsiteY3"/>
              </a:cxn>
            </a:cxnLst>
            <a:rect l="l" t="t" r="r" b="b"/>
            <a:pathLst>
              <a:path w="3404808" h="457113">
                <a:moveTo>
                  <a:pt x="177421" y="457113"/>
                </a:moveTo>
                <a:lnTo>
                  <a:pt x="0" y="0"/>
                </a:lnTo>
                <a:lnTo>
                  <a:pt x="3404808" y="457113"/>
                </a:lnTo>
                <a:lnTo>
                  <a:pt x="177421" y="457113"/>
                </a:lnTo>
                <a:close/>
              </a:path>
            </a:pathLst>
          </a:custGeom>
          <a:gradFill>
            <a:gsLst>
              <a:gs pos="100000">
                <a:schemeClr val="bg2">
                  <a:alpha val="0"/>
                </a:schemeClr>
              </a:gs>
              <a:gs pos="26000">
                <a:srgbClr val="000000">
                  <a:alpha val="68000"/>
                </a:srgbClr>
              </a:gs>
            </a:gsLst>
            <a:lin ang="10800000" scaled="1"/>
          </a:gra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3" name="Shadow 03">
            <a:extLst>
              <a:ext uri="{FF2B5EF4-FFF2-40B4-BE49-F238E27FC236}">
                <a16:creationId xmlns:a16="http://schemas.microsoft.com/office/drawing/2014/main" id="{2BDDD4C5-3F78-4BE7-BC05-3358964BAFF6}"/>
              </a:ext>
            </a:extLst>
          </p:cNvPr>
          <p:cNvSpPr/>
          <p:nvPr/>
        </p:nvSpPr>
        <p:spPr>
          <a:xfrm flipH="1" flipV="1">
            <a:off x="4508420" y="4065381"/>
            <a:ext cx="3531711" cy="573347"/>
          </a:xfrm>
          <a:custGeom>
            <a:avLst/>
            <a:gdLst>
              <a:gd name="connsiteX0" fmla="*/ 0 w 3227387"/>
              <a:gd name="connsiteY0" fmla="*/ 441199 h 441199"/>
              <a:gd name="connsiteX1" fmla="*/ 0 w 3227387"/>
              <a:gd name="connsiteY1" fmla="*/ 0 h 441199"/>
              <a:gd name="connsiteX2" fmla="*/ 3227387 w 3227387"/>
              <a:gd name="connsiteY2" fmla="*/ 441199 h 441199"/>
              <a:gd name="connsiteX3" fmla="*/ 0 w 3227387"/>
              <a:gd name="connsiteY3" fmla="*/ 441199 h 441199"/>
              <a:gd name="connsiteX0" fmla="*/ 6350 w 3233737"/>
              <a:gd name="connsiteY0" fmla="*/ 371349 h 371349"/>
              <a:gd name="connsiteX1" fmla="*/ 0 w 3233737"/>
              <a:gd name="connsiteY1" fmla="*/ 0 h 371349"/>
              <a:gd name="connsiteX2" fmla="*/ 3233737 w 3233737"/>
              <a:gd name="connsiteY2" fmla="*/ 371349 h 371349"/>
              <a:gd name="connsiteX3" fmla="*/ 6350 w 3233737"/>
              <a:gd name="connsiteY3" fmla="*/ 371349 h 371349"/>
              <a:gd name="connsiteX0" fmla="*/ 12700 w 3240087"/>
              <a:gd name="connsiteY0" fmla="*/ 333249 h 333249"/>
              <a:gd name="connsiteX1" fmla="*/ 0 w 3240087"/>
              <a:gd name="connsiteY1" fmla="*/ 0 h 333249"/>
              <a:gd name="connsiteX2" fmla="*/ 3240087 w 3240087"/>
              <a:gd name="connsiteY2" fmla="*/ 333249 h 333249"/>
              <a:gd name="connsiteX3" fmla="*/ 12700 w 3240087"/>
              <a:gd name="connsiteY3" fmla="*/ 333249 h 333249"/>
              <a:gd name="connsiteX0" fmla="*/ 150812 w 3378199"/>
              <a:gd name="connsiteY0" fmla="*/ 376111 h 376111"/>
              <a:gd name="connsiteX1" fmla="*/ 0 w 3378199"/>
              <a:gd name="connsiteY1" fmla="*/ 0 h 376111"/>
              <a:gd name="connsiteX2" fmla="*/ 3378199 w 3378199"/>
              <a:gd name="connsiteY2" fmla="*/ 376111 h 376111"/>
              <a:gd name="connsiteX3" fmla="*/ 150812 w 3378199"/>
              <a:gd name="connsiteY3" fmla="*/ 376111 h 376111"/>
              <a:gd name="connsiteX0" fmla="*/ 177421 w 3404808"/>
              <a:gd name="connsiteY0" fmla="*/ 492552 h 492552"/>
              <a:gd name="connsiteX1" fmla="*/ 0 w 3404808"/>
              <a:gd name="connsiteY1" fmla="*/ 0 h 492552"/>
              <a:gd name="connsiteX2" fmla="*/ 3404808 w 3404808"/>
              <a:gd name="connsiteY2" fmla="*/ 492552 h 492552"/>
              <a:gd name="connsiteX3" fmla="*/ 177421 w 3404808"/>
              <a:gd name="connsiteY3" fmla="*/ 492552 h 492552"/>
              <a:gd name="connsiteX0" fmla="*/ 177421 w 3404808"/>
              <a:gd name="connsiteY0" fmla="*/ 457113 h 457113"/>
              <a:gd name="connsiteX1" fmla="*/ 0 w 3404808"/>
              <a:gd name="connsiteY1" fmla="*/ 0 h 457113"/>
              <a:gd name="connsiteX2" fmla="*/ 3404808 w 3404808"/>
              <a:gd name="connsiteY2" fmla="*/ 457113 h 457113"/>
              <a:gd name="connsiteX3" fmla="*/ 177421 w 3404808"/>
              <a:gd name="connsiteY3" fmla="*/ 457113 h 457113"/>
            </a:gdLst>
            <a:ahLst/>
            <a:cxnLst>
              <a:cxn ang="0">
                <a:pos x="connsiteX0" y="connsiteY0"/>
              </a:cxn>
              <a:cxn ang="0">
                <a:pos x="connsiteX1" y="connsiteY1"/>
              </a:cxn>
              <a:cxn ang="0">
                <a:pos x="connsiteX2" y="connsiteY2"/>
              </a:cxn>
              <a:cxn ang="0">
                <a:pos x="connsiteX3" y="connsiteY3"/>
              </a:cxn>
            </a:cxnLst>
            <a:rect l="l" t="t" r="r" b="b"/>
            <a:pathLst>
              <a:path w="3404808" h="457113">
                <a:moveTo>
                  <a:pt x="177421" y="457113"/>
                </a:moveTo>
                <a:lnTo>
                  <a:pt x="0" y="0"/>
                </a:lnTo>
                <a:lnTo>
                  <a:pt x="3404808" y="457113"/>
                </a:lnTo>
                <a:lnTo>
                  <a:pt x="177421" y="457113"/>
                </a:lnTo>
                <a:close/>
              </a:path>
            </a:pathLst>
          </a:custGeom>
          <a:gradFill>
            <a:gsLst>
              <a:gs pos="100000">
                <a:schemeClr val="bg2">
                  <a:alpha val="0"/>
                </a:schemeClr>
              </a:gs>
              <a:gs pos="26000">
                <a:srgbClr val="000000">
                  <a:alpha val="68000"/>
                </a:srgbClr>
              </a:gs>
            </a:gsLst>
            <a:lin ang="10800000" scaled="1"/>
          </a:gra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5" name="Shadow 02">
            <a:extLst>
              <a:ext uri="{FF2B5EF4-FFF2-40B4-BE49-F238E27FC236}">
                <a16:creationId xmlns:a16="http://schemas.microsoft.com/office/drawing/2014/main" id="{35CF3AED-7803-4A28-9815-E77F8786AA13}"/>
              </a:ext>
            </a:extLst>
          </p:cNvPr>
          <p:cNvSpPr/>
          <p:nvPr/>
        </p:nvSpPr>
        <p:spPr>
          <a:xfrm flipH="1" flipV="1">
            <a:off x="3567348" y="3202440"/>
            <a:ext cx="6906498" cy="573347"/>
          </a:xfrm>
          <a:custGeom>
            <a:avLst/>
            <a:gdLst>
              <a:gd name="connsiteX0" fmla="*/ 0 w 3227387"/>
              <a:gd name="connsiteY0" fmla="*/ 441199 h 441199"/>
              <a:gd name="connsiteX1" fmla="*/ 0 w 3227387"/>
              <a:gd name="connsiteY1" fmla="*/ 0 h 441199"/>
              <a:gd name="connsiteX2" fmla="*/ 3227387 w 3227387"/>
              <a:gd name="connsiteY2" fmla="*/ 441199 h 441199"/>
              <a:gd name="connsiteX3" fmla="*/ 0 w 3227387"/>
              <a:gd name="connsiteY3" fmla="*/ 441199 h 441199"/>
              <a:gd name="connsiteX0" fmla="*/ 6350 w 3233737"/>
              <a:gd name="connsiteY0" fmla="*/ 371349 h 371349"/>
              <a:gd name="connsiteX1" fmla="*/ 0 w 3233737"/>
              <a:gd name="connsiteY1" fmla="*/ 0 h 371349"/>
              <a:gd name="connsiteX2" fmla="*/ 3233737 w 3233737"/>
              <a:gd name="connsiteY2" fmla="*/ 371349 h 371349"/>
              <a:gd name="connsiteX3" fmla="*/ 6350 w 3233737"/>
              <a:gd name="connsiteY3" fmla="*/ 371349 h 371349"/>
              <a:gd name="connsiteX0" fmla="*/ 12700 w 3240087"/>
              <a:gd name="connsiteY0" fmla="*/ 333249 h 333249"/>
              <a:gd name="connsiteX1" fmla="*/ 0 w 3240087"/>
              <a:gd name="connsiteY1" fmla="*/ 0 h 333249"/>
              <a:gd name="connsiteX2" fmla="*/ 3240087 w 3240087"/>
              <a:gd name="connsiteY2" fmla="*/ 333249 h 333249"/>
              <a:gd name="connsiteX3" fmla="*/ 12700 w 3240087"/>
              <a:gd name="connsiteY3" fmla="*/ 333249 h 333249"/>
              <a:gd name="connsiteX0" fmla="*/ 150812 w 3378199"/>
              <a:gd name="connsiteY0" fmla="*/ 376111 h 376111"/>
              <a:gd name="connsiteX1" fmla="*/ 0 w 3378199"/>
              <a:gd name="connsiteY1" fmla="*/ 0 h 376111"/>
              <a:gd name="connsiteX2" fmla="*/ 3378199 w 3378199"/>
              <a:gd name="connsiteY2" fmla="*/ 376111 h 376111"/>
              <a:gd name="connsiteX3" fmla="*/ 150812 w 3378199"/>
              <a:gd name="connsiteY3" fmla="*/ 376111 h 376111"/>
              <a:gd name="connsiteX0" fmla="*/ 177421 w 3404808"/>
              <a:gd name="connsiteY0" fmla="*/ 492552 h 492552"/>
              <a:gd name="connsiteX1" fmla="*/ 0 w 3404808"/>
              <a:gd name="connsiteY1" fmla="*/ 0 h 492552"/>
              <a:gd name="connsiteX2" fmla="*/ 3404808 w 3404808"/>
              <a:gd name="connsiteY2" fmla="*/ 492552 h 492552"/>
              <a:gd name="connsiteX3" fmla="*/ 177421 w 3404808"/>
              <a:gd name="connsiteY3" fmla="*/ 492552 h 492552"/>
              <a:gd name="connsiteX0" fmla="*/ 177421 w 3404808"/>
              <a:gd name="connsiteY0" fmla="*/ 457113 h 457113"/>
              <a:gd name="connsiteX1" fmla="*/ 0 w 3404808"/>
              <a:gd name="connsiteY1" fmla="*/ 0 h 457113"/>
              <a:gd name="connsiteX2" fmla="*/ 3404808 w 3404808"/>
              <a:gd name="connsiteY2" fmla="*/ 457113 h 457113"/>
              <a:gd name="connsiteX3" fmla="*/ 177421 w 3404808"/>
              <a:gd name="connsiteY3" fmla="*/ 457113 h 457113"/>
            </a:gdLst>
            <a:ahLst/>
            <a:cxnLst>
              <a:cxn ang="0">
                <a:pos x="connsiteX0" y="connsiteY0"/>
              </a:cxn>
              <a:cxn ang="0">
                <a:pos x="connsiteX1" y="connsiteY1"/>
              </a:cxn>
              <a:cxn ang="0">
                <a:pos x="connsiteX2" y="connsiteY2"/>
              </a:cxn>
              <a:cxn ang="0">
                <a:pos x="connsiteX3" y="connsiteY3"/>
              </a:cxn>
            </a:cxnLst>
            <a:rect l="l" t="t" r="r" b="b"/>
            <a:pathLst>
              <a:path w="3404808" h="457113">
                <a:moveTo>
                  <a:pt x="177421" y="457113"/>
                </a:moveTo>
                <a:lnTo>
                  <a:pt x="0" y="0"/>
                </a:lnTo>
                <a:lnTo>
                  <a:pt x="3404808" y="457113"/>
                </a:lnTo>
                <a:lnTo>
                  <a:pt x="177421" y="457113"/>
                </a:lnTo>
                <a:close/>
              </a:path>
            </a:pathLst>
          </a:custGeom>
          <a:gradFill>
            <a:gsLst>
              <a:gs pos="100000">
                <a:schemeClr val="bg2">
                  <a:alpha val="0"/>
                </a:schemeClr>
              </a:gs>
              <a:gs pos="26000">
                <a:srgbClr val="000000">
                  <a:alpha val="68000"/>
                </a:srgbClr>
              </a:gs>
            </a:gsLst>
            <a:lin ang="10800000" scaled="1"/>
          </a:gra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4" name="Shadow 01">
            <a:extLst>
              <a:ext uri="{FF2B5EF4-FFF2-40B4-BE49-F238E27FC236}">
                <a16:creationId xmlns:a16="http://schemas.microsoft.com/office/drawing/2014/main" id="{F15D95D9-258D-44C4-85E3-4112EA0E7656}"/>
              </a:ext>
            </a:extLst>
          </p:cNvPr>
          <p:cNvSpPr/>
          <p:nvPr/>
        </p:nvSpPr>
        <p:spPr>
          <a:xfrm flipH="1" flipV="1">
            <a:off x="4185721" y="2384571"/>
            <a:ext cx="4574381" cy="573347"/>
          </a:xfrm>
          <a:custGeom>
            <a:avLst/>
            <a:gdLst>
              <a:gd name="connsiteX0" fmla="*/ 0 w 3227387"/>
              <a:gd name="connsiteY0" fmla="*/ 441199 h 441199"/>
              <a:gd name="connsiteX1" fmla="*/ 0 w 3227387"/>
              <a:gd name="connsiteY1" fmla="*/ 0 h 441199"/>
              <a:gd name="connsiteX2" fmla="*/ 3227387 w 3227387"/>
              <a:gd name="connsiteY2" fmla="*/ 441199 h 441199"/>
              <a:gd name="connsiteX3" fmla="*/ 0 w 3227387"/>
              <a:gd name="connsiteY3" fmla="*/ 441199 h 441199"/>
              <a:gd name="connsiteX0" fmla="*/ 6350 w 3233737"/>
              <a:gd name="connsiteY0" fmla="*/ 371349 h 371349"/>
              <a:gd name="connsiteX1" fmla="*/ 0 w 3233737"/>
              <a:gd name="connsiteY1" fmla="*/ 0 h 371349"/>
              <a:gd name="connsiteX2" fmla="*/ 3233737 w 3233737"/>
              <a:gd name="connsiteY2" fmla="*/ 371349 h 371349"/>
              <a:gd name="connsiteX3" fmla="*/ 6350 w 3233737"/>
              <a:gd name="connsiteY3" fmla="*/ 371349 h 371349"/>
              <a:gd name="connsiteX0" fmla="*/ 12700 w 3240087"/>
              <a:gd name="connsiteY0" fmla="*/ 333249 h 333249"/>
              <a:gd name="connsiteX1" fmla="*/ 0 w 3240087"/>
              <a:gd name="connsiteY1" fmla="*/ 0 h 333249"/>
              <a:gd name="connsiteX2" fmla="*/ 3240087 w 3240087"/>
              <a:gd name="connsiteY2" fmla="*/ 333249 h 333249"/>
              <a:gd name="connsiteX3" fmla="*/ 12700 w 3240087"/>
              <a:gd name="connsiteY3" fmla="*/ 333249 h 333249"/>
              <a:gd name="connsiteX0" fmla="*/ 150812 w 3378199"/>
              <a:gd name="connsiteY0" fmla="*/ 376111 h 376111"/>
              <a:gd name="connsiteX1" fmla="*/ 0 w 3378199"/>
              <a:gd name="connsiteY1" fmla="*/ 0 h 376111"/>
              <a:gd name="connsiteX2" fmla="*/ 3378199 w 3378199"/>
              <a:gd name="connsiteY2" fmla="*/ 376111 h 376111"/>
              <a:gd name="connsiteX3" fmla="*/ 150812 w 3378199"/>
              <a:gd name="connsiteY3" fmla="*/ 376111 h 376111"/>
              <a:gd name="connsiteX0" fmla="*/ 177421 w 3404808"/>
              <a:gd name="connsiteY0" fmla="*/ 492552 h 492552"/>
              <a:gd name="connsiteX1" fmla="*/ 0 w 3404808"/>
              <a:gd name="connsiteY1" fmla="*/ 0 h 492552"/>
              <a:gd name="connsiteX2" fmla="*/ 3404808 w 3404808"/>
              <a:gd name="connsiteY2" fmla="*/ 492552 h 492552"/>
              <a:gd name="connsiteX3" fmla="*/ 177421 w 3404808"/>
              <a:gd name="connsiteY3" fmla="*/ 492552 h 492552"/>
              <a:gd name="connsiteX0" fmla="*/ 177421 w 3404808"/>
              <a:gd name="connsiteY0" fmla="*/ 457113 h 457113"/>
              <a:gd name="connsiteX1" fmla="*/ 0 w 3404808"/>
              <a:gd name="connsiteY1" fmla="*/ 0 h 457113"/>
              <a:gd name="connsiteX2" fmla="*/ 3404808 w 3404808"/>
              <a:gd name="connsiteY2" fmla="*/ 457113 h 457113"/>
              <a:gd name="connsiteX3" fmla="*/ 177421 w 3404808"/>
              <a:gd name="connsiteY3" fmla="*/ 457113 h 457113"/>
            </a:gdLst>
            <a:ahLst/>
            <a:cxnLst>
              <a:cxn ang="0">
                <a:pos x="connsiteX0" y="connsiteY0"/>
              </a:cxn>
              <a:cxn ang="0">
                <a:pos x="connsiteX1" y="connsiteY1"/>
              </a:cxn>
              <a:cxn ang="0">
                <a:pos x="connsiteX2" y="connsiteY2"/>
              </a:cxn>
              <a:cxn ang="0">
                <a:pos x="connsiteX3" y="connsiteY3"/>
              </a:cxn>
            </a:cxnLst>
            <a:rect l="l" t="t" r="r" b="b"/>
            <a:pathLst>
              <a:path w="3404808" h="457113">
                <a:moveTo>
                  <a:pt x="177421" y="457113"/>
                </a:moveTo>
                <a:lnTo>
                  <a:pt x="0" y="0"/>
                </a:lnTo>
                <a:lnTo>
                  <a:pt x="3404808" y="457113"/>
                </a:lnTo>
                <a:lnTo>
                  <a:pt x="177421" y="457113"/>
                </a:lnTo>
                <a:close/>
              </a:path>
            </a:pathLst>
          </a:custGeom>
          <a:gradFill>
            <a:gsLst>
              <a:gs pos="100000">
                <a:schemeClr val="bg2">
                  <a:alpha val="0"/>
                </a:schemeClr>
              </a:gs>
              <a:gs pos="26000">
                <a:srgbClr val="000000">
                  <a:alpha val="68000"/>
                </a:srgbClr>
              </a:gs>
            </a:gsLst>
            <a:lin ang="10800000" scaled="1"/>
          </a:gra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aphicFrame>
        <p:nvGraphicFramePr>
          <p:cNvPr id="2" name="Chart 1">
            <a:extLst>
              <a:ext uri="{FF2B5EF4-FFF2-40B4-BE49-F238E27FC236}">
                <a16:creationId xmlns:a16="http://schemas.microsoft.com/office/drawing/2014/main" id="{4326E8DD-409E-46F7-8E56-A0A98267A78B}"/>
              </a:ext>
            </a:extLst>
          </p:cNvPr>
          <p:cNvGraphicFramePr/>
          <p:nvPr/>
        </p:nvGraphicFramePr>
        <p:xfrm>
          <a:off x="5310266" y="1604308"/>
          <a:ext cx="6782674" cy="4486456"/>
        </p:xfrm>
        <a:graphic>
          <a:graphicData uri="http://schemas.openxmlformats.org/drawingml/2006/chart">
            <c:chart xmlns:c="http://schemas.openxmlformats.org/drawingml/2006/chart" xmlns:r="http://schemas.openxmlformats.org/officeDocument/2006/relationships" r:id="rId2"/>
          </a:graphicData>
        </a:graphic>
      </p:graphicFrame>
      <p:grpSp>
        <p:nvGrpSpPr>
          <p:cNvPr id="8" name="Shadow">
            <a:extLst>
              <a:ext uri="{FF2B5EF4-FFF2-40B4-BE49-F238E27FC236}">
                <a16:creationId xmlns:a16="http://schemas.microsoft.com/office/drawing/2014/main" id="{ABDE3B6A-C4AD-4A63-B56D-A11BF09C0A2A}"/>
              </a:ext>
            </a:extLst>
          </p:cNvPr>
          <p:cNvGrpSpPr/>
          <p:nvPr/>
        </p:nvGrpSpPr>
        <p:grpSpPr>
          <a:xfrm>
            <a:off x="5154569" y="1173862"/>
            <a:ext cx="311393" cy="5657736"/>
            <a:chOff x="1390652" y="2150666"/>
            <a:chExt cx="269875" cy="1705769"/>
          </a:xfrm>
        </p:grpSpPr>
        <p:sp>
          <p:nvSpPr>
            <p:cNvPr id="9" name="Freeform 14">
              <a:extLst>
                <a:ext uri="{FF2B5EF4-FFF2-40B4-BE49-F238E27FC236}">
                  <a16:creationId xmlns:a16="http://schemas.microsoft.com/office/drawing/2014/main" id="{615DE892-375F-4A47-8B2A-A5656CCFF02F}"/>
                </a:ext>
              </a:extLst>
            </p:cNvPr>
            <p:cNvSpPr>
              <a:spLocks/>
            </p:cNvSpPr>
            <p:nvPr/>
          </p:nvSpPr>
          <p:spPr bwMode="auto">
            <a:xfrm>
              <a:off x="1401763" y="2193132"/>
              <a:ext cx="242887" cy="1644650"/>
            </a:xfrm>
            <a:custGeom>
              <a:avLst/>
              <a:gdLst>
                <a:gd name="T0" fmla="*/ 153 w 153"/>
                <a:gd name="T1" fmla="*/ 0 h 1032"/>
                <a:gd name="T2" fmla="*/ 150 w 153"/>
                <a:gd name="T3" fmla="*/ 1032 h 1032"/>
                <a:gd name="T4" fmla="*/ 0 w 153"/>
                <a:gd name="T5" fmla="*/ 1032 h 1032"/>
                <a:gd name="T6" fmla="*/ 0 w 153"/>
                <a:gd name="T7" fmla="*/ 0 h 1032"/>
                <a:gd name="T8" fmla="*/ 153 w 153"/>
                <a:gd name="T9" fmla="*/ 0 h 1032"/>
              </a:gdLst>
              <a:ahLst/>
              <a:cxnLst>
                <a:cxn ang="0">
                  <a:pos x="T0" y="T1"/>
                </a:cxn>
                <a:cxn ang="0">
                  <a:pos x="T2" y="T3"/>
                </a:cxn>
                <a:cxn ang="0">
                  <a:pos x="T4" y="T5"/>
                </a:cxn>
                <a:cxn ang="0">
                  <a:pos x="T6" y="T7"/>
                </a:cxn>
                <a:cxn ang="0">
                  <a:pos x="T8" y="T9"/>
                </a:cxn>
              </a:cxnLst>
              <a:rect l="0" t="0" r="r" b="b"/>
              <a:pathLst>
                <a:path w="153" h="1032">
                  <a:moveTo>
                    <a:pt x="153" y="0"/>
                  </a:moveTo>
                  <a:lnTo>
                    <a:pt x="150" y="1032"/>
                  </a:lnTo>
                  <a:lnTo>
                    <a:pt x="0" y="1032"/>
                  </a:lnTo>
                  <a:lnTo>
                    <a:pt x="0" y="0"/>
                  </a:lnTo>
                  <a:lnTo>
                    <a:pt x="153" y="0"/>
                  </a:lnTo>
                  <a:close/>
                </a:path>
              </a:pathLst>
            </a:custGeom>
            <a:gradFill flip="none" rotWithShape="1">
              <a:gsLst>
                <a:gs pos="0">
                  <a:schemeClr val="bg1">
                    <a:alpha val="0"/>
                  </a:schemeClr>
                </a:gs>
                <a:gs pos="50000">
                  <a:schemeClr val="bg1"/>
                </a:gs>
                <a:gs pos="100000">
                  <a:schemeClr val="bg1">
                    <a:alpha val="0"/>
                  </a:schemeClr>
                </a:gs>
              </a:gsLst>
              <a:lin ang="5400000" scaled="0"/>
              <a:tileRect/>
            </a:gradFill>
            <a:ln>
              <a:noFill/>
            </a:ln>
            <a:effectLst>
              <a:outerShdw blurRad="101600" dist="88900" sx="95000" sy="95000" algn="tl" rotWithShape="0">
                <a:prstClr val="black">
                  <a:alpha val="5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10" name="Rectangle 9">
              <a:extLst>
                <a:ext uri="{FF2B5EF4-FFF2-40B4-BE49-F238E27FC236}">
                  <a16:creationId xmlns:a16="http://schemas.microsoft.com/office/drawing/2014/main" id="{49629432-E551-464C-83A0-A1D61B178E2F}"/>
                </a:ext>
              </a:extLst>
            </p:cNvPr>
            <p:cNvSpPr/>
            <p:nvPr/>
          </p:nvSpPr>
          <p:spPr>
            <a:xfrm>
              <a:off x="1390652" y="2150666"/>
              <a:ext cx="269875" cy="17057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sp>
        <p:nvSpPr>
          <p:cNvPr id="11" name="TextBox 10">
            <a:extLst>
              <a:ext uri="{FF2B5EF4-FFF2-40B4-BE49-F238E27FC236}">
                <a16:creationId xmlns:a16="http://schemas.microsoft.com/office/drawing/2014/main" id="{E6265D46-F865-4438-93D7-A4FB21B8E787}"/>
              </a:ext>
            </a:extLst>
          </p:cNvPr>
          <p:cNvSpPr txBox="1"/>
          <p:nvPr/>
        </p:nvSpPr>
        <p:spPr>
          <a:xfrm>
            <a:off x="5688721" y="2000386"/>
            <a:ext cx="1609736" cy="338554"/>
          </a:xfrm>
          <a:prstGeom prst="rect">
            <a:avLst/>
          </a:prstGeom>
          <a:noFill/>
        </p:spPr>
        <p:txBody>
          <a:bodyPr wrap="none" rtlCol="0">
            <a:spAutoFit/>
          </a:bodyPr>
          <a:lstStyle/>
          <a:p>
            <a:r>
              <a:rPr lang="en-US" sz="1600" b="1">
                <a:solidFill>
                  <a:schemeClr val="accent1">
                    <a:lumMod val="60000"/>
                    <a:lumOff val="40000"/>
                  </a:schemeClr>
                </a:solidFill>
              </a:rPr>
              <a:t>INFODATA 01</a:t>
            </a:r>
            <a:endParaRPr lang="ru-UA" sz="1600" b="1">
              <a:solidFill>
                <a:schemeClr val="accent1">
                  <a:lumMod val="60000"/>
                  <a:lumOff val="40000"/>
                </a:schemeClr>
              </a:solidFill>
            </a:endParaRPr>
          </a:p>
        </p:txBody>
      </p:sp>
      <p:sp>
        <p:nvSpPr>
          <p:cNvPr id="12" name="TextBox 11">
            <a:extLst>
              <a:ext uri="{FF2B5EF4-FFF2-40B4-BE49-F238E27FC236}">
                <a16:creationId xmlns:a16="http://schemas.microsoft.com/office/drawing/2014/main" id="{CCA3AD93-C2F7-4EFC-8423-1265CEA54415}"/>
              </a:ext>
            </a:extLst>
          </p:cNvPr>
          <p:cNvSpPr txBox="1"/>
          <p:nvPr/>
        </p:nvSpPr>
        <p:spPr>
          <a:xfrm>
            <a:off x="5705815" y="2864035"/>
            <a:ext cx="1651414" cy="338554"/>
          </a:xfrm>
          <a:prstGeom prst="rect">
            <a:avLst/>
          </a:prstGeom>
          <a:noFill/>
        </p:spPr>
        <p:txBody>
          <a:bodyPr wrap="none" rtlCol="0">
            <a:spAutoFit/>
          </a:bodyPr>
          <a:lstStyle/>
          <a:p>
            <a:r>
              <a:rPr lang="en-US" sz="1600" b="1">
                <a:solidFill>
                  <a:schemeClr val="accent2">
                    <a:lumMod val="60000"/>
                    <a:lumOff val="40000"/>
                  </a:schemeClr>
                </a:solidFill>
              </a:rPr>
              <a:t>INFODATA 02</a:t>
            </a:r>
            <a:endParaRPr lang="ru-UA" sz="1600" b="1">
              <a:solidFill>
                <a:schemeClr val="accent2">
                  <a:lumMod val="60000"/>
                  <a:lumOff val="40000"/>
                </a:schemeClr>
              </a:solidFill>
            </a:endParaRPr>
          </a:p>
        </p:txBody>
      </p:sp>
      <p:sp>
        <p:nvSpPr>
          <p:cNvPr id="13" name="TextBox 12">
            <a:extLst>
              <a:ext uri="{FF2B5EF4-FFF2-40B4-BE49-F238E27FC236}">
                <a16:creationId xmlns:a16="http://schemas.microsoft.com/office/drawing/2014/main" id="{1363DF78-1868-466A-807C-6878432712FD}"/>
              </a:ext>
            </a:extLst>
          </p:cNvPr>
          <p:cNvSpPr txBox="1"/>
          <p:nvPr/>
        </p:nvSpPr>
        <p:spPr>
          <a:xfrm>
            <a:off x="5733084" y="3681904"/>
            <a:ext cx="1651414" cy="338554"/>
          </a:xfrm>
          <a:prstGeom prst="rect">
            <a:avLst/>
          </a:prstGeom>
          <a:noFill/>
        </p:spPr>
        <p:txBody>
          <a:bodyPr wrap="none" rtlCol="0">
            <a:spAutoFit/>
          </a:bodyPr>
          <a:lstStyle/>
          <a:p>
            <a:r>
              <a:rPr lang="en-US" sz="1600" b="1">
                <a:solidFill>
                  <a:schemeClr val="accent3">
                    <a:lumMod val="60000"/>
                    <a:lumOff val="40000"/>
                  </a:schemeClr>
                </a:solidFill>
              </a:rPr>
              <a:t>INFODATA 03</a:t>
            </a:r>
            <a:endParaRPr lang="ru-UA" sz="1600" b="1">
              <a:solidFill>
                <a:schemeClr val="accent3">
                  <a:lumMod val="60000"/>
                  <a:lumOff val="40000"/>
                </a:schemeClr>
              </a:solidFill>
            </a:endParaRPr>
          </a:p>
        </p:txBody>
      </p:sp>
      <p:sp>
        <p:nvSpPr>
          <p:cNvPr id="14" name="TextBox 13">
            <a:extLst>
              <a:ext uri="{FF2B5EF4-FFF2-40B4-BE49-F238E27FC236}">
                <a16:creationId xmlns:a16="http://schemas.microsoft.com/office/drawing/2014/main" id="{4D5A74D8-D66D-4DDB-AB99-61A4E42612AA}"/>
              </a:ext>
            </a:extLst>
          </p:cNvPr>
          <p:cNvSpPr txBox="1"/>
          <p:nvPr/>
        </p:nvSpPr>
        <p:spPr>
          <a:xfrm>
            <a:off x="5795908" y="4506572"/>
            <a:ext cx="1670650" cy="338554"/>
          </a:xfrm>
          <a:prstGeom prst="rect">
            <a:avLst/>
          </a:prstGeom>
          <a:noFill/>
        </p:spPr>
        <p:txBody>
          <a:bodyPr wrap="none" rtlCol="0">
            <a:spAutoFit/>
          </a:bodyPr>
          <a:lstStyle/>
          <a:p>
            <a:r>
              <a:rPr lang="en-US" sz="1600" b="1">
                <a:solidFill>
                  <a:schemeClr val="accent4">
                    <a:lumMod val="60000"/>
                    <a:lumOff val="40000"/>
                  </a:schemeClr>
                </a:solidFill>
              </a:rPr>
              <a:t>INFODATA 04</a:t>
            </a:r>
            <a:endParaRPr lang="ru-UA" sz="1600" b="1">
              <a:solidFill>
                <a:schemeClr val="accent4">
                  <a:lumMod val="60000"/>
                  <a:lumOff val="40000"/>
                </a:schemeClr>
              </a:solidFill>
            </a:endParaRPr>
          </a:p>
        </p:txBody>
      </p:sp>
      <p:sp>
        <p:nvSpPr>
          <p:cNvPr id="15" name="TextBox 14">
            <a:extLst>
              <a:ext uri="{FF2B5EF4-FFF2-40B4-BE49-F238E27FC236}">
                <a16:creationId xmlns:a16="http://schemas.microsoft.com/office/drawing/2014/main" id="{2406E003-C1BC-4EBB-9CAE-315B84289BBD}"/>
              </a:ext>
            </a:extLst>
          </p:cNvPr>
          <p:cNvSpPr txBox="1"/>
          <p:nvPr/>
        </p:nvSpPr>
        <p:spPr>
          <a:xfrm>
            <a:off x="5795908" y="5366537"/>
            <a:ext cx="1651414" cy="338554"/>
          </a:xfrm>
          <a:prstGeom prst="rect">
            <a:avLst/>
          </a:prstGeom>
          <a:noFill/>
        </p:spPr>
        <p:txBody>
          <a:bodyPr wrap="none" rtlCol="0">
            <a:spAutoFit/>
          </a:bodyPr>
          <a:lstStyle/>
          <a:p>
            <a:r>
              <a:rPr lang="en-US" sz="1600" b="1">
                <a:solidFill>
                  <a:schemeClr val="accent5">
                    <a:lumMod val="60000"/>
                    <a:lumOff val="40000"/>
                  </a:schemeClr>
                </a:solidFill>
              </a:rPr>
              <a:t>INFODATA 05</a:t>
            </a:r>
            <a:endParaRPr lang="ru-UA" sz="1600" b="1">
              <a:solidFill>
                <a:schemeClr val="accent5">
                  <a:lumMod val="60000"/>
                  <a:lumOff val="40000"/>
                </a:schemeClr>
              </a:solidFill>
            </a:endParaRPr>
          </a:p>
        </p:txBody>
      </p:sp>
      <p:sp>
        <p:nvSpPr>
          <p:cNvPr id="19" name="TextBox 18">
            <a:extLst>
              <a:ext uri="{FF2B5EF4-FFF2-40B4-BE49-F238E27FC236}">
                <a16:creationId xmlns:a16="http://schemas.microsoft.com/office/drawing/2014/main" id="{549ACDCE-90EE-4824-B6F4-625AB2220972}"/>
              </a:ext>
            </a:extLst>
          </p:cNvPr>
          <p:cNvSpPr txBox="1"/>
          <p:nvPr/>
        </p:nvSpPr>
        <p:spPr>
          <a:xfrm>
            <a:off x="4098394" y="333188"/>
            <a:ext cx="4166525" cy="461665"/>
          </a:xfrm>
          <a:prstGeom prst="rect">
            <a:avLst/>
          </a:prstGeom>
          <a:noFill/>
        </p:spPr>
        <p:txBody>
          <a:bodyPr wrap="none" rtlCol="0">
            <a:spAutoFit/>
          </a:bodyPr>
          <a:lstStyle/>
          <a:p>
            <a:pPr algn="ctr"/>
            <a:r>
              <a:rPr lang="en-US" sz="2400">
                <a:latin typeface="Montserrat SemiBold" panose="00000700000000000000" pitchFamily="50" charset="-52"/>
              </a:rPr>
              <a:t>EDITABLE STACKED BAR</a:t>
            </a:r>
            <a:endParaRPr lang="ru-UA" sz="2400">
              <a:latin typeface="Montserrat SemiBold" panose="00000700000000000000" pitchFamily="50" charset="-52"/>
            </a:endParaRPr>
          </a:p>
        </p:txBody>
      </p:sp>
      <p:sp>
        <p:nvSpPr>
          <p:cNvPr id="20" name="TextBox 19">
            <a:extLst>
              <a:ext uri="{FF2B5EF4-FFF2-40B4-BE49-F238E27FC236}">
                <a16:creationId xmlns:a16="http://schemas.microsoft.com/office/drawing/2014/main" id="{C359F02B-20FF-4B4B-824E-87943B52A671}"/>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
        <p:nvSpPr>
          <p:cNvPr id="22" name="Rectangle 29">
            <a:extLst>
              <a:ext uri="{FF2B5EF4-FFF2-40B4-BE49-F238E27FC236}">
                <a16:creationId xmlns:a16="http://schemas.microsoft.com/office/drawing/2014/main" id="{D0BE2DFA-F2D9-403C-9098-52D51BBCF714}"/>
              </a:ext>
            </a:extLst>
          </p:cNvPr>
          <p:cNvSpPr>
            <a:spLocks noChangeArrowheads="1"/>
          </p:cNvSpPr>
          <p:nvPr/>
        </p:nvSpPr>
        <p:spPr bwMode="auto">
          <a:xfrm>
            <a:off x="1934407" y="1692074"/>
            <a:ext cx="141064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accent1"/>
                </a:solidFill>
                <a:effectLst/>
                <a:latin typeface="Montserrat SemiBold" panose="00000700000000000000" pitchFamily="50" charset="-52"/>
              </a:rPr>
              <a:t>IN</a:t>
            </a:r>
            <a:r>
              <a:rPr kumimoji="0" lang="en-US" altLang="ru-UA" sz="1600" b="1" i="0" u="none" strike="noStrike" cap="none" normalizeH="0" baseline="0">
                <a:ln>
                  <a:noFill/>
                </a:ln>
                <a:solidFill>
                  <a:schemeClr val="accent1"/>
                </a:solidFill>
                <a:effectLst/>
                <a:latin typeface="Montserrat SemiBold" panose="00000700000000000000" pitchFamily="50" charset="-52"/>
              </a:rPr>
              <a:t>FODATA 01</a:t>
            </a:r>
            <a:endParaRPr kumimoji="0" lang="ru-UA" altLang="ru-UA" sz="1800" b="0" i="0" u="none" strike="noStrike" cap="none" normalizeH="0" baseline="0">
              <a:ln>
                <a:noFill/>
              </a:ln>
              <a:solidFill>
                <a:schemeClr val="accent1"/>
              </a:solidFill>
              <a:effectLst/>
            </a:endParaRPr>
          </a:p>
        </p:txBody>
      </p:sp>
      <p:sp>
        <p:nvSpPr>
          <p:cNvPr id="24" name="Text Placeholder 33">
            <a:extLst>
              <a:ext uri="{FF2B5EF4-FFF2-40B4-BE49-F238E27FC236}">
                <a16:creationId xmlns:a16="http://schemas.microsoft.com/office/drawing/2014/main" id="{8B886EEA-86FB-4179-B3F3-1AF8DEE96585}"/>
              </a:ext>
            </a:extLst>
          </p:cNvPr>
          <p:cNvSpPr txBox="1">
            <a:spLocks/>
          </p:cNvSpPr>
          <p:nvPr/>
        </p:nvSpPr>
        <p:spPr>
          <a:xfrm>
            <a:off x="1847889" y="1945841"/>
            <a:ext cx="2604110"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a:latin typeface="Montserrat Light" panose="00000400000000000000" pitchFamily="50" charset="-52"/>
              </a:rPr>
              <a:t>Lorem ipsum dolor sit amet, consectetur adipiscing elit, sed do eiusmod tempor incididunt ut labore et dolore magna</a:t>
            </a:r>
          </a:p>
        </p:txBody>
      </p:sp>
      <p:sp>
        <p:nvSpPr>
          <p:cNvPr id="25" name="Rectangle 29">
            <a:extLst>
              <a:ext uri="{FF2B5EF4-FFF2-40B4-BE49-F238E27FC236}">
                <a16:creationId xmlns:a16="http://schemas.microsoft.com/office/drawing/2014/main" id="{7EE0F878-2E9C-4642-8F49-CB54DB4E3F0B}"/>
              </a:ext>
            </a:extLst>
          </p:cNvPr>
          <p:cNvSpPr>
            <a:spLocks noChangeArrowheads="1"/>
          </p:cNvSpPr>
          <p:nvPr/>
        </p:nvSpPr>
        <p:spPr bwMode="auto">
          <a:xfrm>
            <a:off x="1934407" y="2621714"/>
            <a:ext cx="14507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accent2"/>
                </a:solidFill>
                <a:effectLst/>
                <a:latin typeface="Montserrat SemiBold" panose="00000700000000000000" pitchFamily="50" charset="-52"/>
              </a:rPr>
              <a:t>IN</a:t>
            </a:r>
            <a:r>
              <a:rPr kumimoji="0" lang="en-US" altLang="ru-UA" sz="1600" b="1" i="0" u="none" strike="noStrike" cap="none" normalizeH="0" baseline="0">
                <a:ln>
                  <a:noFill/>
                </a:ln>
                <a:solidFill>
                  <a:schemeClr val="accent2"/>
                </a:solidFill>
                <a:effectLst/>
                <a:latin typeface="Montserrat SemiBold" panose="00000700000000000000" pitchFamily="50" charset="-52"/>
              </a:rPr>
              <a:t>FODATA 02</a:t>
            </a:r>
            <a:endParaRPr kumimoji="0" lang="ru-UA" altLang="ru-UA" sz="1800" b="0" i="0" u="none" strike="noStrike" cap="none" normalizeH="0" baseline="0">
              <a:ln>
                <a:noFill/>
              </a:ln>
              <a:solidFill>
                <a:schemeClr val="accent2"/>
              </a:solidFill>
              <a:effectLst/>
            </a:endParaRPr>
          </a:p>
        </p:txBody>
      </p:sp>
      <p:sp>
        <p:nvSpPr>
          <p:cNvPr id="26" name="Text Placeholder 33">
            <a:extLst>
              <a:ext uri="{FF2B5EF4-FFF2-40B4-BE49-F238E27FC236}">
                <a16:creationId xmlns:a16="http://schemas.microsoft.com/office/drawing/2014/main" id="{CC804BB6-9644-4028-A855-CDE66C8CFC65}"/>
              </a:ext>
            </a:extLst>
          </p:cNvPr>
          <p:cNvSpPr txBox="1">
            <a:spLocks/>
          </p:cNvSpPr>
          <p:nvPr/>
        </p:nvSpPr>
        <p:spPr>
          <a:xfrm>
            <a:off x="1847889" y="2875481"/>
            <a:ext cx="2604110"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a:latin typeface="Montserrat Light" panose="00000400000000000000" pitchFamily="50" charset="-52"/>
              </a:rPr>
              <a:t>Lorem ipsum dolor sit amet, consectetur adipiscing elit, sed do eiusmod tempor incididunt ut labore et dolore magna</a:t>
            </a:r>
          </a:p>
        </p:txBody>
      </p:sp>
      <p:sp>
        <p:nvSpPr>
          <p:cNvPr id="27" name="Rectangle 29">
            <a:extLst>
              <a:ext uri="{FF2B5EF4-FFF2-40B4-BE49-F238E27FC236}">
                <a16:creationId xmlns:a16="http://schemas.microsoft.com/office/drawing/2014/main" id="{A1B800C2-BFAF-42CA-B866-832DAEEF19E3}"/>
              </a:ext>
            </a:extLst>
          </p:cNvPr>
          <p:cNvSpPr>
            <a:spLocks noChangeArrowheads="1"/>
          </p:cNvSpPr>
          <p:nvPr/>
        </p:nvSpPr>
        <p:spPr bwMode="auto">
          <a:xfrm>
            <a:off x="1934407" y="3558974"/>
            <a:ext cx="14507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accent3"/>
                </a:solidFill>
                <a:effectLst/>
                <a:latin typeface="Montserrat SemiBold" panose="00000700000000000000" pitchFamily="50" charset="-52"/>
              </a:rPr>
              <a:t>IN</a:t>
            </a:r>
            <a:r>
              <a:rPr kumimoji="0" lang="en-US" altLang="ru-UA" sz="1600" b="1" i="0" u="none" strike="noStrike" cap="none" normalizeH="0" baseline="0">
                <a:ln>
                  <a:noFill/>
                </a:ln>
                <a:solidFill>
                  <a:schemeClr val="accent3"/>
                </a:solidFill>
                <a:effectLst/>
                <a:latin typeface="Montserrat SemiBold" panose="00000700000000000000" pitchFamily="50" charset="-52"/>
              </a:rPr>
              <a:t>FODATA 03</a:t>
            </a:r>
            <a:endParaRPr kumimoji="0" lang="ru-UA" altLang="ru-UA" sz="1800" b="0" i="0" u="none" strike="noStrike" cap="none" normalizeH="0" baseline="0">
              <a:ln>
                <a:noFill/>
              </a:ln>
              <a:solidFill>
                <a:schemeClr val="accent3"/>
              </a:solidFill>
              <a:effectLst/>
            </a:endParaRPr>
          </a:p>
        </p:txBody>
      </p:sp>
      <p:sp>
        <p:nvSpPr>
          <p:cNvPr id="28" name="Text Placeholder 33">
            <a:extLst>
              <a:ext uri="{FF2B5EF4-FFF2-40B4-BE49-F238E27FC236}">
                <a16:creationId xmlns:a16="http://schemas.microsoft.com/office/drawing/2014/main" id="{D9532D65-B1F2-4182-BC36-6130BAFA6A09}"/>
              </a:ext>
            </a:extLst>
          </p:cNvPr>
          <p:cNvSpPr txBox="1">
            <a:spLocks/>
          </p:cNvSpPr>
          <p:nvPr/>
        </p:nvSpPr>
        <p:spPr>
          <a:xfrm>
            <a:off x="1847889" y="3812741"/>
            <a:ext cx="2604110"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a:latin typeface="Montserrat Light" panose="00000400000000000000" pitchFamily="50" charset="-52"/>
              </a:rPr>
              <a:t>Lorem ipsum dolor sit amet, consectetur adipiscing elit, sed do eiusmod tempor incididunt ut labore et dolore magna</a:t>
            </a:r>
          </a:p>
        </p:txBody>
      </p:sp>
      <p:sp>
        <p:nvSpPr>
          <p:cNvPr id="29" name="Rectangle 29">
            <a:extLst>
              <a:ext uri="{FF2B5EF4-FFF2-40B4-BE49-F238E27FC236}">
                <a16:creationId xmlns:a16="http://schemas.microsoft.com/office/drawing/2014/main" id="{0D036B27-AB65-43E9-8FA4-1FC1056A4C0A}"/>
              </a:ext>
            </a:extLst>
          </p:cNvPr>
          <p:cNvSpPr>
            <a:spLocks noChangeArrowheads="1"/>
          </p:cNvSpPr>
          <p:nvPr/>
        </p:nvSpPr>
        <p:spPr bwMode="auto">
          <a:xfrm>
            <a:off x="1934407" y="4519094"/>
            <a:ext cx="147155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accent4"/>
                </a:solidFill>
                <a:effectLst/>
                <a:latin typeface="Montserrat SemiBold" panose="00000700000000000000" pitchFamily="50" charset="-52"/>
              </a:rPr>
              <a:t>IN</a:t>
            </a:r>
            <a:r>
              <a:rPr kumimoji="0" lang="en-US" altLang="ru-UA" sz="1600" b="1" i="0" u="none" strike="noStrike" cap="none" normalizeH="0" baseline="0">
                <a:ln>
                  <a:noFill/>
                </a:ln>
                <a:solidFill>
                  <a:schemeClr val="accent4"/>
                </a:solidFill>
                <a:effectLst/>
                <a:latin typeface="Montserrat SemiBold" panose="00000700000000000000" pitchFamily="50" charset="-52"/>
              </a:rPr>
              <a:t>FODATA 04</a:t>
            </a:r>
            <a:endParaRPr kumimoji="0" lang="ru-UA" altLang="ru-UA" sz="1800" b="0" i="0" u="none" strike="noStrike" cap="none" normalizeH="0" baseline="0">
              <a:ln>
                <a:noFill/>
              </a:ln>
              <a:solidFill>
                <a:schemeClr val="accent4"/>
              </a:solidFill>
              <a:effectLst/>
            </a:endParaRPr>
          </a:p>
        </p:txBody>
      </p:sp>
      <p:sp>
        <p:nvSpPr>
          <p:cNvPr id="30" name="Text Placeholder 33">
            <a:extLst>
              <a:ext uri="{FF2B5EF4-FFF2-40B4-BE49-F238E27FC236}">
                <a16:creationId xmlns:a16="http://schemas.microsoft.com/office/drawing/2014/main" id="{9AB02C5A-2B6E-4DE6-8C0B-8CD5A4F49EE7}"/>
              </a:ext>
            </a:extLst>
          </p:cNvPr>
          <p:cNvSpPr txBox="1">
            <a:spLocks/>
          </p:cNvSpPr>
          <p:nvPr/>
        </p:nvSpPr>
        <p:spPr>
          <a:xfrm>
            <a:off x="1847889" y="4772861"/>
            <a:ext cx="2604110"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a:latin typeface="Montserrat Light" panose="00000400000000000000" pitchFamily="50" charset="-52"/>
              </a:rPr>
              <a:t>Lorem ipsum dolor sit amet, consectetur adipiscing elit, sed do eiusmod tempor incididunt ut labore et dolore magna</a:t>
            </a:r>
          </a:p>
        </p:txBody>
      </p:sp>
      <p:sp>
        <p:nvSpPr>
          <p:cNvPr id="31" name="Rectangle 29">
            <a:extLst>
              <a:ext uri="{FF2B5EF4-FFF2-40B4-BE49-F238E27FC236}">
                <a16:creationId xmlns:a16="http://schemas.microsoft.com/office/drawing/2014/main" id="{907FBB53-9442-46C8-883D-F28D8E6A8C17}"/>
              </a:ext>
            </a:extLst>
          </p:cNvPr>
          <p:cNvSpPr>
            <a:spLocks noChangeArrowheads="1"/>
          </p:cNvSpPr>
          <p:nvPr/>
        </p:nvSpPr>
        <p:spPr bwMode="auto">
          <a:xfrm>
            <a:off x="1934407" y="5479214"/>
            <a:ext cx="145232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accent5"/>
                </a:solidFill>
                <a:effectLst/>
                <a:latin typeface="Montserrat SemiBold" panose="00000700000000000000" pitchFamily="50" charset="-52"/>
              </a:rPr>
              <a:t>IN</a:t>
            </a:r>
            <a:r>
              <a:rPr kumimoji="0" lang="en-US" altLang="ru-UA" sz="1600" b="1" i="0" u="none" strike="noStrike" cap="none" normalizeH="0" baseline="0">
                <a:ln>
                  <a:noFill/>
                </a:ln>
                <a:solidFill>
                  <a:schemeClr val="accent5"/>
                </a:solidFill>
                <a:effectLst/>
                <a:latin typeface="Montserrat SemiBold" panose="00000700000000000000" pitchFamily="50" charset="-52"/>
              </a:rPr>
              <a:t>FODATA 05</a:t>
            </a:r>
            <a:endParaRPr kumimoji="0" lang="ru-UA" altLang="ru-UA" sz="1800" b="0" i="0" u="none" strike="noStrike" cap="none" normalizeH="0" baseline="0">
              <a:ln>
                <a:noFill/>
              </a:ln>
              <a:solidFill>
                <a:schemeClr val="accent5"/>
              </a:solidFill>
              <a:effectLst/>
            </a:endParaRPr>
          </a:p>
        </p:txBody>
      </p:sp>
      <p:sp>
        <p:nvSpPr>
          <p:cNvPr id="32" name="Text Placeholder 33">
            <a:extLst>
              <a:ext uri="{FF2B5EF4-FFF2-40B4-BE49-F238E27FC236}">
                <a16:creationId xmlns:a16="http://schemas.microsoft.com/office/drawing/2014/main" id="{1FAD9125-DC80-4AED-9DDE-614DB62EA9D2}"/>
              </a:ext>
            </a:extLst>
          </p:cNvPr>
          <p:cNvSpPr txBox="1">
            <a:spLocks/>
          </p:cNvSpPr>
          <p:nvPr/>
        </p:nvSpPr>
        <p:spPr>
          <a:xfrm>
            <a:off x="1847889" y="5732981"/>
            <a:ext cx="2604110"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a:latin typeface="Montserrat Light" panose="00000400000000000000" pitchFamily="50" charset="-52"/>
              </a:rPr>
              <a:t>Lorem ipsum dolor sit amet, consectetur adipiscing elit, sed do eiusmod tempor incididunt ut labore et dolore magna</a:t>
            </a:r>
          </a:p>
        </p:txBody>
      </p:sp>
    </p:spTree>
    <p:extLst>
      <p:ext uri="{BB962C8B-B14F-4D97-AF65-F5344CB8AC3E}">
        <p14:creationId xmlns:p14="http://schemas.microsoft.com/office/powerpoint/2010/main" val="2905145193"/>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14:presetBounceEnd="67000">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14:bounceEnd="67000">
                                          <p:cBhvr additive="base">
                                            <p:cTn id="7" dur="1000" fill="hold"/>
                                            <p:tgtEl>
                                              <p:spTgt spid="8"/>
                                            </p:tgtEl>
                                            <p:attrNameLst>
                                              <p:attrName>ppt_x</p:attrName>
                                            </p:attrNameLst>
                                          </p:cBhvr>
                                          <p:tavLst>
                                            <p:tav tm="0">
                                              <p:val>
                                                <p:strVal val="#ppt_x"/>
                                              </p:val>
                                            </p:tav>
                                            <p:tav tm="100000">
                                              <p:val>
                                                <p:strVal val="#ppt_x"/>
                                              </p:val>
                                            </p:tav>
                                          </p:tavLst>
                                        </p:anim>
                                        <p:anim calcmode="lin" valueType="num" p14:bounceEnd="67000">
                                          <p:cBhvr additive="base">
                                            <p:cTn id="8" dur="1000" fill="hold"/>
                                            <p:tgtEl>
                                              <p:spTgt spid="8"/>
                                            </p:tgtEl>
                                            <p:attrNameLst>
                                              <p:attrName>ppt_y</p:attrName>
                                            </p:attrNameLst>
                                          </p:cBhvr>
                                          <p:tavLst>
                                            <p:tav tm="0">
                                              <p:val>
                                                <p:strVal val="1+#ppt_h/2"/>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2">
                                                <p:graphicEl>
                                                  <a:chart seriesIdx="-3" categoryIdx="-3" bldStep="gridLegend"/>
                                                </p:graphicEl>
                                              </p:spTgt>
                                            </p:tgtEl>
                                            <p:attrNameLst>
                                              <p:attrName>style.visibility</p:attrName>
                                            </p:attrNameLst>
                                          </p:cBhvr>
                                          <p:to>
                                            <p:strVal val="visible"/>
                                          </p:to>
                                        </p:set>
                                        <p:animEffect transition="in" filter="wipe(left)">
                                          <p:cBhvr>
                                            <p:cTn id="11" dur="750"/>
                                            <p:tgtEl>
                                              <p:spTgt spid="2">
                                                <p:graphicEl>
                                                  <a:chart seriesIdx="-3" categoryIdx="-3" bldStep="gridLegend"/>
                                                </p:graphicEl>
                                              </p:spTgt>
                                            </p:tgtEl>
                                          </p:cBhvr>
                                        </p:animEffect>
                                      </p:childTnLst>
                                    </p:cTn>
                                  </p:par>
                                  <p:par>
                                    <p:cTn id="12" presetID="22" presetClass="entr" presetSubtype="8" fill="hold" grpId="0" nodeType="withEffect">
                                      <p:stCondLst>
                                        <p:cond delay="250"/>
                                      </p:stCondLst>
                                      <p:childTnLst>
                                        <p:set>
                                          <p:cBhvr>
                                            <p:cTn id="13" dur="1" fill="hold">
                                              <p:stCondLst>
                                                <p:cond delay="0"/>
                                              </p:stCondLst>
                                            </p:cTn>
                                            <p:tgtEl>
                                              <p:spTgt spid="2">
                                                <p:graphicEl>
                                                  <a:chart seriesIdx="-4" categoryIdx="0" bldStep="category"/>
                                                </p:graphicEl>
                                              </p:spTgt>
                                            </p:tgtEl>
                                            <p:attrNameLst>
                                              <p:attrName>style.visibility</p:attrName>
                                            </p:attrNameLst>
                                          </p:cBhvr>
                                          <p:to>
                                            <p:strVal val="visible"/>
                                          </p:to>
                                        </p:set>
                                        <p:animEffect transition="in" filter="wipe(left)">
                                          <p:cBhvr>
                                            <p:cTn id="14" dur="750"/>
                                            <p:tgtEl>
                                              <p:spTgt spid="2">
                                                <p:graphicEl>
                                                  <a:chart seriesIdx="-4" categoryIdx="0" bldStep="category"/>
                                                </p:graphicEl>
                                              </p:spTgt>
                                            </p:tgtEl>
                                          </p:cBhvr>
                                        </p:animEffect>
                                      </p:childTnLst>
                                    </p:cTn>
                                  </p:par>
                                  <p:par>
                                    <p:cTn id="15" presetID="22" presetClass="entr" presetSubtype="8" fill="hold" grpId="0" nodeType="withEffect">
                                      <p:stCondLst>
                                        <p:cond delay="500"/>
                                      </p:stCondLst>
                                      <p:childTnLst>
                                        <p:set>
                                          <p:cBhvr>
                                            <p:cTn id="16" dur="1" fill="hold">
                                              <p:stCondLst>
                                                <p:cond delay="0"/>
                                              </p:stCondLst>
                                            </p:cTn>
                                            <p:tgtEl>
                                              <p:spTgt spid="2">
                                                <p:graphicEl>
                                                  <a:chart seriesIdx="-4" categoryIdx="1" bldStep="category"/>
                                                </p:graphicEl>
                                              </p:spTgt>
                                            </p:tgtEl>
                                            <p:attrNameLst>
                                              <p:attrName>style.visibility</p:attrName>
                                            </p:attrNameLst>
                                          </p:cBhvr>
                                          <p:to>
                                            <p:strVal val="visible"/>
                                          </p:to>
                                        </p:set>
                                        <p:animEffect transition="in" filter="wipe(left)">
                                          <p:cBhvr>
                                            <p:cTn id="17" dur="750"/>
                                            <p:tgtEl>
                                              <p:spTgt spid="2">
                                                <p:graphicEl>
                                                  <a:chart seriesIdx="-4" categoryIdx="1" bldStep="category"/>
                                                </p:graphicEl>
                                              </p:spTgt>
                                            </p:tgtEl>
                                          </p:cBhvr>
                                        </p:animEffect>
                                      </p:childTnLst>
                                    </p:cTn>
                                  </p:par>
                                  <p:par>
                                    <p:cTn id="18" presetID="22" presetClass="entr" presetSubtype="8" fill="hold" grpId="0" nodeType="withEffect">
                                      <p:stCondLst>
                                        <p:cond delay="750"/>
                                      </p:stCondLst>
                                      <p:childTnLst>
                                        <p:set>
                                          <p:cBhvr>
                                            <p:cTn id="19" dur="1" fill="hold">
                                              <p:stCondLst>
                                                <p:cond delay="0"/>
                                              </p:stCondLst>
                                            </p:cTn>
                                            <p:tgtEl>
                                              <p:spTgt spid="2">
                                                <p:graphicEl>
                                                  <a:chart seriesIdx="-4" categoryIdx="2" bldStep="category"/>
                                                </p:graphicEl>
                                              </p:spTgt>
                                            </p:tgtEl>
                                            <p:attrNameLst>
                                              <p:attrName>style.visibility</p:attrName>
                                            </p:attrNameLst>
                                          </p:cBhvr>
                                          <p:to>
                                            <p:strVal val="visible"/>
                                          </p:to>
                                        </p:set>
                                        <p:animEffect transition="in" filter="wipe(left)">
                                          <p:cBhvr>
                                            <p:cTn id="20" dur="750"/>
                                            <p:tgtEl>
                                              <p:spTgt spid="2">
                                                <p:graphicEl>
                                                  <a:chart seriesIdx="-4" categoryIdx="2" bldStep="category"/>
                                                </p:graphicEl>
                                              </p:spTgt>
                                            </p:tgtEl>
                                          </p:cBhvr>
                                        </p:animEffect>
                                      </p:childTnLst>
                                    </p:cTn>
                                  </p:par>
                                  <p:par>
                                    <p:cTn id="21" presetID="22" presetClass="entr" presetSubtype="8" fill="hold" grpId="0" nodeType="withEffect">
                                      <p:stCondLst>
                                        <p:cond delay="1000"/>
                                      </p:stCondLst>
                                      <p:childTnLst>
                                        <p:set>
                                          <p:cBhvr>
                                            <p:cTn id="22" dur="1" fill="hold">
                                              <p:stCondLst>
                                                <p:cond delay="0"/>
                                              </p:stCondLst>
                                            </p:cTn>
                                            <p:tgtEl>
                                              <p:spTgt spid="2">
                                                <p:graphicEl>
                                                  <a:chart seriesIdx="-4" categoryIdx="3" bldStep="category"/>
                                                </p:graphicEl>
                                              </p:spTgt>
                                            </p:tgtEl>
                                            <p:attrNameLst>
                                              <p:attrName>style.visibility</p:attrName>
                                            </p:attrNameLst>
                                          </p:cBhvr>
                                          <p:to>
                                            <p:strVal val="visible"/>
                                          </p:to>
                                        </p:set>
                                        <p:animEffect transition="in" filter="wipe(left)">
                                          <p:cBhvr>
                                            <p:cTn id="23" dur="750"/>
                                            <p:tgtEl>
                                              <p:spTgt spid="2">
                                                <p:graphicEl>
                                                  <a:chart seriesIdx="-4" categoryIdx="3" bldStep="category"/>
                                                </p:graphicEl>
                                              </p:spTgt>
                                            </p:tgtEl>
                                          </p:cBhvr>
                                        </p:animEffect>
                                      </p:childTnLst>
                                    </p:cTn>
                                  </p:par>
                                  <p:par>
                                    <p:cTn id="24" presetID="22" presetClass="entr" presetSubtype="8" fill="hold" grpId="0" nodeType="withEffect">
                                      <p:stCondLst>
                                        <p:cond delay="1250"/>
                                      </p:stCondLst>
                                      <p:childTnLst>
                                        <p:set>
                                          <p:cBhvr>
                                            <p:cTn id="25" dur="1" fill="hold">
                                              <p:stCondLst>
                                                <p:cond delay="0"/>
                                              </p:stCondLst>
                                            </p:cTn>
                                            <p:tgtEl>
                                              <p:spTgt spid="2">
                                                <p:graphicEl>
                                                  <a:chart seriesIdx="-4" categoryIdx="4" bldStep="category"/>
                                                </p:graphicEl>
                                              </p:spTgt>
                                            </p:tgtEl>
                                            <p:attrNameLst>
                                              <p:attrName>style.visibility</p:attrName>
                                            </p:attrNameLst>
                                          </p:cBhvr>
                                          <p:to>
                                            <p:strVal val="visible"/>
                                          </p:to>
                                        </p:set>
                                        <p:animEffect transition="in" filter="wipe(left)">
                                          <p:cBhvr>
                                            <p:cTn id="26" dur="750"/>
                                            <p:tgtEl>
                                              <p:spTgt spid="2">
                                                <p:graphicEl>
                                                  <a:chart seriesIdx="-4" categoryIdx="4" bldStep="category"/>
                                                </p:graphicEl>
                                              </p:spTgt>
                                            </p:tgtEl>
                                          </p:cBhvr>
                                        </p:animEffect>
                                      </p:childTnLst>
                                    </p:cTn>
                                  </p:par>
                                  <p:par>
                                    <p:cTn id="27" presetID="10" presetClass="entr" presetSubtype="0" fill="hold" grpId="0" nodeType="withEffect">
                                      <p:stCondLst>
                                        <p:cond delay="50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par>
                                    <p:cTn id="30" presetID="10" presetClass="entr" presetSubtype="0" fill="hold" grpId="0" nodeType="withEffect">
                                      <p:stCondLst>
                                        <p:cond delay="75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p:tgtEl>
                                              <p:spTgt spid="3"/>
                                            </p:tgtEl>
                                          </p:cBhvr>
                                        </p:animEffect>
                                      </p:childTnLst>
                                    </p:cTn>
                                  </p:par>
                                  <p:par>
                                    <p:cTn id="36" presetID="10" presetClass="entr" presetSubtype="0" fill="hold" grpId="0" nodeType="withEffect">
                                      <p:stCondLst>
                                        <p:cond delay="125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500"/>
                                            <p:tgtEl>
                                              <p:spTgt spid="5"/>
                                            </p:tgtEl>
                                          </p:cBhvr>
                                        </p:animEffect>
                                      </p:childTnLst>
                                    </p:cTn>
                                  </p:par>
                                  <p:par>
                                    <p:cTn id="39" presetID="10" presetClass="entr" presetSubtype="0" fill="hold" grpId="0" nodeType="withEffect">
                                      <p:stCondLst>
                                        <p:cond delay="1500"/>
                                      </p:stCondLst>
                                      <p:childTnLst>
                                        <p:set>
                                          <p:cBhvr>
                                            <p:cTn id="40" dur="1" fill="hold">
                                              <p:stCondLst>
                                                <p:cond delay="0"/>
                                              </p:stCondLst>
                                            </p:cTn>
                                            <p:tgtEl>
                                              <p:spTgt spid="4"/>
                                            </p:tgtEl>
                                            <p:attrNameLst>
                                              <p:attrName>style.visibility</p:attrName>
                                            </p:attrNameLst>
                                          </p:cBhvr>
                                          <p:to>
                                            <p:strVal val="visible"/>
                                          </p:to>
                                        </p:set>
                                        <p:animEffect transition="in" filter="fade">
                                          <p:cBhvr>
                                            <p:cTn id="41" dur="500"/>
                                            <p:tgtEl>
                                              <p:spTgt spid="4"/>
                                            </p:tgtEl>
                                          </p:cBhvr>
                                        </p:animEffect>
                                      </p:childTnLst>
                                    </p:cTn>
                                  </p:par>
                                  <p:par>
                                    <p:cTn id="42" presetID="53" presetClass="entr" presetSubtype="16" fill="hold" grpId="0" nodeType="withEffect">
                                      <p:stCondLst>
                                        <p:cond delay="500"/>
                                      </p:stCondLst>
                                      <p:childTnLst>
                                        <p:set>
                                          <p:cBhvr>
                                            <p:cTn id="43" dur="1" fill="hold">
                                              <p:stCondLst>
                                                <p:cond delay="0"/>
                                              </p:stCondLst>
                                            </p:cTn>
                                            <p:tgtEl>
                                              <p:spTgt spid="15"/>
                                            </p:tgtEl>
                                            <p:attrNameLst>
                                              <p:attrName>style.visibility</p:attrName>
                                            </p:attrNameLst>
                                          </p:cBhvr>
                                          <p:to>
                                            <p:strVal val="visible"/>
                                          </p:to>
                                        </p:set>
                                        <p:anim calcmode="lin" valueType="num">
                                          <p:cBhvr>
                                            <p:cTn id="44" dur="500" fill="hold"/>
                                            <p:tgtEl>
                                              <p:spTgt spid="15"/>
                                            </p:tgtEl>
                                            <p:attrNameLst>
                                              <p:attrName>ppt_w</p:attrName>
                                            </p:attrNameLst>
                                          </p:cBhvr>
                                          <p:tavLst>
                                            <p:tav tm="0">
                                              <p:val>
                                                <p:fltVal val="0"/>
                                              </p:val>
                                            </p:tav>
                                            <p:tav tm="100000">
                                              <p:val>
                                                <p:strVal val="#ppt_w"/>
                                              </p:val>
                                            </p:tav>
                                          </p:tavLst>
                                        </p:anim>
                                        <p:anim calcmode="lin" valueType="num">
                                          <p:cBhvr>
                                            <p:cTn id="45" dur="500" fill="hold"/>
                                            <p:tgtEl>
                                              <p:spTgt spid="15"/>
                                            </p:tgtEl>
                                            <p:attrNameLst>
                                              <p:attrName>ppt_h</p:attrName>
                                            </p:attrNameLst>
                                          </p:cBhvr>
                                          <p:tavLst>
                                            <p:tav tm="0">
                                              <p:val>
                                                <p:fltVal val="0"/>
                                              </p:val>
                                            </p:tav>
                                            <p:tav tm="100000">
                                              <p:val>
                                                <p:strVal val="#ppt_h"/>
                                              </p:val>
                                            </p:tav>
                                          </p:tavLst>
                                        </p:anim>
                                        <p:animEffect transition="in" filter="fade">
                                          <p:cBhvr>
                                            <p:cTn id="46" dur="500"/>
                                            <p:tgtEl>
                                              <p:spTgt spid="15"/>
                                            </p:tgtEl>
                                          </p:cBhvr>
                                        </p:animEffect>
                                      </p:childTnLst>
                                    </p:cTn>
                                  </p:par>
                                  <p:par>
                                    <p:cTn id="47" presetID="53" presetClass="entr" presetSubtype="16" fill="hold" grpId="0" nodeType="withEffect">
                                      <p:stCondLst>
                                        <p:cond delay="750"/>
                                      </p:stCondLst>
                                      <p:childTnLst>
                                        <p:set>
                                          <p:cBhvr>
                                            <p:cTn id="48" dur="1" fill="hold">
                                              <p:stCondLst>
                                                <p:cond delay="0"/>
                                              </p:stCondLst>
                                            </p:cTn>
                                            <p:tgtEl>
                                              <p:spTgt spid="14"/>
                                            </p:tgtEl>
                                            <p:attrNameLst>
                                              <p:attrName>style.visibility</p:attrName>
                                            </p:attrNameLst>
                                          </p:cBhvr>
                                          <p:to>
                                            <p:strVal val="visible"/>
                                          </p:to>
                                        </p:set>
                                        <p:anim calcmode="lin" valueType="num">
                                          <p:cBhvr>
                                            <p:cTn id="49" dur="500" fill="hold"/>
                                            <p:tgtEl>
                                              <p:spTgt spid="14"/>
                                            </p:tgtEl>
                                            <p:attrNameLst>
                                              <p:attrName>ppt_w</p:attrName>
                                            </p:attrNameLst>
                                          </p:cBhvr>
                                          <p:tavLst>
                                            <p:tav tm="0">
                                              <p:val>
                                                <p:fltVal val="0"/>
                                              </p:val>
                                            </p:tav>
                                            <p:tav tm="100000">
                                              <p:val>
                                                <p:strVal val="#ppt_w"/>
                                              </p:val>
                                            </p:tav>
                                          </p:tavLst>
                                        </p:anim>
                                        <p:anim calcmode="lin" valueType="num">
                                          <p:cBhvr>
                                            <p:cTn id="50" dur="500" fill="hold"/>
                                            <p:tgtEl>
                                              <p:spTgt spid="14"/>
                                            </p:tgtEl>
                                            <p:attrNameLst>
                                              <p:attrName>ppt_h</p:attrName>
                                            </p:attrNameLst>
                                          </p:cBhvr>
                                          <p:tavLst>
                                            <p:tav tm="0">
                                              <p:val>
                                                <p:fltVal val="0"/>
                                              </p:val>
                                            </p:tav>
                                            <p:tav tm="100000">
                                              <p:val>
                                                <p:strVal val="#ppt_h"/>
                                              </p:val>
                                            </p:tav>
                                          </p:tavLst>
                                        </p:anim>
                                        <p:animEffect transition="in" filter="fade">
                                          <p:cBhvr>
                                            <p:cTn id="51" dur="500"/>
                                            <p:tgtEl>
                                              <p:spTgt spid="14"/>
                                            </p:tgtEl>
                                          </p:cBhvr>
                                        </p:animEffect>
                                      </p:childTnLst>
                                    </p:cTn>
                                  </p:par>
                                  <p:par>
                                    <p:cTn id="52" presetID="53" presetClass="entr" presetSubtype="16" fill="hold" grpId="0" nodeType="withEffect">
                                      <p:stCondLst>
                                        <p:cond delay="1000"/>
                                      </p:stCondLst>
                                      <p:childTnLst>
                                        <p:set>
                                          <p:cBhvr>
                                            <p:cTn id="53" dur="1" fill="hold">
                                              <p:stCondLst>
                                                <p:cond delay="0"/>
                                              </p:stCondLst>
                                            </p:cTn>
                                            <p:tgtEl>
                                              <p:spTgt spid="13"/>
                                            </p:tgtEl>
                                            <p:attrNameLst>
                                              <p:attrName>style.visibility</p:attrName>
                                            </p:attrNameLst>
                                          </p:cBhvr>
                                          <p:to>
                                            <p:strVal val="visible"/>
                                          </p:to>
                                        </p:set>
                                        <p:anim calcmode="lin" valueType="num">
                                          <p:cBhvr>
                                            <p:cTn id="54" dur="500" fill="hold"/>
                                            <p:tgtEl>
                                              <p:spTgt spid="13"/>
                                            </p:tgtEl>
                                            <p:attrNameLst>
                                              <p:attrName>ppt_w</p:attrName>
                                            </p:attrNameLst>
                                          </p:cBhvr>
                                          <p:tavLst>
                                            <p:tav tm="0">
                                              <p:val>
                                                <p:fltVal val="0"/>
                                              </p:val>
                                            </p:tav>
                                            <p:tav tm="100000">
                                              <p:val>
                                                <p:strVal val="#ppt_w"/>
                                              </p:val>
                                            </p:tav>
                                          </p:tavLst>
                                        </p:anim>
                                        <p:anim calcmode="lin" valueType="num">
                                          <p:cBhvr>
                                            <p:cTn id="55" dur="500" fill="hold"/>
                                            <p:tgtEl>
                                              <p:spTgt spid="13"/>
                                            </p:tgtEl>
                                            <p:attrNameLst>
                                              <p:attrName>ppt_h</p:attrName>
                                            </p:attrNameLst>
                                          </p:cBhvr>
                                          <p:tavLst>
                                            <p:tav tm="0">
                                              <p:val>
                                                <p:fltVal val="0"/>
                                              </p:val>
                                            </p:tav>
                                            <p:tav tm="100000">
                                              <p:val>
                                                <p:strVal val="#ppt_h"/>
                                              </p:val>
                                            </p:tav>
                                          </p:tavLst>
                                        </p:anim>
                                        <p:animEffect transition="in" filter="fade">
                                          <p:cBhvr>
                                            <p:cTn id="56" dur="500"/>
                                            <p:tgtEl>
                                              <p:spTgt spid="13"/>
                                            </p:tgtEl>
                                          </p:cBhvr>
                                        </p:animEffect>
                                      </p:childTnLst>
                                    </p:cTn>
                                  </p:par>
                                  <p:par>
                                    <p:cTn id="57" presetID="53" presetClass="entr" presetSubtype="16" fill="hold" grpId="0" nodeType="withEffect">
                                      <p:stCondLst>
                                        <p:cond delay="1250"/>
                                      </p:stCondLst>
                                      <p:childTnLst>
                                        <p:set>
                                          <p:cBhvr>
                                            <p:cTn id="58" dur="1" fill="hold">
                                              <p:stCondLst>
                                                <p:cond delay="0"/>
                                              </p:stCondLst>
                                            </p:cTn>
                                            <p:tgtEl>
                                              <p:spTgt spid="12"/>
                                            </p:tgtEl>
                                            <p:attrNameLst>
                                              <p:attrName>style.visibility</p:attrName>
                                            </p:attrNameLst>
                                          </p:cBhvr>
                                          <p:to>
                                            <p:strVal val="visible"/>
                                          </p:to>
                                        </p:set>
                                        <p:anim calcmode="lin" valueType="num">
                                          <p:cBhvr>
                                            <p:cTn id="59" dur="500" fill="hold"/>
                                            <p:tgtEl>
                                              <p:spTgt spid="12"/>
                                            </p:tgtEl>
                                            <p:attrNameLst>
                                              <p:attrName>ppt_w</p:attrName>
                                            </p:attrNameLst>
                                          </p:cBhvr>
                                          <p:tavLst>
                                            <p:tav tm="0">
                                              <p:val>
                                                <p:fltVal val="0"/>
                                              </p:val>
                                            </p:tav>
                                            <p:tav tm="100000">
                                              <p:val>
                                                <p:strVal val="#ppt_w"/>
                                              </p:val>
                                            </p:tav>
                                          </p:tavLst>
                                        </p:anim>
                                        <p:anim calcmode="lin" valueType="num">
                                          <p:cBhvr>
                                            <p:cTn id="60" dur="500" fill="hold"/>
                                            <p:tgtEl>
                                              <p:spTgt spid="12"/>
                                            </p:tgtEl>
                                            <p:attrNameLst>
                                              <p:attrName>ppt_h</p:attrName>
                                            </p:attrNameLst>
                                          </p:cBhvr>
                                          <p:tavLst>
                                            <p:tav tm="0">
                                              <p:val>
                                                <p:fltVal val="0"/>
                                              </p:val>
                                            </p:tav>
                                            <p:tav tm="100000">
                                              <p:val>
                                                <p:strVal val="#ppt_h"/>
                                              </p:val>
                                            </p:tav>
                                          </p:tavLst>
                                        </p:anim>
                                        <p:animEffect transition="in" filter="fade">
                                          <p:cBhvr>
                                            <p:cTn id="61" dur="500"/>
                                            <p:tgtEl>
                                              <p:spTgt spid="12"/>
                                            </p:tgtEl>
                                          </p:cBhvr>
                                        </p:animEffect>
                                      </p:childTnLst>
                                    </p:cTn>
                                  </p:par>
                                  <p:par>
                                    <p:cTn id="62" presetID="53" presetClass="entr" presetSubtype="16" fill="hold" grpId="0" nodeType="withEffect">
                                      <p:stCondLst>
                                        <p:cond delay="1500"/>
                                      </p:stCondLst>
                                      <p:childTnLst>
                                        <p:set>
                                          <p:cBhvr>
                                            <p:cTn id="63" dur="1" fill="hold">
                                              <p:stCondLst>
                                                <p:cond delay="0"/>
                                              </p:stCondLst>
                                            </p:cTn>
                                            <p:tgtEl>
                                              <p:spTgt spid="11"/>
                                            </p:tgtEl>
                                            <p:attrNameLst>
                                              <p:attrName>style.visibility</p:attrName>
                                            </p:attrNameLst>
                                          </p:cBhvr>
                                          <p:to>
                                            <p:strVal val="visible"/>
                                          </p:to>
                                        </p:set>
                                        <p:anim calcmode="lin" valueType="num">
                                          <p:cBhvr>
                                            <p:cTn id="64" dur="500" fill="hold"/>
                                            <p:tgtEl>
                                              <p:spTgt spid="11"/>
                                            </p:tgtEl>
                                            <p:attrNameLst>
                                              <p:attrName>ppt_w</p:attrName>
                                            </p:attrNameLst>
                                          </p:cBhvr>
                                          <p:tavLst>
                                            <p:tav tm="0">
                                              <p:val>
                                                <p:fltVal val="0"/>
                                              </p:val>
                                            </p:tav>
                                            <p:tav tm="100000">
                                              <p:val>
                                                <p:strVal val="#ppt_w"/>
                                              </p:val>
                                            </p:tav>
                                          </p:tavLst>
                                        </p:anim>
                                        <p:anim calcmode="lin" valueType="num">
                                          <p:cBhvr>
                                            <p:cTn id="65" dur="500" fill="hold"/>
                                            <p:tgtEl>
                                              <p:spTgt spid="11"/>
                                            </p:tgtEl>
                                            <p:attrNameLst>
                                              <p:attrName>ppt_h</p:attrName>
                                            </p:attrNameLst>
                                          </p:cBhvr>
                                          <p:tavLst>
                                            <p:tav tm="0">
                                              <p:val>
                                                <p:fltVal val="0"/>
                                              </p:val>
                                            </p:tav>
                                            <p:tav tm="100000">
                                              <p:val>
                                                <p:strVal val="#ppt_h"/>
                                              </p:val>
                                            </p:tav>
                                          </p:tavLst>
                                        </p:anim>
                                        <p:animEffect transition="in" filter="fade">
                                          <p:cBhvr>
                                            <p:cTn id="66" dur="500"/>
                                            <p:tgtEl>
                                              <p:spTgt spid="11"/>
                                            </p:tgtEl>
                                          </p:cBhvr>
                                        </p:animEffect>
                                      </p:childTnLst>
                                    </p:cTn>
                                  </p:par>
                                  <p:par>
                                    <p:cTn id="67" presetID="2" presetClass="entr" presetSubtype="8" fill="hold" grpId="0" nodeType="withEffect" p14:presetBounceEnd="67000">
                                      <p:stCondLst>
                                        <p:cond delay="250"/>
                                      </p:stCondLst>
                                      <p:childTnLst>
                                        <p:set>
                                          <p:cBhvr>
                                            <p:cTn id="68" dur="1" fill="hold">
                                              <p:stCondLst>
                                                <p:cond delay="0"/>
                                              </p:stCondLst>
                                            </p:cTn>
                                            <p:tgtEl>
                                              <p:spTgt spid="31"/>
                                            </p:tgtEl>
                                            <p:attrNameLst>
                                              <p:attrName>style.visibility</p:attrName>
                                            </p:attrNameLst>
                                          </p:cBhvr>
                                          <p:to>
                                            <p:strVal val="visible"/>
                                          </p:to>
                                        </p:set>
                                        <p:anim calcmode="lin" valueType="num" p14:bounceEnd="67000">
                                          <p:cBhvr additive="base">
                                            <p:cTn id="69" dur="1000" fill="hold"/>
                                            <p:tgtEl>
                                              <p:spTgt spid="31"/>
                                            </p:tgtEl>
                                            <p:attrNameLst>
                                              <p:attrName>ppt_x</p:attrName>
                                            </p:attrNameLst>
                                          </p:cBhvr>
                                          <p:tavLst>
                                            <p:tav tm="0">
                                              <p:val>
                                                <p:strVal val="0-#ppt_w/2"/>
                                              </p:val>
                                            </p:tav>
                                            <p:tav tm="100000">
                                              <p:val>
                                                <p:strVal val="#ppt_x"/>
                                              </p:val>
                                            </p:tav>
                                          </p:tavLst>
                                        </p:anim>
                                        <p:anim calcmode="lin" valueType="num" p14:bounceEnd="67000">
                                          <p:cBhvr additive="base">
                                            <p:cTn id="70" dur="1000" fill="hold"/>
                                            <p:tgtEl>
                                              <p:spTgt spid="31"/>
                                            </p:tgtEl>
                                            <p:attrNameLst>
                                              <p:attrName>ppt_y</p:attrName>
                                            </p:attrNameLst>
                                          </p:cBhvr>
                                          <p:tavLst>
                                            <p:tav tm="0">
                                              <p:val>
                                                <p:strVal val="#ppt_y"/>
                                              </p:val>
                                            </p:tav>
                                            <p:tav tm="100000">
                                              <p:val>
                                                <p:strVal val="#ppt_y"/>
                                              </p:val>
                                            </p:tav>
                                          </p:tavLst>
                                        </p:anim>
                                      </p:childTnLst>
                                    </p:cTn>
                                  </p:par>
                                  <p:par>
                                    <p:cTn id="71" presetID="2" presetClass="entr" presetSubtype="8" fill="hold" grpId="0" nodeType="withEffect" p14:presetBounceEnd="67000">
                                      <p:stCondLst>
                                        <p:cond delay="250"/>
                                      </p:stCondLst>
                                      <p:childTnLst>
                                        <p:set>
                                          <p:cBhvr>
                                            <p:cTn id="72" dur="1" fill="hold">
                                              <p:stCondLst>
                                                <p:cond delay="0"/>
                                              </p:stCondLst>
                                            </p:cTn>
                                            <p:tgtEl>
                                              <p:spTgt spid="32"/>
                                            </p:tgtEl>
                                            <p:attrNameLst>
                                              <p:attrName>style.visibility</p:attrName>
                                            </p:attrNameLst>
                                          </p:cBhvr>
                                          <p:to>
                                            <p:strVal val="visible"/>
                                          </p:to>
                                        </p:set>
                                        <p:anim calcmode="lin" valueType="num" p14:bounceEnd="67000">
                                          <p:cBhvr additive="base">
                                            <p:cTn id="73" dur="1000" fill="hold"/>
                                            <p:tgtEl>
                                              <p:spTgt spid="32"/>
                                            </p:tgtEl>
                                            <p:attrNameLst>
                                              <p:attrName>ppt_x</p:attrName>
                                            </p:attrNameLst>
                                          </p:cBhvr>
                                          <p:tavLst>
                                            <p:tav tm="0">
                                              <p:val>
                                                <p:strVal val="0-#ppt_w/2"/>
                                              </p:val>
                                            </p:tav>
                                            <p:tav tm="100000">
                                              <p:val>
                                                <p:strVal val="#ppt_x"/>
                                              </p:val>
                                            </p:tav>
                                          </p:tavLst>
                                        </p:anim>
                                        <p:anim calcmode="lin" valueType="num" p14:bounceEnd="67000">
                                          <p:cBhvr additive="base">
                                            <p:cTn id="74" dur="1000" fill="hold"/>
                                            <p:tgtEl>
                                              <p:spTgt spid="32"/>
                                            </p:tgtEl>
                                            <p:attrNameLst>
                                              <p:attrName>ppt_y</p:attrName>
                                            </p:attrNameLst>
                                          </p:cBhvr>
                                          <p:tavLst>
                                            <p:tav tm="0">
                                              <p:val>
                                                <p:strVal val="#ppt_y"/>
                                              </p:val>
                                            </p:tav>
                                            <p:tav tm="100000">
                                              <p:val>
                                                <p:strVal val="#ppt_y"/>
                                              </p:val>
                                            </p:tav>
                                          </p:tavLst>
                                        </p:anim>
                                      </p:childTnLst>
                                    </p:cTn>
                                  </p:par>
                                  <p:par>
                                    <p:cTn id="75" presetID="2" presetClass="entr" presetSubtype="8" fill="hold" grpId="0" nodeType="withEffect" p14:presetBounceEnd="67000">
                                      <p:stCondLst>
                                        <p:cond delay="500"/>
                                      </p:stCondLst>
                                      <p:childTnLst>
                                        <p:set>
                                          <p:cBhvr>
                                            <p:cTn id="76" dur="1" fill="hold">
                                              <p:stCondLst>
                                                <p:cond delay="0"/>
                                              </p:stCondLst>
                                            </p:cTn>
                                            <p:tgtEl>
                                              <p:spTgt spid="29"/>
                                            </p:tgtEl>
                                            <p:attrNameLst>
                                              <p:attrName>style.visibility</p:attrName>
                                            </p:attrNameLst>
                                          </p:cBhvr>
                                          <p:to>
                                            <p:strVal val="visible"/>
                                          </p:to>
                                        </p:set>
                                        <p:anim calcmode="lin" valueType="num" p14:bounceEnd="67000">
                                          <p:cBhvr additive="base">
                                            <p:cTn id="77" dur="1000" fill="hold"/>
                                            <p:tgtEl>
                                              <p:spTgt spid="29"/>
                                            </p:tgtEl>
                                            <p:attrNameLst>
                                              <p:attrName>ppt_x</p:attrName>
                                            </p:attrNameLst>
                                          </p:cBhvr>
                                          <p:tavLst>
                                            <p:tav tm="0">
                                              <p:val>
                                                <p:strVal val="0-#ppt_w/2"/>
                                              </p:val>
                                            </p:tav>
                                            <p:tav tm="100000">
                                              <p:val>
                                                <p:strVal val="#ppt_x"/>
                                              </p:val>
                                            </p:tav>
                                          </p:tavLst>
                                        </p:anim>
                                        <p:anim calcmode="lin" valueType="num" p14:bounceEnd="67000">
                                          <p:cBhvr additive="base">
                                            <p:cTn id="78" dur="1000" fill="hold"/>
                                            <p:tgtEl>
                                              <p:spTgt spid="29"/>
                                            </p:tgtEl>
                                            <p:attrNameLst>
                                              <p:attrName>ppt_y</p:attrName>
                                            </p:attrNameLst>
                                          </p:cBhvr>
                                          <p:tavLst>
                                            <p:tav tm="0">
                                              <p:val>
                                                <p:strVal val="#ppt_y"/>
                                              </p:val>
                                            </p:tav>
                                            <p:tav tm="100000">
                                              <p:val>
                                                <p:strVal val="#ppt_y"/>
                                              </p:val>
                                            </p:tav>
                                          </p:tavLst>
                                        </p:anim>
                                      </p:childTnLst>
                                    </p:cTn>
                                  </p:par>
                                  <p:par>
                                    <p:cTn id="79" presetID="2" presetClass="entr" presetSubtype="8" fill="hold" grpId="0" nodeType="withEffect" p14:presetBounceEnd="67000">
                                      <p:stCondLst>
                                        <p:cond delay="500"/>
                                      </p:stCondLst>
                                      <p:childTnLst>
                                        <p:set>
                                          <p:cBhvr>
                                            <p:cTn id="80" dur="1" fill="hold">
                                              <p:stCondLst>
                                                <p:cond delay="0"/>
                                              </p:stCondLst>
                                            </p:cTn>
                                            <p:tgtEl>
                                              <p:spTgt spid="30"/>
                                            </p:tgtEl>
                                            <p:attrNameLst>
                                              <p:attrName>style.visibility</p:attrName>
                                            </p:attrNameLst>
                                          </p:cBhvr>
                                          <p:to>
                                            <p:strVal val="visible"/>
                                          </p:to>
                                        </p:set>
                                        <p:anim calcmode="lin" valueType="num" p14:bounceEnd="67000">
                                          <p:cBhvr additive="base">
                                            <p:cTn id="81" dur="1000" fill="hold"/>
                                            <p:tgtEl>
                                              <p:spTgt spid="30"/>
                                            </p:tgtEl>
                                            <p:attrNameLst>
                                              <p:attrName>ppt_x</p:attrName>
                                            </p:attrNameLst>
                                          </p:cBhvr>
                                          <p:tavLst>
                                            <p:tav tm="0">
                                              <p:val>
                                                <p:strVal val="0-#ppt_w/2"/>
                                              </p:val>
                                            </p:tav>
                                            <p:tav tm="100000">
                                              <p:val>
                                                <p:strVal val="#ppt_x"/>
                                              </p:val>
                                            </p:tav>
                                          </p:tavLst>
                                        </p:anim>
                                        <p:anim calcmode="lin" valueType="num" p14:bounceEnd="67000">
                                          <p:cBhvr additive="base">
                                            <p:cTn id="82" dur="1000" fill="hold"/>
                                            <p:tgtEl>
                                              <p:spTgt spid="30"/>
                                            </p:tgtEl>
                                            <p:attrNameLst>
                                              <p:attrName>ppt_y</p:attrName>
                                            </p:attrNameLst>
                                          </p:cBhvr>
                                          <p:tavLst>
                                            <p:tav tm="0">
                                              <p:val>
                                                <p:strVal val="#ppt_y"/>
                                              </p:val>
                                            </p:tav>
                                            <p:tav tm="100000">
                                              <p:val>
                                                <p:strVal val="#ppt_y"/>
                                              </p:val>
                                            </p:tav>
                                          </p:tavLst>
                                        </p:anim>
                                      </p:childTnLst>
                                    </p:cTn>
                                  </p:par>
                                  <p:par>
                                    <p:cTn id="83" presetID="2" presetClass="entr" presetSubtype="8" fill="hold" grpId="0" nodeType="withEffect" p14:presetBounceEnd="67000">
                                      <p:stCondLst>
                                        <p:cond delay="750"/>
                                      </p:stCondLst>
                                      <p:childTnLst>
                                        <p:set>
                                          <p:cBhvr>
                                            <p:cTn id="84" dur="1" fill="hold">
                                              <p:stCondLst>
                                                <p:cond delay="0"/>
                                              </p:stCondLst>
                                            </p:cTn>
                                            <p:tgtEl>
                                              <p:spTgt spid="27"/>
                                            </p:tgtEl>
                                            <p:attrNameLst>
                                              <p:attrName>style.visibility</p:attrName>
                                            </p:attrNameLst>
                                          </p:cBhvr>
                                          <p:to>
                                            <p:strVal val="visible"/>
                                          </p:to>
                                        </p:set>
                                        <p:anim calcmode="lin" valueType="num" p14:bounceEnd="67000">
                                          <p:cBhvr additive="base">
                                            <p:cTn id="85" dur="1000" fill="hold"/>
                                            <p:tgtEl>
                                              <p:spTgt spid="27"/>
                                            </p:tgtEl>
                                            <p:attrNameLst>
                                              <p:attrName>ppt_x</p:attrName>
                                            </p:attrNameLst>
                                          </p:cBhvr>
                                          <p:tavLst>
                                            <p:tav tm="0">
                                              <p:val>
                                                <p:strVal val="0-#ppt_w/2"/>
                                              </p:val>
                                            </p:tav>
                                            <p:tav tm="100000">
                                              <p:val>
                                                <p:strVal val="#ppt_x"/>
                                              </p:val>
                                            </p:tav>
                                          </p:tavLst>
                                        </p:anim>
                                        <p:anim calcmode="lin" valueType="num" p14:bounceEnd="67000">
                                          <p:cBhvr additive="base">
                                            <p:cTn id="86" dur="1000" fill="hold"/>
                                            <p:tgtEl>
                                              <p:spTgt spid="27"/>
                                            </p:tgtEl>
                                            <p:attrNameLst>
                                              <p:attrName>ppt_y</p:attrName>
                                            </p:attrNameLst>
                                          </p:cBhvr>
                                          <p:tavLst>
                                            <p:tav tm="0">
                                              <p:val>
                                                <p:strVal val="#ppt_y"/>
                                              </p:val>
                                            </p:tav>
                                            <p:tav tm="100000">
                                              <p:val>
                                                <p:strVal val="#ppt_y"/>
                                              </p:val>
                                            </p:tav>
                                          </p:tavLst>
                                        </p:anim>
                                      </p:childTnLst>
                                    </p:cTn>
                                  </p:par>
                                  <p:par>
                                    <p:cTn id="87" presetID="2" presetClass="entr" presetSubtype="8" fill="hold" grpId="0" nodeType="withEffect" p14:presetBounceEnd="67000">
                                      <p:stCondLst>
                                        <p:cond delay="750"/>
                                      </p:stCondLst>
                                      <p:childTnLst>
                                        <p:set>
                                          <p:cBhvr>
                                            <p:cTn id="88" dur="1" fill="hold">
                                              <p:stCondLst>
                                                <p:cond delay="0"/>
                                              </p:stCondLst>
                                            </p:cTn>
                                            <p:tgtEl>
                                              <p:spTgt spid="28"/>
                                            </p:tgtEl>
                                            <p:attrNameLst>
                                              <p:attrName>style.visibility</p:attrName>
                                            </p:attrNameLst>
                                          </p:cBhvr>
                                          <p:to>
                                            <p:strVal val="visible"/>
                                          </p:to>
                                        </p:set>
                                        <p:anim calcmode="lin" valueType="num" p14:bounceEnd="67000">
                                          <p:cBhvr additive="base">
                                            <p:cTn id="89" dur="1000" fill="hold"/>
                                            <p:tgtEl>
                                              <p:spTgt spid="28"/>
                                            </p:tgtEl>
                                            <p:attrNameLst>
                                              <p:attrName>ppt_x</p:attrName>
                                            </p:attrNameLst>
                                          </p:cBhvr>
                                          <p:tavLst>
                                            <p:tav tm="0">
                                              <p:val>
                                                <p:strVal val="0-#ppt_w/2"/>
                                              </p:val>
                                            </p:tav>
                                            <p:tav tm="100000">
                                              <p:val>
                                                <p:strVal val="#ppt_x"/>
                                              </p:val>
                                            </p:tav>
                                          </p:tavLst>
                                        </p:anim>
                                        <p:anim calcmode="lin" valueType="num" p14:bounceEnd="67000">
                                          <p:cBhvr additive="base">
                                            <p:cTn id="90" dur="1000" fill="hold"/>
                                            <p:tgtEl>
                                              <p:spTgt spid="28"/>
                                            </p:tgtEl>
                                            <p:attrNameLst>
                                              <p:attrName>ppt_y</p:attrName>
                                            </p:attrNameLst>
                                          </p:cBhvr>
                                          <p:tavLst>
                                            <p:tav tm="0">
                                              <p:val>
                                                <p:strVal val="#ppt_y"/>
                                              </p:val>
                                            </p:tav>
                                            <p:tav tm="100000">
                                              <p:val>
                                                <p:strVal val="#ppt_y"/>
                                              </p:val>
                                            </p:tav>
                                          </p:tavLst>
                                        </p:anim>
                                      </p:childTnLst>
                                    </p:cTn>
                                  </p:par>
                                  <p:par>
                                    <p:cTn id="91" presetID="2" presetClass="entr" presetSubtype="8" fill="hold" grpId="0" nodeType="withEffect" p14:presetBounceEnd="67000">
                                      <p:stCondLst>
                                        <p:cond delay="1000"/>
                                      </p:stCondLst>
                                      <p:childTnLst>
                                        <p:set>
                                          <p:cBhvr>
                                            <p:cTn id="92" dur="1" fill="hold">
                                              <p:stCondLst>
                                                <p:cond delay="0"/>
                                              </p:stCondLst>
                                            </p:cTn>
                                            <p:tgtEl>
                                              <p:spTgt spid="25"/>
                                            </p:tgtEl>
                                            <p:attrNameLst>
                                              <p:attrName>style.visibility</p:attrName>
                                            </p:attrNameLst>
                                          </p:cBhvr>
                                          <p:to>
                                            <p:strVal val="visible"/>
                                          </p:to>
                                        </p:set>
                                        <p:anim calcmode="lin" valueType="num" p14:bounceEnd="67000">
                                          <p:cBhvr additive="base">
                                            <p:cTn id="93" dur="1000" fill="hold"/>
                                            <p:tgtEl>
                                              <p:spTgt spid="25"/>
                                            </p:tgtEl>
                                            <p:attrNameLst>
                                              <p:attrName>ppt_x</p:attrName>
                                            </p:attrNameLst>
                                          </p:cBhvr>
                                          <p:tavLst>
                                            <p:tav tm="0">
                                              <p:val>
                                                <p:strVal val="0-#ppt_w/2"/>
                                              </p:val>
                                            </p:tav>
                                            <p:tav tm="100000">
                                              <p:val>
                                                <p:strVal val="#ppt_x"/>
                                              </p:val>
                                            </p:tav>
                                          </p:tavLst>
                                        </p:anim>
                                        <p:anim calcmode="lin" valueType="num" p14:bounceEnd="67000">
                                          <p:cBhvr additive="base">
                                            <p:cTn id="94" dur="1000" fill="hold"/>
                                            <p:tgtEl>
                                              <p:spTgt spid="25"/>
                                            </p:tgtEl>
                                            <p:attrNameLst>
                                              <p:attrName>ppt_y</p:attrName>
                                            </p:attrNameLst>
                                          </p:cBhvr>
                                          <p:tavLst>
                                            <p:tav tm="0">
                                              <p:val>
                                                <p:strVal val="#ppt_y"/>
                                              </p:val>
                                            </p:tav>
                                            <p:tav tm="100000">
                                              <p:val>
                                                <p:strVal val="#ppt_y"/>
                                              </p:val>
                                            </p:tav>
                                          </p:tavLst>
                                        </p:anim>
                                      </p:childTnLst>
                                    </p:cTn>
                                  </p:par>
                                  <p:par>
                                    <p:cTn id="95" presetID="2" presetClass="entr" presetSubtype="8" fill="hold" grpId="0" nodeType="withEffect" p14:presetBounceEnd="67000">
                                      <p:stCondLst>
                                        <p:cond delay="1000"/>
                                      </p:stCondLst>
                                      <p:childTnLst>
                                        <p:set>
                                          <p:cBhvr>
                                            <p:cTn id="96" dur="1" fill="hold">
                                              <p:stCondLst>
                                                <p:cond delay="0"/>
                                              </p:stCondLst>
                                            </p:cTn>
                                            <p:tgtEl>
                                              <p:spTgt spid="26"/>
                                            </p:tgtEl>
                                            <p:attrNameLst>
                                              <p:attrName>style.visibility</p:attrName>
                                            </p:attrNameLst>
                                          </p:cBhvr>
                                          <p:to>
                                            <p:strVal val="visible"/>
                                          </p:to>
                                        </p:set>
                                        <p:anim calcmode="lin" valueType="num" p14:bounceEnd="67000">
                                          <p:cBhvr additive="base">
                                            <p:cTn id="97" dur="1000" fill="hold"/>
                                            <p:tgtEl>
                                              <p:spTgt spid="26"/>
                                            </p:tgtEl>
                                            <p:attrNameLst>
                                              <p:attrName>ppt_x</p:attrName>
                                            </p:attrNameLst>
                                          </p:cBhvr>
                                          <p:tavLst>
                                            <p:tav tm="0">
                                              <p:val>
                                                <p:strVal val="0-#ppt_w/2"/>
                                              </p:val>
                                            </p:tav>
                                            <p:tav tm="100000">
                                              <p:val>
                                                <p:strVal val="#ppt_x"/>
                                              </p:val>
                                            </p:tav>
                                          </p:tavLst>
                                        </p:anim>
                                        <p:anim calcmode="lin" valueType="num" p14:bounceEnd="67000">
                                          <p:cBhvr additive="base">
                                            <p:cTn id="98" dur="1000" fill="hold"/>
                                            <p:tgtEl>
                                              <p:spTgt spid="26"/>
                                            </p:tgtEl>
                                            <p:attrNameLst>
                                              <p:attrName>ppt_y</p:attrName>
                                            </p:attrNameLst>
                                          </p:cBhvr>
                                          <p:tavLst>
                                            <p:tav tm="0">
                                              <p:val>
                                                <p:strVal val="#ppt_y"/>
                                              </p:val>
                                            </p:tav>
                                            <p:tav tm="100000">
                                              <p:val>
                                                <p:strVal val="#ppt_y"/>
                                              </p:val>
                                            </p:tav>
                                          </p:tavLst>
                                        </p:anim>
                                      </p:childTnLst>
                                    </p:cTn>
                                  </p:par>
                                  <p:par>
                                    <p:cTn id="99" presetID="2" presetClass="entr" presetSubtype="8" fill="hold" grpId="0" nodeType="withEffect" p14:presetBounceEnd="67000">
                                      <p:stCondLst>
                                        <p:cond delay="1250"/>
                                      </p:stCondLst>
                                      <p:childTnLst>
                                        <p:set>
                                          <p:cBhvr>
                                            <p:cTn id="100" dur="1" fill="hold">
                                              <p:stCondLst>
                                                <p:cond delay="0"/>
                                              </p:stCondLst>
                                            </p:cTn>
                                            <p:tgtEl>
                                              <p:spTgt spid="22"/>
                                            </p:tgtEl>
                                            <p:attrNameLst>
                                              <p:attrName>style.visibility</p:attrName>
                                            </p:attrNameLst>
                                          </p:cBhvr>
                                          <p:to>
                                            <p:strVal val="visible"/>
                                          </p:to>
                                        </p:set>
                                        <p:anim calcmode="lin" valueType="num" p14:bounceEnd="67000">
                                          <p:cBhvr additive="base">
                                            <p:cTn id="101" dur="1000" fill="hold"/>
                                            <p:tgtEl>
                                              <p:spTgt spid="22"/>
                                            </p:tgtEl>
                                            <p:attrNameLst>
                                              <p:attrName>ppt_x</p:attrName>
                                            </p:attrNameLst>
                                          </p:cBhvr>
                                          <p:tavLst>
                                            <p:tav tm="0">
                                              <p:val>
                                                <p:strVal val="0-#ppt_w/2"/>
                                              </p:val>
                                            </p:tav>
                                            <p:tav tm="100000">
                                              <p:val>
                                                <p:strVal val="#ppt_x"/>
                                              </p:val>
                                            </p:tav>
                                          </p:tavLst>
                                        </p:anim>
                                        <p:anim calcmode="lin" valueType="num" p14:bounceEnd="67000">
                                          <p:cBhvr additive="base">
                                            <p:cTn id="102" dur="1000" fill="hold"/>
                                            <p:tgtEl>
                                              <p:spTgt spid="22"/>
                                            </p:tgtEl>
                                            <p:attrNameLst>
                                              <p:attrName>ppt_y</p:attrName>
                                            </p:attrNameLst>
                                          </p:cBhvr>
                                          <p:tavLst>
                                            <p:tav tm="0">
                                              <p:val>
                                                <p:strVal val="#ppt_y"/>
                                              </p:val>
                                            </p:tav>
                                            <p:tav tm="100000">
                                              <p:val>
                                                <p:strVal val="#ppt_y"/>
                                              </p:val>
                                            </p:tav>
                                          </p:tavLst>
                                        </p:anim>
                                      </p:childTnLst>
                                    </p:cTn>
                                  </p:par>
                                  <p:par>
                                    <p:cTn id="103" presetID="2" presetClass="entr" presetSubtype="8" fill="hold" grpId="0" nodeType="withEffect" p14:presetBounceEnd="67000">
                                      <p:stCondLst>
                                        <p:cond delay="1250"/>
                                      </p:stCondLst>
                                      <p:childTnLst>
                                        <p:set>
                                          <p:cBhvr>
                                            <p:cTn id="104" dur="1" fill="hold">
                                              <p:stCondLst>
                                                <p:cond delay="0"/>
                                              </p:stCondLst>
                                            </p:cTn>
                                            <p:tgtEl>
                                              <p:spTgt spid="24"/>
                                            </p:tgtEl>
                                            <p:attrNameLst>
                                              <p:attrName>style.visibility</p:attrName>
                                            </p:attrNameLst>
                                          </p:cBhvr>
                                          <p:to>
                                            <p:strVal val="visible"/>
                                          </p:to>
                                        </p:set>
                                        <p:anim calcmode="lin" valueType="num" p14:bounceEnd="67000">
                                          <p:cBhvr additive="base">
                                            <p:cTn id="105" dur="1000" fill="hold"/>
                                            <p:tgtEl>
                                              <p:spTgt spid="24"/>
                                            </p:tgtEl>
                                            <p:attrNameLst>
                                              <p:attrName>ppt_x</p:attrName>
                                            </p:attrNameLst>
                                          </p:cBhvr>
                                          <p:tavLst>
                                            <p:tav tm="0">
                                              <p:val>
                                                <p:strVal val="0-#ppt_w/2"/>
                                              </p:val>
                                            </p:tav>
                                            <p:tav tm="100000">
                                              <p:val>
                                                <p:strVal val="#ppt_x"/>
                                              </p:val>
                                            </p:tav>
                                          </p:tavLst>
                                        </p:anim>
                                        <p:anim calcmode="lin" valueType="num" p14:bounceEnd="67000">
                                          <p:cBhvr additive="base">
                                            <p:cTn id="106" dur="10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3" grpId="0" animBg="1"/>
          <p:bldP spid="5" grpId="0" animBg="1"/>
          <p:bldP spid="4" grpId="0" animBg="1"/>
          <p:bldGraphic spid="2" grpId="0" uiExpand="1">
            <p:bldSub>
              <a:bldChart bld="category"/>
            </p:bldSub>
          </p:bldGraphic>
          <p:bldP spid="11" grpId="0"/>
          <p:bldP spid="12" grpId="0"/>
          <p:bldP spid="13" grpId="0"/>
          <p:bldP spid="14" grpId="0"/>
          <p:bldP spid="15" grpId="0"/>
          <p:bldP spid="22" grpId="0"/>
          <p:bldP spid="24" grpId="0"/>
          <p:bldP spid="25" grpId="0"/>
          <p:bldP spid="26" grpId="0"/>
          <p:bldP spid="27" grpId="0"/>
          <p:bldP spid="28" grpId="0"/>
          <p:bldP spid="29" grpId="0"/>
          <p:bldP spid="30" grpId="0"/>
          <p:bldP spid="31" grpId="0"/>
          <p:bldP spid="32"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ppt_x"/>
                                              </p:val>
                                            </p:tav>
                                            <p:tav tm="100000">
                                              <p:val>
                                                <p:strVal val="#ppt_x"/>
                                              </p:val>
                                            </p:tav>
                                          </p:tavLst>
                                        </p:anim>
                                        <p:anim calcmode="lin" valueType="num">
                                          <p:cBhvr additive="base">
                                            <p:cTn id="8" dur="1000" fill="hold"/>
                                            <p:tgtEl>
                                              <p:spTgt spid="8"/>
                                            </p:tgtEl>
                                            <p:attrNameLst>
                                              <p:attrName>ppt_y</p:attrName>
                                            </p:attrNameLst>
                                          </p:cBhvr>
                                          <p:tavLst>
                                            <p:tav tm="0">
                                              <p:val>
                                                <p:strVal val="1+#ppt_h/2"/>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2">
                                                <p:graphicEl>
                                                  <a:chart seriesIdx="-3" categoryIdx="-3" bldStep="gridLegend"/>
                                                </p:graphicEl>
                                              </p:spTgt>
                                            </p:tgtEl>
                                            <p:attrNameLst>
                                              <p:attrName>style.visibility</p:attrName>
                                            </p:attrNameLst>
                                          </p:cBhvr>
                                          <p:to>
                                            <p:strVal val="visible"/>
                                          </p:to>
                                        </p:set>
                                        <p:animEffect transition="in" filter="wipe(left)">
                                          <p:cBhvr>
                                            <p:cTn id="11" dur="750"/>
                                            <p:tgtEl>
                                              <p:spTgt spid="2">
                                                <p:graphicEl>
                                                  <a:chart seriesIdx="-3" categoryIdx="-3" bldStep="gridLegend"/>
                                                </p:graphicEl>
                                              </p:spTgt>
                                            </p:tgtEl>
                                          </p:cBhvr>
                                        </p:animEffect>
                                      </p:childTnLst>
                                    </p:cTn>
                                  </p:par>
                                  <p:par>
                                    <p:cTn id="12" presetID="22" presetClass="entr" presetSubtype="8" fill="hold" grpId="0" nodeType="withEffect">
                                      <p:stCondLst>
                                        <p:cond delay="250"/>
                                      </p:stCondLst>
                                      <p:childTnLst>
                                        <p:set>
                                          <p:cBhvr>
                                            <p:cTn id="13" dur="1" fill="hold">
                                              <p:stCondLst>
                                                <p:cond delay="0"/>
                                              </p:stCondLst>
                                            </p:cTn>
                                            <p:tgtEl>
                                              <p:spTgt spid="2">
                                                <p:graphicEl>
                                                  <a:chart seriesIdx="-4" categoryIdx="0" bldStep="category"/>
                                                </p:graphicEl>
                                              </p:spTgt>
                                            </p:tgtEl>
                                            <p:attrNameLst>
                                              <p:attrName>style.visibility</p:attrName>
                                            </p:attrNameLst>
                                          </p:cBhvr>
                                          <p:to>
                                            <p:strVal val="visible"/>
                                          </p:to>
                                        </p:set>
                                        <p:animEffect transition="in" filter="wipe(left)">
                                          <p:cBhvr>
                                            <p:cTn id="14" dur="750"/>
                                            <p:tgtEl>
                                              <p:spTgt spid="2">
                                                <p:graphicEl>
                                                  <a:chart seriesIdx="-4" categoryIdx="0" bldStep="category"/>
                                                </p:graphicEl>
                                              </p:spTgt>
                                            </p:tgtEl>
                                          </p:cBhvr>
                                        </p:animEffect>
                                      </p:childTnLst>
                                    </p:cTn>
                                  </p:par>
                                  <p:par>
                                    <p:cTn id="15" presetID="22" presetClass="entr" presetSubtype="8" fill="hold" grpId="0" nodeType="withEffect">
                                      <p:stCondLst>
                                        <p:cond delay="500"/>
                                      </p:stCondLst>
                                      <p:childTnLst>
                                        <p:set>
                                          <p:cBhvr>
                                            <p:cTn id="16" dur="1" fill="hold">
                                              <p:stCondLst>
                                                <p:cond delay="0"/>
                                              </p:stCondLst>
                                            </p:cTn>
                                            <p:tgtEl>
                                              <p:spTgt spid="2">
                                                <p:graphicEl>
                                                  <a:chart seriesIdx="-4" categoryIdx="1" bldStep="category"/>
                                                </p:graphicEl>
                                              </p:spTgt>
                                            </p:tgtEl>
                                            <p:attrNameLst>
                                              <p:attrName>style.visibility</p:attrName>
                                            </p:attrNameLst>
                                          </p:cBhvr>
                                          <p:to>
                                            <p:strVal val="visible"/>
                                          </p:to>
                                        </p:set>
                                        <p:animEffect transition="in" filter="wipe(left)">
                                          <p:cBhvr>
                                            <p:cTn id="17" dur="750"/>
                                            <p:tgtEl>
                                              <p:spTgt spid="2">
                                                <p:graphicEl>
                                                  <a:chart seriesIdx="-4" categoryIdx="1" bldStep="category"/>
                                                </p:graphicEl>
                                              </p:spTgt>
                                            </p:tgtEl>
                                          </p:cBhvr>
                                        </p:animEffect>
                                      </p:childTnLst>
                                    </p:cTn>
                                  </p:par>
                                  <p:par>
                                    <p:cTn id="18" presetID="22" presetClass="entr" presetSubtype="8" fill="hold" grpId="0" nodeType="withEffect">
                                      <p:stCondLst>
                                        <p:cond delay="750"/>
                                      </p:stCondLst>
                                      <p:childTnLst>
                                        <p:set>
                                          <p:cBhvr>
                                            <p:cTn id="19" dur="1" fill="hold">
                                              <p:stCondLst>
                                                <p:cond delay="0"/>
                                              </p:stCondLst>
                                            </p:cTn>
                                            <p:tgtEl>
                                              <p:spTgt spid="2">
                                                <p:graphicEl>
                                                  <a:chart seriesIdx="-4" categoryIdx="2" bldStep="category"/>
                                                </p:graphicEl>
                                              </p:spTgt>
                                            </p:tgtEl>
                                            <p:attrNameLst>
                                              <p:attrName>style.visibility</p:attrName>
                                            </p:attrNameLst>
                                          </p:cBhvr>
                                          <p:to>
                                            <p:strVal val="visible"/>
                                          </p:to>
                                        </p:set>
                                        <p:animEffect transition="in" filter="wipe(left)">
                                          <p:cBhvr>
                                            <p:cTn id="20" dur="750"/>
                                            <p:tgtEl>
                                              <p:spTgt spid="2">
                                                <p:graphicEl>
                                                  <a:chart seriesIdx="-4" categoryIdx="2" bldStep="category"/>
                                                </p:graphicEl>
                                              </p:spTgt>
                                            </p:tgtEl>
                                          </p:cBhvr>
                                        </p:animEffect>
                                      </p:childTnLst>
                                    </p:cTn>
                                  </p:par>
                                  <p:par>
                                    <p:cTn id="21" presetID="22" presetClass="entr" presetSubtype="8" fill="hold" grpId="0" nodeType="withEffect">
                                      <p:stCondLst>
                                        <p:cond delay="1000"/>
                                      </p:stCondLst>
                                      <p:childTnLst>
                                        <p:set>
                                          <p:cBhvr>
                                            <p:cTn id="22" dur="1" fill="hold">
                                              <p:stCondLst>
                                                <p:cond delay="0"/>
                                              </p:stCondLst>
                                            </p:cTn>
                                            <p:tgtEl>
                                              <p:spTgt spid="2">
                                                <p:graphicEl>
                                                  <a:chart seriesIdx="-4" categoryIdx="3" bldStep="category"/>
                                                </p:graphicEl>
                                              </p:spTgt>
                                            </p:tgtEl>
                                            <p:attrNameLst>
                                              <p:attrName>style.visibility</p:attrName>
                                            </p:attrNameLst>
                                          </p:cBhvr>
                                          <p:to>
                                            <p:strVal val="visible"/>
                                          </p:to>
                                        </p:set>
                                        <p:animEffect transition="in" filter="wipe(left)">
                                          <p:cBhvr>
                                            <p:cTn id="23" dur="750"/>
                                            <p:tgtEl>
                                              <p:spTgt spid="2">
                                                <p:graphicEl>
                                                  <a:chart seriesIdx="-4" categoryIdx="3" bldStep="category"/>
                                                </p:graphicEl>
                                              </p:spTgt>
                                            </p:tgtEl>
                                          </p:cBhvr>
                                        </p:animEffect>
                                      </p:childTnLst>
                                    </p:cTn>
                                  </p:par>
                                  <p:par>
                                    <p:cTn id="24" presetID="22" presetClass="entr" presetSubtype="8" fill="hold" grpId="0" nodeType="withEffect">
                                      <p:stCondLst>
                                        <p:cond delay="1250"/>
                                      </p:stCondLst>
                                      <p:childTnLst>
                                        <p:set>
                                          <p:cBhvr>
                                            <p:cTn id="25" dur="1" fill="hold">
                                              <p:stCondLst>
                                                <p:cond delay="0"/>
                                              </p:stCondLst>
                                            </p:cTn>
                                            <p:tgtEl>
                                              <p:spTgt spid="2">
                                                <p:graphicEl>
                                                  <a:chart seriesIdx="-4" categoryIdx="4" bldStep="category"/>
                                                </p:graphicEl>
                                              </p:spTgt>
                                            </p:tgtEl>
                                            <p:attrNameLst>
                                              <p:attrName>style.visibility</p:attrName>
                                            </p:attrNameLst>
                                          </p:cBhvr>
                                          <p:to>
                                            <p:strVal val="visible"/>
                                          </p:to>
                                        </p:set>
                                        <p:animEffect transition="in" filter="wipe(left)">
                                          <p:cBhvr>
                                            <p:cTn id="26" dur="750"/>
                                            <p:tgtEl>
                                              <p:spTgt spid="2">
                                                <p:graphicEl>
                                                  <a:chart seriesIdx="-4" categoryIdx="4" bldStep="category"/>
                                                </p:graphicEl>
                                              </p:spTgt>
                                            </p:tgtEl>
                                          </p:cBhvr>
                                        </p:animEffect>
                                      </p:childTnLst>
                                    </p:cTn>
                                  </p:par>
                                  <p:par>
                                    <p:cTn id="27" presetID="10" presetClass="entr" presetSubtype="0" fill="hold" grpId="0" nodeType="withEffect">
                                      <p:stCondLst>
                                        <p:cond delay="50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par>
                                    <p:cTn id="30" presetID="10" presetClass="entr" presetSubtype="0" fill="hold" grpId="0" nodeType="withEffect">
                                      <p:stCondLst>
                                        <p:cond delay="75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p:tgtEl>
                                              <p:spTgt spid="3"/>
                                            </p:tgtEl>
                                          </p:cBhvr>
                                        </p:animEffect>
                                      </p:childTnLst>
                                    </p:cTn>
                                  </p:par>
                                  <p:par>
                                    <p:cTn id="36" presetID="10" presetClass="entr" presetSubtype="0" fill="hold" grpId="0" nodeType="withEffect">
                                      <p:stCondLst>
                                        <p:cond delay="125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500"/>
                                            <p:tgtEl>
                                              <p:spTgt spid="5"/>
                                            </p:tgtEl>
                                          </p:cBhvr>
                                        </p:animEffect>
                                      </p:childTnLst>
                                    </p:cTn>
                                  </p:par>
                                  <p:par>
                                    <p:cTn id="39" presetID="10" presetClass="entr" presetSubtype="0" fill="hold" grpId="0" nodeType="withEffect">
                                      <p:stCondLst>
                                        <p:cond delay="1500"/>
                                      </p:stCondLst>
                                      <p:childTnLst>
                                        <p:set>
                                          <p:cBhvr>
                                            <p:cTn id="40" dur="1" fill="hold">
                                              <p:stCondLst>
                                                <p:cond delay="0"/>
                                              </p:stCondLst>
                                            </p:cTn>
                                            <p:tgtEl>
                                              <p:spTgt spid="4"/>
                                            </p:tgtEl>
                                            <p:attrNameLst>
                                              <p:attrName>style.visibility</p:attrName>
                                            </p:attrNameLst>
                                          </p:cBhvr>
                                          <p:to>
                                            <p:strVal val="visible"/>
                                          </p:to>
                                        </p:set>
                                        <p:animEffect transition="in" filter="fade">
                                          <p:cBhvr>
                                            <p:cTn id="41" dur="500"/>
                                            <p:tgtEl>
                                              <p:spTgt spid="4"/>
                                            </p:tgtEl>
                                          </p:cBhvr>
                                        </p:animEffect>
                                      </p:childTnLst>
                                    </p:cTn>
                                  </p:par>
                                  <p:par>
                                    <p:cTn id="42" presetID="53" presetClass="entr" presetSubtype="16" fill="hold" grpId="0" nodeType="withEffect">
                                      <p:stCondLst>
                                        <p:cond delay="500"/>
                                      </p:stCondLst>
                                      <p:childTnLst>
                                        <p:set>
                                          <p:cBhvr>
                                            <p:cTn id="43" dur="1" fill="hold">
                                              <p:stCondLst>
                                                <p:cond delay="0"/>
                                              </p:stCondLst>
                                            </p:cTn>
                                            <p:tgtEl>
                                              <p:spTgt spid="15"/>
                                            </p:tgtEl>
                                            <p:attrNameLst>
                                              <p:attrName>style.visibility</p:attrName>
                                            </p:attrNameLst>
                                          </p:cBhvr>
                                          <p:to>
                                            <p:strVal val="visible"/>
                                          </p:to>
                                        </p:set>
                                        <p:anim calcmode="lin" valueType="num">
                                          <p:cBhvr>
                                            <p:cTn id="44" dur="500" fill="hold"/>
                                            <p:tgtEl>
                                              <p:spTgt spid="15"/>
                                            </p:tgtEl>
                                            <p:attrNameLst>
                                              <p:attrName>ppt_w</p:attrName>
                                            </p:attrNameLst>
                                          </p:cBhvr>
                                          <p:tavLst>
                                            <p:tav tm="0">
                                              <p:val>
                                                <p:fltVal val="0"/>
                                              </p:val>
                                            </p:tav>
                                            <p:tav tm="100000">
                                              <p:val>
                                                <p:strVal val="#ppt_w"/>
                                              </p:val>
                                            </p:tav>
                                          </p:tavLst>
                                        </p:anim>
                                        <p:anim calcmode="lin" valueType="num">
                                          <p:cBhvr>
                                            <p:cTn id="45" dur="500" fill="hold"/>
                                            <p:tgtEl>
                                              <p:spTgt spid="15"/>
                                            </p:tgtEl>
                                            <p:attrNameLst>
                                              <p:attrName>ppt_h</p:attrName>
                                            </p:attrNameLst>
                                          </p:cBhvr>
                                          <p:tavLst>
                                            <p:tav tm="0">
                                              <p:val>
                                                <p:fltVal val="0"/>
                                              </p:val>
                                            </p:tav>
                                            <p:tav tm="100000">
                                              <p:val>
                                                <p:strVal val="#ppt_h"/>
                                              </p:val>
                                            </p:tav>
                                          </p:tavLst>
                                        </p:anim>
                                        <p:animEffect transition="in" filter="fade">
                                          <p:cBhvr>
                                            <p:cTn id="46" dur="500"/>
                                            <p:tgtEl>
                                              <p:spTgt spid="15"/>
                                            </p:tgtEl>
                                          </p:cBhvr>
                                        </p:animEffect>
                                      </p:childTnLst>
                                    </p:cTn>
                                  </p:par>
                                  <p:par>
                                    <p:cTn id="47" presetID="53" presetClass="entr" presetSubtype="16" fill="hold" grpId="0" nodeType="withEffect">
                                      <p:stCondLst>
                                        <p:cond delay="750"/>
                                      </p:stCondLst>
                                      <p:childTnLst>
                                        <p:set>
                                          <p:cBhvr>
                                            <p:cTn id="48" dur="1" fill="hold">
                                              <p:stCondLst>
                                                <p:cond delay="0"/>
                                              </p:stCondLst>
                                            </p:cTn>
                                            <p:tgtEl>
                                              <p:spTgt spid="14"/>
                                            </p:tgtEl>
                                            <p:attrNameLst>
                                              <p:attrName>style.visibility</p:attrName>
                                            </p:attrNameLst>
                                          </p:cBhvr>
                                          <p:to>
                                            <p:strVal val="visible"/>
                                          </p:to>
                                        </p:set>
                                        <p:anim calcmode="lin" valueType="num">
                                          <p:cBhvr>
                                            <p:cTn id="49" dur="500" fill="hold"/>
                                            <p:tgtEl>
                                              <p:spTgt spid="14"/>
                                            </p:tgtEl>
                                            <p:attrNameLst>
                                              <p:attrName>ppt_w</p:attrName>
                                            </p:attrNameLst>
                                          </p:cBhvr>
                                          <p:tavLst>
                                            <p:tav tm="0">
                                              <p:val>
                                                <p:fltVal val="0"/>
                                              </p:val>
                                            </p:tav>
                                            <p:tav tm="100000">
                                              <p:val>
                                                <p:strVal val="#ppt_w"/>
                                              </p:val>
                                            </p:tav>
                                          </p:tavLst>
                                        </p:anim>
                                        <p:anim calcmode="lin" valueType="num">
                                          <p:cBhvr>
                                            <p:cTn id="50" dur="500" fill="hold"/>
                                            <p:tgtEl>
                                              <p:spTgt spid="14"/>
                                            </p:tgtEl>
                                            <p:attrNameLst>
                                              <p:attrName>ppt_h</p:attrName>
                                            </p:attrNameLst>
                                          </p:cBhvr>
                                          <p:tavLst>
                                            <p:tav tm="0">
                                              <p:val>
                                                <p:fltVal val="0"/>
                                              </p:val>
                                            </p:tav>
                                            <p:tav tm="100000">
                                              <p:val>
                                                <p:strVal val="#ppt_h"/>
                                              </p:val>
                                            </p:tav>
                                          </p:tavLst>
                                        </p:anim>
                                        <p:animEffect transition="in" filter="fade">
                                          <p:cBhvr>
                                            <p:cTn id="51" dur="500"/>
                                            <p:tgtEl>
                                              <p:spTgt spid="14"/>
                                            </p:tgtEl>
                                          </p:cBhvr>
                                        </p:animEffect>
                                      </p:childTnLst>
                                    </p:cTn>
                                  </p:par>
                                  <p:par>
                                    <p:cTn id="52" presetID="53" presetClass="entr" presetSubtype="16" fill="hold" grpId="0" nodeType="withEffect">
                                      <p:stCondLst>
                                        <p:cond delay="1000"/>
                                      </p:stCondLst>
                                      <p:childTnLst>
                                        <p:set>
                                          <p:cBhvr>
                                            <p:cTn id="53" dur="1" fill="hold">
                                              <p:stCondLst>
                                                <p:cond delay="0"/>
                                              </p:stCondLst>
                                            </p:cTn>
                                            <p:tgtEl>
                                              <p:spTgt spid="13"/>
                                            </p:tgtEl>
                                            <p:attrNameLst>
                                              <p:attrName>style.visibility</p:attrName>
                                            </p:attrNameLst>
                                          </p:cBhvr>
                                          <p:to>
                                            <p:strVal val="visible"/>
                                          </p:to>
                                        </p:set>
                                        <p:anim calcmode="lin" valueType="num">
                                          <p:cBhvr>
                                            <p:cTn id="54" dur="500" fill="hold"/>
                                            <p:tgtEl>
                                              <p:spTgt spid="13"/>
                                            </p:tgtEl>
                                            <p:attrNameLst>
                                              <p:attrName>ppt_w</p:attrName>
                                            </p:attrNameLst>
                                          </p:cBhvr>
                                          <p:tavLst>
                                            <p:tav tm="0">
                                              <p:val>
                                                <p:fltVal val="0"/>
                                              </p:val>
                                            </p:tav>
                                            <p:tav tm="100000">
                                              <p:val>
                                                <p:strVal val="#ppt_w"/>
                                              </p:val>
                                            </p:tav>
                                          </p:tavLst>
                                        </p:anim>
                                        <p:anim calcmode="lin" valueType="num">
                                          <p:cBhvr>
                                            <p:cTn id="55" dur="500" fill="hold"/>
                                            <p:tgtEl>
                                              <p:spTgt spid="13"/>
                                            </p:tgtEl>
                                            <p:attrNameLst>
                                              <p:attrName>ppt_h</p:attrName>
                                            </p:attrNameLst>
                                          </p:cBhvr>
                                          <p:tavLst>
                                            <p:tav tm="0">
                                              <p:val>
                                                <p:fltVal val="0"/>
                                              </p:val>
                                            </p:tav>
                                            <p:tav tm="100000">
                                              <p:val>
                                                <p:strVal val="#ppt_h"/>
                                              </p:val>
                                            </p:tav>
                                          </p:tavLst>
                                        </p:anim>
                                        <p:animEffect transition="in" filter="fade">
                                          <p:cBhvr>
                                            <p:cTn id="56" dur="500"/>
                                            <p:tgtEl>
                                              <p:spTgt spid="13"/>
                                            </p:tgtEl>
                                          </p:cBhvr>
                                        </p:animEffect>
                                      </p:childTnLst>
                                    </p:cTn>
                                  </p:par>
                                  <p:par>
                                    <p:cTn id="57" presetID="53" presetClass="entr" presetSubtype="16" fill="hold" grpId="0" nodeType="withEffect">
                                      <p:stCondLst>
                                        <p:cond delay="1250"/>
                                      </p:stCondLst>
                                      <p:childTnLst>
                                        <p:set>
                                          <p:cBhvr>
                                            <p:cTn id="58" dur="1" fill="hold">
                                              <p:stCondLst>
                                                <p:cond delay="0"/>
                                              </p:stCondLst>
                                            </p:cTn>
                                            <p:tgtEl>
                                              <p:spTgt spid="12"/>
                                            </p:tgtEl>
                                            <p:attrNameLst>
                                              <p:attrName>style.visibility</p:attrName>
                                            </p:attrNameLst>
                                          </p:cBhvr>
                                          <p:to>
                                            <p:strVal val="visible"/>
                                          </p:to>
                                        </p:set>
                                        <p:anim calcmode="lin" valueType="num">
                                          <p:cBhvr>
                                            <p:cTn id="59" dur="500" fill="hold"/>
                                            <p:tgtEl>
                                              <p:spTgt spid="12"/>
                                            </p:tgtEl>
                                            <p:attrNameLst>
                                              <p:attrName>ppt_w</p:attrName>
                                            </p:attrNameLst>
                                          </p:cBhvr>
                                          <p:tavLst>
                                            <p:tav tm="0">
                                              <p:val>
                                                <p:fltVal val="0"/>
                                              </p:val>
                                            </p:tav>
                                            <p:tav tm="100000">
                                              <p:val>
                                                <p:strVal val="#ppt_w"/>
                                              </p:val>
                                            </p:tav>
                                          </p:tavLst>
                                        </p:anim>
                                        <p:anim calcmode="lin" valueType="num">
                                          <p:cBhvr>
                                            <p:cTn id="60" dur="500" fill="hold"/>
                                            <p:tgtEl>
                                              <p:spTgt spid="12"/>
                                            </p:tgtEl>
                                            <p:attrNameLst>
                                              <p:attrName>ppt_h</p:attrName>
                                            </p:attrNameLst>
                                          </p:cBhvr>
                                          <p:tavLst>
                                            <p:tav tm="0">
                                              <p:val>
                                                <p:fltVal val="0"/>
                                              </p:val>
                                            </p:tav>
                                            <p:tav tm="100000">
                                              <p:val>
                                                <p:strVal val="#ppt_h"/>
                                              </p:val>
                                            </p:tav>
                                          </p:tavLst>
                                        </p:anim>
                                        <p:animEffect transition="in" filter="fade">
                                          <p:cBhvr>
                                            <p:cTn id="61" dur="500"/>
                                            <p:tgtEl>
                                              <p:spTgt spid="12"/>
                                            </p:tgtEl>
                                          </p:cBhvr>
                                        </p:animEffect>
                                      </p:childTnLst>
                                    </p:cTn>
                                  </p:par>
                                  <p:par>
                                    <p:cTn id="62" presetID="53" presetClass="entr" presetSubtype="16" fill="hold" grpId="0" nodeType="withEffect">
                                      <p:stCondLst>
                                        <p:cond delay="1500"/>
                                      </p:stCondLst>
                                      <p:childTnLst>
                                        <p:set>
                                          <p:cBhvr>
                                            <p:cTn id="63" dur="1" fill="hold">
                                              <p:stCondLst>
                                                <p:cond delay="0"/>
                                              </p:stCondLst>
                                            </p:cTn>
                                            <p:tgtEl>
                                              <p:spTgt spid="11"/>
                                            </p:tgtEl>
                                            <p:attrNameLst>
                                              <p:attrName>style.visibility</p:attrName>
                                            </p:attrNameLst>
                                          </p:cBhvr>
                                          <p:to>
                                            <p:strVal val="visible"/>
                                          </p:to>
                                        </p:set>
                                        <p:anim calcmode="lin" valueType="num">
                                          <p:cBhvr>
                                            <p:cTn id="64" dur="500" fill="hold"/>
                                            <p:tgtEl>
                                              <p:spTgt spid="11"/>
                                            </p:tgtEl>
                                            <p:attrNameLst>
                                              <p:attrName>ppt_w</p:attrName>
                                            </p:attrNameLst>
                                          </p:cBhvr>
                                          <p:tavLst>
                                            <p:tav tm="0">
                                              <p:val>
                                                <p:fltVal val="0"/>
                                              </p:val>
                                            </p:tav>
                                            <p:tav tm="100000">
                                              <p:val>
                                                <p:strVal val="#ppt_w"/>
                                              </p:val>
                                            </p:tav>
                                          </p:tavLst>
                                        </p:anim>
                                        <p:anim calcmode="lin" valueType="num">
                                          <p:cBhvr>
                                            <p:cTn id="65" dur="500" fill="hold"/>
                                            <p:tgtEl>
                                              <p:spTgt spid="11"/>
                                            </p:tgtEl>
                                            <p:attrNameLst>
                                              <p:attrName>ppt_h</p:attrName>
                                            </p:attrNameLst>
                                          </p:cBhvr>
                                          <p:tavLst>
                                            <p:tav tm="0">
                                              <p:val>
                                                <p:fltVal val="0"/>
                                              </p:val>
                                            </p:tav>
                                            <p:tav tm="100000">
                                              <p:val>
                                                <p:strVal val="#ppt_h"/>
                                              </p:val>
                                            </p:tav>
                                          </p:tavLst>
                                        </p:anim>
                                        <p:animEffect transition="in" filter="fade">
                                          <p:cBhvr>
                                            <p:cTn id="66" dur="500"/>
                                            <p:tgtEl>
                                              <p:spTgt spid="11"/>
                                            </p:tgtEl>
                                          </p:cBhvr>
                                        </p:animEffect>
                                      </p:childTnLst>
                                    </p:cTn>
                                  </p:par>
                                  <p:par>
                                    <p:cTn id="67" presetID="2" presetClass="entr" presetSubtype="8" fill="hold" grpId="0" nodeType="withEffect">
                                      <p:stCondLst>
                                        <p:cond delay="250"/>
                                      </p:stCondLst>
                                      <p:childTnLst>
                                        <p:set>
                                          <p:cBhvr>
                                            <p:cTn id="68" dur="1" fill="hold">
                                              <p:stCondLst>
                                                <p:cond delay="0"/>
                                              </p:stCondLst>
                                            </p:cTn>
                                            <p:tgtEl>
                                              <p:spTgt spid="31"/>
                                            </p:tgtEl>
                                            <p:attrNameLst>
                                              <p:attrName>style.visibility</p:attrName>
                                            </p:attrNameLst>
                                          </p:cBhvr>
                                          <p:to>
                                            <p:strVal val="visible"/>
                                          </p:to>
                                        </p:set>
                                        <p:anim calcmode="lin" valueType="num">
                                          <p:cBhvr additive="base">
                                            <p:cTn id="69" dur="1000" fill="hold"/>
                                            <p:tgtEl>
                                              <p:spTgt spid="31"/>
                                            </p:tgtEl>
                                            <p:attrNameLst>
                                              <p:attrName>ppt_x</p:attrName>
                                            </p:attrNameLst>
                                          </p:cBhvr>
                                          <p:tavLst>
                                            <p:tav tm="0">
                                              <p:val>
                                                <p:strVal val="0-#ppt_w/2"/>
                                              </p:val>
                                            </p:tav>
                                            <p:tav tm="100000">
                                              <p:val>
                                                <p:strVal val="#ppt_x"/>
                                              </p:val>
                                            </p:tav>
                                          </p:tavLst>
                                        </p:anim>
                                        <p:anim calcmode="lin" valueType="num">
                                          <p:cBhvr additive="base">
                                            <p:cTn id="70" dur="1000" fill="hold"/>
                                            <p:tgtEl>
                                              <p:spTgt spid="31"/>
                                            </p:tgtEl>
                                            <p:attrNameLst>
                                              <p:attrName>ppt_y</p:attrName>
                                            </p:attrNameLst>
                                          </p:cBhvr>
                                          <p:tavLst>
                                            <p:tav tm="0">
                                              <p:val>
                                                <p:strVal val="#ppt_y"/>
                                              </p:val>
                                            </p:tav>
                                            <p:tav tm="100000">
                                              <p:val>
                                                <p:strVal val="#ppt_y"/>
                                              </p:val>
                                            </p:tav>
                                          </p:tavLst>
                                        </p:anim>
                                      </p:childTnLst>
                                    </p:cTn>
                                  </p:par>
                                  <p:par>
                                    <p:cTn id="71" presetID="2" presetClass="entr" presetSubtype="8" fill="hold" grpId="0" nodeType="withEffect">
                                      <p:stCondLst>
                                        <p:cond delay="250"/>
                                      </p:stCondLst>
                                      <p:childTnLst>
                                        <p:set>
                                          <p:cBhvr>
                                            <p:cTn id="72" dur="1" fill="hold">
                                              <p:stCondLst>
                                                <p:cond delay="0"/>
                                              </p:stCondLst>
                                            </p:cTn>
                                            <p:tgtEl>
                                              <p:spTgt spid="32"/>
                                            </p:tgtEl>
                                            <p:attrNameLst>
                                              <p:attrName>style.visibility</p:attrName>
                                            </p:attrNameLst>
                                          </p:cBhvr>
                                          <p:to>
                                            <p:strVal val="visible"/>
                                          </p:to>
                                        </p:set>
                                        <p:anim calcmode="lin" valueType="num">
                                          <p:cBhvr additive="base">
                                            <p:cTn id="73" dur="1000" fill="hold"/>
                                            <p:tgtEl>
                                              <p:spTgt spid="32"/>
                                            </p:tgtEl>
                                            <p:attrNameLst>
                                              <p:attrName>ppt_x</p:attrName>
                                            </p:attrNameLst>
                                          </p:cBhvr>
                                          <p:tavLst>
                                            <p:tav tm="0">
                                              <p:val>
                                                <p:strVal val="0-#ppt_w/2"/>
                                              </p:val>
                                            </p:tav>
                                            <p:tav tm="100000">
                                              <p:val>
                                                <p:strVal val="#ppt_x"/>
                                              </p:val>
                                            </p:tav>
                                          </p:tavLst>
                                        </p:anim>
                                        <p:anim calcmode="lin" valueType="num">
                                          <p:cBhvr additive="base">
                                            <p:cTn id="74" dur="1000" fill="hold"/>
                                            <p:tgtEl>
                                              <p:spTgt spid="32"/>
                                            </p:tgtEl>
                                            <p:attrNameLst>
                                              <p:attrName>ppt_y</p:attrName>
                                            </p:attrNameLst>
                                          </p:cBhvr>
                                          <p:tavLst>
                                            <p:tav tm="0">
                                              <p:val>
                                                <p:strVal val="#ppt_y"/>
                                              </p:val>
                                            </p:tav>
                                            <p:tav tm="100000">
                                              <p:val>
                                                <p:strVal val="#ppt_y"/>
                                              </p:val>
                                            </p:tav>
                                          </p:tavLst>
                                        </p:anim>
                                      </p:childTnLst>
                                    </p:cTn>
                                  </p:par>
                                  <p:par>
                                    <p:cTn id="75" presetID="2" presetClass="entr" presetSubtype="8" fill="hold" grpId="0" nodeType="withEffect">
                                      <p:stCondLst>
                                        <p:cond delay="500"/>
                                      </p:stCondLst>
                                      <p:childTnLst>
                                        <p:set>
                                          <p:cBhvr>
                                            <p:cTn id="76" dur="1" fill="hold">
                                              <p:stCondLst>
                                                <p:cond delay="0"/>
                                              </p:stCondLst>
                                            </p:cTn>
                                            <p:tgtEl>
                                              <p:spTgt spid="29"/>
                                            </p:tgtEl>
                                            <p:attrNameLst>
                                              <p:attrName>style.visibility</p:attrName>
                                            </p:attrNameLst>
                                          </p:cBhvr>
                                          <p:to>
                                            <p:strVal val="visible"/>
                                          </p:to>
                                        </p:set>
                                        <p:anim calcmode="lin" valueType="num">
                                          <p:cBhvr additive="base">
                                            <p:cTn id="77" dur="1000" fill="hold"/>
                                            <p:tgtEl>
                                              <p:spTgt spid="29"/>
                                            </p:tgtEl>
                                            <p:attrNameLst>
                                              <p:attrName>ppt_x</p:attrName>
                                            </p:attrNameLst>
                                          </p:cBhvr>
                                          <p:tavLst>
                                            <p:tav tm="0">
                                              <p:val>
                                                <p:strVal val="0-#ppt_w/2"/>
                                              </p:val>
                                            </p:tav>
                                            <p:tav tm="100000">
                                              <p:val>
                                                <p:strVal val="#ppt_x"/>
                                              </p:val>
                                            </p:tav>
                                          </p:tavLst>
                                        </p:anim>
                                        <p:anim calcmode="lin" valueType="num">
                                          <p:cBhvr additive="base">
                                            <p:cTn id="78" dur="1000" fill="hold"/>
                                            <p:tgtEl>
                                              <p:spTgt spid="29"/>
                                            </p:tgtEl>
                                            <p:attrNameLst>
                                              <p:attrName>ppt_y</p:attrName>
                                            </p:attrNameLst>
                                          </p:cBhvr>
                                          <p:tavLst>
                                            <p:tav tm="0">
                                              <p:val>
                                                <p:strVal val="#ppt_y"/>
                                              </p:val>
                                            </p:tav>
                                            <p:tav tm="100000">
                                              <p:val>
                                                <p:strVal val="#ppt_y"/>
                                              </p:val>
                                            </p:tav>
                                          </p:tavLst>
                                        </p:anim>
                                      </p:childTnLst>
                                    </p:cTn>
                                  </p:par>
                                  <p:par>
                                    <p:cTn id="79" presetID="2" presetClass="entr" presetSubtype="8" fill="hold" grpId="0" nodeType="withEffect">
                                      <p:stCondLst>
                                        <p:cond delay="500"/>
                                      </p:stCondLst>
                                      <p:childTnLst>
                                        <p:set>
                                          <p:cBhvr>
                                            <p:cTn id="80" dur="1" fill="hold">
                                              <p:stCondLst>
                                                <p:cond delay="0"/>
                                              </p:stCondLst>
                                            </p:cTn>
                                            <p:tgtEl>
                                              <p:spTgt spid="30"/>
                                            </p:tgtEl>
                                            <p:attrNameLst>
                                              <p:attrName>style.visibility</p:attrName>
                                            </p:attrNameLst>
                                          </p:cBhvr>
                                          <p:to>
                                            <p:strVal val="visible"/>
                                          </p:to>
                                        </p:set>
                                        <p:anim calcmode="lin" valueType="num">
                                          <p:cBhvr additive="base">
                                            <p:cTn id="81" dur="1000" fill="hold"/>
                                            <p:tgtEl>
                                              <p:spTgt spid="30"/>
                                            </p:tgtEl>
                                            <p:attrNameLst>
                                              <p:attrName>ppt_x</p:attrName>
                                            </p:attrNameLst>
                                          </p:cBhvr>
                                          <p:tavLst>
                                            <p:tav tm="0">
                                              <p:val>
                                                <p:strVal val="0-#ppt_w/2"/>
                                              </p:val>
                                            </p:tav>
                                            <p:tav tm="100000">
                                              <p:val>
                                                <p:strVal val="#ppt_x"/>
                                              </p:val>
                                            </p:tav>
                                          </p:tavLst>
                                        </p:anim>
                                        <p:anim calcmode="lin" valueType="num">
                                          <p:cBhvr additive="base">
                                            <p:cTn id="82" dur="1000" fill="hold"/>
                                            <p:tgtEl>
                                              <p:spTgt spid="30"/>
                                            </p:tgtEl>
                                            <p:attrNameLst>
                                              <p:attrName>ppt_y</p:attrName>
                                            </p:attrNameLst>
                                          </p:cBhvr>
                                          <p:tavLst>
                                            <p:tav tm="0">
                                              <p:val>
                                                <p:strVal val="#ppt_y"/>
                                              </p:val>
                                            </p:tav>
                                            <p:tav tm="100000">
                                              <p:val>
                                                <p:strVal val="#ppt_y"/>
                                              </p:val>
                                            </p:tav>
                                          </p:tavLst>
                                        </p:anim>
                                      </p:childTnLst>
                                    </p:cTn>
                                  </p:par>
                                  <p:par>
                                    <p:cTn id="83" presetID="2" presetClass="entr" presetSubtype="8" fill="hold" grpId="0" nodeType="withEffect">
                                      <p:stCondLst>
                                        <p:cond delay="750"/>
                                      </p:stCondLst>
                                      <p:childTnLst>
                                        <p:set>
                                          <p:cBhvr>
                                            <p:cTn id="84" dur="1" fill="hold">
                                              <p:stCondLst>
                                                <p:cond delay="0"/>
                                              </p:stCondLst>
                                            </p:cTn>
                                            <p:tgtEl>
                                              <p:spTgt spid="27"/>
                                            </p:tgtEl>
                                            <p:attrNameLst>
                                              <p:attrName>style.visibility</p:attrName>
                                            </p:attrNameLst>
                                          </p:cBhvr>
                                          <p:to>
                                            <p:strVal val="visible"/>
                                          </p:to>
                                        </p:set>
                                        <p:anim calcmode="lin" valueType="num">
                                          <p:cBhvr additive="base">
                                            <p:cTn id="85" dur="1000" fill="hold"/>
                                            <p:tgtEl>
                                              <p:spTgt spid="27"/>
                                            </p:tgtEl>
                                            <p:attrNameLst>
                                              <p:attrName>ppt_x</p:attrName>
                                            </p:attrNameLst>
                                          </p:cBhvr>
                                          <p:tavLst>
                                            <p:tav tm="0">
                                              <p:val>
                                                <p:strVal val="0-#ppt_w/2"/>
                                              </p:val>
                                            </p:tav>
                                            <p:tav tm="100000">
                                              <p:val>
                                                <p:strVal val="#ppt_x"/>
                                              </p:val>
                                            </p:tav>
                                          </p:tavLst>
                                        </p:anim>
                                        <p:anim calcmode="lin" valueType="num">
                                          <p:cBhvr additive="base">
                                            <p:cTn id="86" dur="1000" fill="hold"/>
                                            <p:tgtEl>
                                              <p:spTgt spid="27"/>
                                            </p:tgtEl>
                                            <p:attrNameLst>
                                              <p:attrName>ppt_y</p:attrName>
                                            </p:attrNameLst>
                                          </p:cBhvr>
                                          <p:tavLst>
                                            <p:tav tm="0">
                                              <p:val>
                                                <p:strVal val="#ppt_y"/>
                                              </p:val>
                                            </p:tav>
                                            <p:tav tm="100000">
                                              <p:val>
                                                <p:strVal val="#ppt_y"/>
                                              </p:val>
                                            </p:tav>
                                          </p:tavLst>
                                        </p:anim>
                                      </p:childTnLst>
                                    </p:cTn>
                                  </p:par>
                                  <p:par>
                                    <p:cTn id="87" presetID="2" presetClass="entr" presetSubtype="8" fill="hold" grpId="0" nodeType="withEffect">
                                      <p:stCondLst>
                                        <p:cond delay="750"/>
                                      </p:stCondLst>
                                      <p:childTnLst>
                                        <p:set>
                                          <p:cBhvr>
                                            <p:cTn id="88" dur="1" fill="hold">
                                              <p:stCondLst>
                                                <p:cond delay="0"/>
                                              </p:stCondLst>
                                            </p:cTn>
                                            <p:tgtEl>
                                              <p:spTgt spid="28"/>
                                            </p:tgtEl>
                                            <p:attrNameLst>
                                              <p:attrName>style.visibility</p:attrName>
                                            </p:attrNameLst>
                                          </p:cBhvr>
                                          <p:to>
                                            <p:strVal val="visible"/>
                                          </p:to>
                                        </p:set>
                                        <p:anim calcmode="lin" valueType="num">
                                          <p:cBhvr additive="base">
                                            <p:cTn id="89" dur="1000" fill="hold"/>
                                            <p:tgtEl>
                                              <p:spTgt spid="28"/>
                                            </p:tgtEl>
                                            <p:attrNameLst>
                                              <p:attrName>ppt_x</p:attrName>
                                            </p:attrNameLst>
                                          </p:cBhvr>
                                          <p:tavLst>
                                            <p:tav tm="0">
                                              <p:val>
                                                <p:strVal val="0-#ppt_w/2"/>
                                              </p:val>
                                            </p:tav>
                                            <p:tav tm="100000">
                                              <p:val>
                                                <p:strVal val="#ppt_x"/>
                                              </p:val>
                                            </p:tav>
                                          </p:tavLst>
                                        </p:anim>
                                        <p:anim calcmode="lin" valueType="num">
                                          <p:cBhvr additive="base">
                                            <p:cTn id="90" dur="1000" fill="hold"/>
                                            <p:tgtEl>
                                              <p:spTgt spid="28"/>
                                            </p:tgtEl>
                                            <p:attrNameLst>
                                              <p:attrName>ppt_y</p:attrName>
                                            </p:attrNameLst>
                                          </p:cBhvr>
                                          <p:tavLst>
                                            <p:tav tm="0">
                                              <p:val>
                                                <p:strVal val="#ppt_y"/>
                                              </p:val>
                                            </p:tav>
                                            <p:tav tm="100000">
                                              <p:val>
                                                <p:strVal val="#ppt_y"/>
                                              </p:val>
                                            </p:tav>
                                          </p:tavLst>
                                        </p:anim>
                                      </p:childTnLst>
                                    </p:cTn>
                                  </p:par>
                                  <p:par>
                                    <p:cTn id="91" presetID="2" presetClass="entr" presetSubtype="8" fill="hold" grpId="0" nodeType="withEffect">
                                      <p:stCondLst>
                                        <p:cond delay="1000"/>
                                      </p:stCondLst>
                                      <p:childTnLst>
                                        <p:set>
                                          <p:cBhvr>
                                            <p:cTn id="92" dur="1" fill="hold">
                                              <p:stCondLst>
                                                <p:cond delay="0"/>
                                              </p:stCondLst>
                                            </p:cTn>
                                            <p:tgtEl>
                                              <p:spTgt spid="25"/>
                                            </p:tgtEl>
                                            <p:attrNameLst>
                                              <p:attrName>style.visibility</p:attrName>
                                            </p:attrNameLst>
                                          </p:cBhvr>
                                          <p:to>
                                            <p:strVal val="visible"/>
                                          </p:to>
                                        </p:set>
                                        <p:anim calcmode="lin" valueType="num">
                                          <p:cBhvr additive="base">
                                            <p:cTn id="93" dur="1000" fill="hold"/>
                                            <p:tgtEl>
                                              <p:spTgt spid="25"/>
                                            </p:tgtEl>
                                            <p:attrNameLst>
                                              <p:attrName>ppt_x</p:attrName>
                                            </p:attrNameLst>
                                          </p:cBhvr>
                                          <p:tavLst>
                                            <p:tav tm="0">
                                              <p:val>
                                                <p:strVal val="0-#ppt_w/2"/>
                                              </p:val>
                                            </p:tav>
                                            <p:tav tm="100000">
                                              <p:val>
                                                <p:strVal val="#ppt_x"/>
                                              </p:val>
                                            </p:tav>
                                          </p:tavLst>
                                        </p:anim>
                                        <p:anim calcmode="lin" valueType="num">
                                          <p:cBhvr additive="base">
                                            <p:cTn id="94" dur="1000" fill="hold"/>
                                            <p:tgtEl>
                                              <p:spTgt spid="25"/>
                                            </p:tgtEl>
                                            <p:attrNameLst>
                                              <p:attrName>ppt_y</p:attrName>
                                            </p:attrNameLst>
                                          </p:cBhvr>
                                          <p:tavLst>
                                            <p:tav tm="0">
                                              <p:val>
                                                <p:strVal val="#ppt_y"/>
                                              </p:val>
                                            </p:tav>
                                            <p:tav tm="100000">
                                              <p:val>
                                                <p:strVal val="#ppt_y"/>
                                              </p:val>
                                            </p:tav>
                                          </p:tavLst>
                                        </p:anim>
                                      </p:childTnLst>
                                    </p:cTn>
                                  </p:par>
                                  <p:par>
                                    <p:cTn id="95" presetID="2" presetClass="entr" presetSubtype="8" fill="hold" grpId="0" nodeType="withEffect">
                                      <p:stCondLst>
                                        <p:cond delay="100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1000" fill="hold"/>
                                            <p:tgtEl>
                                              <p:spTgt spid="26"/>
                                            </p:tgtEl>
                                            <p:attrNameLst>
                                              <p:attrName>ppt_x</p:attrName>
                                            </p:attrNameLst>
                                          </p:cBhvr>
                                          <p:tavLst>
                                            <p:tav tm="0">
                                              <p:val>
                                                <p:strVal val="0-#ppt_w/2"/>
                                              </p:val>
                                            </p:tav>
                                            <p:tav tm="100000">
                                              <p:val>
                                                <p:strVal val="#ppt_x"/>
                                              </p:val>
                                            </p:tav>
                                          </p:tavLst>
                                        </p:anim>
                                        <p:anim calcmode="lin" valueType="num">
                                          <p:cBhvr additive="base">
                                            <p:cTn id="98" dur="1000" fill="hold"/>
                                            <p:tgtEl>
                                              <p:spTgt spid="26"/>
                                            </p:tgtEl>
                                            <p:attrNameLst>
                                              <p:attrName>ppt_y</p:attrName>
                                            </p:attrNameLst>
                                          </p:cBhvr>
                                          <p:tavLst>
                                            <p:tav tm="0">
                                              <p:val>
                                                <p:strVal val="#ppt_y"/>
                                              </p:val>
                                            </p:tav>
                                            <p:tav tm="100000">
                                              <p:val>
                                                <p:strVal val="#ppt_y"/>
                                              </p:val>
                                            </p:tav>
                                          </p:tavLst>
                                        </p:anim>
                                      </p:childTnLst>
                                    </p:cTn>
                                  </p:par>
                                  <p:par>
                                    <p:cTn id="99" presetID="2" presetClass="entr" presetSubtype="8" fill="hold" grpId="0" nodeType="withEffect">
                                      <p:stCondLst>
                                        <p:cond delay="1250"/>
                                      </p:stCondLst>
                                      <p:childTnLst>
                                        <p:set>
                                          <p:cBhvr>
                                            <p:cTn id="100" dur="1" fill="hold">
                                              <p:stCondLst>
                                                <p:cond delay="0"/>
                                              </p:stCondLst>
                                            </p:cTn>
                                            <p:tgtEl>
                                              <p:spTgt spid="22"/>
                                            </p:tgtEl>
                                            <p:attrNameLst>
                                              <p:attrName>style.visibility</p:attrName>
                                            </p:attrNameLst>
                                          </p:cBhvr>
                                          <p:to>
                                            <p:strVal val="visible"/>
                                          </p:to>
                                        </p:set>
                                        <p:anim calcmode="lin" valueType="num">
                                          <p:cBhvr additive="base">
                                            <p:cTn id="101" dur="1000" fill="hold"/>
                                            <p:tgtEl>
                                              <p:spTgt spid="22"/>
                                            </p:tgtEl>
                                            <p:attrNameLst>
                                              <p:attrName>ppt_x</p:attrName>
                                            </p:attrNameLst>
                                          </p:cBhvr>
                                          <p:tavLst>
                                            <p:tav tm="0">
                                              <p:val>
                                                <p:strVal val="0-#ppt_w/2"/>
                                              </p:val>
                                            </p:tav>
                                            <p:tav tm="100000">
                                              <p:val>
                                                <p:strVal val="#ppt_x"/>
                                              </p:val>
                                            </p:tav>
                                          </p:tavLst>
                                        </p:anim>
                                        <p:anim calcmode="lin" valueType="num">
                                          <p:cBhvr additive="base">
                                            <p:cTn id="102" dur="1000" fill="hold"/>
                                            <p:tgtEl>
                                              <p:spTgt spid="22"/>
                                            </p:tgtEl>
                                            <p:attrNameLst>
                                              <p:attrName>ppt_y</p:attrName>
                                            </p:attrNameLst>
                                          </p:cBhvr>
                                          <p:tavLst>
                                            <p:tav tm="0">
                                              <p:val>
                                                <p:strVal val="#ppt_y"/>
                                              </p:val>
                                            </p:tav>
                                            <p:tav tm="100000">
                                              <p:val>
                                                <p:strVal val="#ppt_y"/>
                                              </p:val>
                                            </p:tav>
                                          </p:tavLst>
                                        </p:anim>
                                      </p:childTnLst>
                                    </p:cTn>
                                  </p:par>
                                  <p:par>
                                    <p:cTn id="103" presetID="2" presetClass="entr" presetSubtype="8" fill="hold" grpId="0" nodeType="withEffect">
                                      <p:stCondLst>
                                        <p:cond delay="1250"/>
                                      </p:stCondLst>
                                      <p:childTnLst>
                                        <p:set>
                                          <p:cBhvr>
                                            <p:cTn id="104" dur="1" fill="hold">
                                              <p:stCondLst>
                                                <p:cond delay="0"/>
                                              </p:stCondLst>
                                            </p:cTn>
                                            <p:tgtEl>
                                              <p:spTgt spid="24"/>
                                            </p:tgtEl>
                                            <p:attrNameLst>
                                              <p:attrName>style.visibility</p:attrName>
                                            </p:attrNameLst>
                                          </p:cBhvr>
                                          <p:to>
                                            <p:strVal val="visible"/>
                                          </p:to>
                                        </p:set>
                                        <p:anim calcmode="lin" valueType="num">
                                          <p:cBhvr additive="base">
                                            <p:cTn id="105" dur="1000" fill="hold"/>
                                            <p:tgtEl>
                                              <p:spTgt spid="24"/>
                                            </p:tgtEl>
                                            <p:attrNameLst>
                                              <p:attrName>ppt_x</p:attrName>
                                            </p:attrNameLst>
                                          </p:cBhvr>
                                          <p:tavLst>
                                            <p:tav tm="0">
                                              <p:val>
                                                <p:strVal val="0-#ppt_w/2"/>
                                              </p:val>
                                            </p:tav>
                                            <p:tav tm="100000">
                                              <p:val>
                                                <p:strVal val="#ppt_x"/>
                                              </p:val>
                                            </p:tav>
                                          </p:tavLst>
                                        </p:anim>
                                        <p:anim calcmode="lin" valueType="num">
                                          <p:cBhvr additive="base">
                                            <p:cTn id="106" dur="10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3" grpId="0" animBg="1"/>
          <p:bldP spid="5" grpId="0" animBg="1"/>
          <p:bldP spid="4" grpId="0" animBg="1"/>
          <p:bldGraphic spid="2" grpId="0" uiExpand="1">
            <p:bldSub>
              <a:bldChart bld="category"/>
            </p:bldSub>
          </p:bldGraphic>
          <p:bldP spid="11" grpId="0"/>
          <p:bldP spid="12" grpId="0"/>
          <p:bldP spid="13" grpId="0"/>
          <p:bldP spid="14" grpId="0"/>
          <p:bldP spid="15" grpId="0"/>
          <p:bldP spid="22" grpId="0"/>
          <p:bldP spid="24" grpId="0"/>
          <p:bldP spid="25" grpId="0"/>
          <p:bldP spid="26" grpId="0"/>
          <p:bldP spid="27" grpId="0"/>
          <p:bldP spid="28" grpId="0"/>
          <p:bldP spid="29" grpId="0"/>
          <p:bldP spid="30" grpId="0"/>
          <p:bldP spid="31" grpId="0"/>
          <p:bldP spid="32" grpId="0"/>
        </p:bldLst>
      </p:timing>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 name="Chart 05">
            <a:extLst>
              <a:ext uri="{FF2B5EF4-FFF2-40B4-BE49-F238E27FC236}">
                <a16:creationId xmlns:a16="http://schemas.microsoft.com/office/drawing/2014/main" id="{26CD2222-8243-4F04-BFA5-82418937F5B4}"/>
              </a:ext>
            </a:extLst>
          </p:cNvPr>
          <p:cNvGraphicFramePr/>
          <p:nvPr>
            <p:extLst>
              <p:ext uri="{D42A27DB-BD31-4B8C-83A1-F6EECF244321}">
                <p14:modId xmlns:p14="http://schemas.microsoft.com/office/powerpoint/2010/main" val="563580387"/>
              </p:ext>
            </p:extLst>
          </p:nvPr>
        </p:nvGraphicFramePr>
        <p:xfrm>
          <a:off x="3802586" y="4626826"/>
          <a:ext cx="7208108" cy="151872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3" name="Chart 04">
            <a:extLst>
              <a:ext uri="{FF2B5EF4-FFF2-40B4-BE49-F238E27FC236}">
                <a16:creationId xmlns:a16="http://schemas.microsoft.com/office/drawing/2014/main" id="{4D5F4512-F240-4DDD-ACCC-F03556B30FDE}"/>
              </a:ext>
            </a:extLst>
          </p:cNvPr>
          <p:cNvGraphicFramePr/>
          <p:nvPr>
            <p:extLst>
              <p:ext uri="{D42A27DB-BD31-4B8C-83A1-F6EECF244321}">
                <p14:modId xmlns:p14="http://schemas.microsoft.com/office/powerpoint/2010/main" val="3203168121"/>
              </p:ext>
            </p:extLst>
          </p:nvPr>
        </p:nvGraphicFramePr>
        <p:xfrm>
          <a:off x="3802586" y="3816492"/>
          <a:ext cx="7208108" cy="151872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Chart 03">
            <a:extLst>
              <a:ext uri="{FF2B5EF4-FFF2-40B4-BE49-F238E27FC236}">
                <a16:creationId xmlns:a16="http://schemas.microsoft.com/office/drawing/2014/main" id="{EDC264CD-14D9-40C3-8629-F9CF0C80F410}"/>
              </a:ext>
            </a:extLst>
          </p:cNvPr>
          <p:cNvGraphicFramePr/>
          <p:nvPr>
            <p:extLst>
              <p:ext uri="{D42A27DB-BD31-4B8C-83A1-F6EECF244321}">
                <p14:modId xmlns:p14="http://schemas.microsoft.com/office/powerpoint/2010/main" val="98445731"/>
              </p:ext>
            </p:extLst>
          </p:nvPr>
        </p:nvGraphicFramePr>
        <p:xfrm>
          <a:off x="3802586" y="3057135"/>
          <a:ext cx="7208108" cy="151872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7" name="Chart 02">
            <a:extLst>
              <a:ext uri="{FF2B5EF4-FFF2-40B4-BE49-F238E27FC236}">
                <a16:creationId xmlns:a16="http://schemas.microsoft.com/office/drawing/2014/main" id="{C4D9380A-6DBD-4DBE-B806-F5C7304EEC2F}"/>
              </a:ext>
            </a:extLst>
          </p:cNvPr>
          <p:cNvGraphicFramePr/>
          <p:nvPr>
            <p:extLst>
              <p:ext uri="{D42A27DB-BD31-4B8C-83A1-F6EECF244321}">
                <p14:modId xmlns:p14="http://schemas.microsoft.com/office/powerpoint/2010/main" val="4076692771"/>
              </p:ext>
            </p:extLst>
          </p:nvPr>
        </p:nvGraphicFramePr>
        <p:xfrm>
          <a:off x="3802586" y="2297776"/>
          <a:ext cx="7208108" cy="151872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48" name="Chart 01">
            <a:extLst>
              <a:ext uri="{FF2B5EF4-FFF2-40B4-BE49-F238E27FC236}">
                <a16:creationId xmlns:a16="http://schemas.microsoft.com/office/drawing/2014/main" id="{CC8DF149-71A2-4C61-AB8D-14A236E6E1C8}"/>
              </a:ext>
            </a:extLst>
          </p:cNvPr>
          <p:cNvGraphicFramePr/>
          <p:nvPr>
            <p:extLst>
              <p:ext uri="{D42A27DB-BD31-4B8C-83A1-F6EECF244321}">
                <p14:modId xmlns:p14="http://schemas.microsoft.com/office/powerpoint/2010/main" val="1263605537"/>
              </p:ext>
            </p:extLst>
          </p:nvPr>
        </p:nvGraphicFramePr>
        <p:xfrm>
          <a:off x="3802586" y="1538416"/>
          <a:ext cx="7208108" cy="1518721"/>
        </p:xfrm>
        <a:graphic>
          <a:graphicData uri="http://schemas.openxmlformats.org/drawingml/2006/chart">
            <c:chart xmlns:c="http://schemas.openxmlformats.org/drawingml/2006/chart" xmlns:r="http://schemas.openxmlformats.org/officeDocument/2006/relationships" r:id="rId6"/>
          </a:graphicData>
        </a:graphic>
      </p:graphicFrame>
      <p:sp>
        <p:nvSpPr>
          <p:cNvPr id="67" name="Mask 05">
            <a:extLst>
              <a:ext uri="{FF2B5EF4-FFF2-40B4-BE49-F238E27FC236}">
                <a16:creationId xmlns:a16="http://schemas.microsoft.com/office/drawing/2014/main" id="{462B5631-94EF-45D2-97E6-09E39320B62F}"/>
              </a:ext>
            </a:extLst>
          </p:cNvPr>
          <p:cNvSpPr/>
          <p:nvPr/>
        </p:nvSpPr>
        <p:spPr>
          <a:xfrm>
            <a:off x="3938510" y="4959878"/>
            <a:ext cx="6936258" cy="852616"/>
          </a:xfrm>
          <a:custGeom>
            <a:avLst/>
            <a:gdLst>
              <a:gd name="connsiteX0" fmla="*/ 6933377 w 6936258"/>
              <a:gd name="connsiteY0" fmla="*/ 412037 h 852616"/>
              <a:gd name="connsiteX1" fmla="*/ 6936258 w 6936258"/>
              <a:gd name="connsiteY1" fmla="*/ 426307 h 852616"/>
              <a:gd name="connsiteX2" fmla="*/ 6933377 w 6936258"/>
              <a:gd name="connsiteY2" fmla="*/ 440577 h 852616"/>
              <a:gd name="connsiteX3" fmla="*/ 0 w 6936258"/>
              <a:gd name="connsiteY3" fmla="*/ 0 h 852616"/>
              <a:gd name="connsiteX4" fmla="*/ 6933377 w 6936258"/>
              <a:gd name="connsiteY4" fmla="*/ 0 h 852616"/>
              <a:gd name="connsiteX5" fmla="*/ 6933377 w 6936258"/>
              <a:gd name="connsiteY5" fmla="*/ 412037 h 852616"/>
              <a:gd name="connsiteX6" fmla="*/ 6923683 w 6936258"/>
              <a:gd name="connsiteY6" fmla="*/ 364020 h 852616"/>
              <a:gd name="connsiteX7" fmla="*/ 6776238 w 6936258"/>
              <a:gd name="connsiteY7" fmla="*/ 266287 h 852616"/>
              <a:gd name="connsiteX8" fmla="*/ 162901 w 6936258"/>
              <a:gd name="connsiteY8" fmla="*/ 266287 h 852616"/>
              <a:gd name="connsiteX9" fmla="*/ 2881 w 6936258"/>
              <a:gd name="connsiteY9" fmla="*/ 426307 h 852616"/>
              <a:gd name="connsiteX10" fmla="*/ 162901 w 6936258"/>
              <a:gd name="connsiteY10" fmla="*/ 586327 h 852616"/>
              <a:gd name="connsiteX11" fmla="*/ 6776238 w 6936258"/>
              <a:gd name="connsiteY11" fmla="*/ 586327 h 852616"/>
              <a:gd name="connsiteX12" fmla="*/ 6923683 w 6936258"/>
              <a:gd name="connsiteY12" fmla="*/ 488594 h 852616"/>
              <a:gd name="connsiteX13" fmla="*/ 6933377 w 6936258"/>
              <a:gd name="connsiteY13" fmla="*/ 440577 h 852616"/>
              <a:gd name="connsiteX14" fmla="*/ 6933377 w 6936258"/>
              <a:gd name="connsiteY14" fmla="*/ 852616 h 852616"/>
              <a:gd name="connsiteX15" fmla="*/ 0 w 6936258"/>
              <a:gd name="connsiteY15" fmla="*/ 852616 h 852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936258" h="852616">
                <a:moveTo>
                  <a:pt x="6933377" y="412037"/>
                </a:moveTo>
                <a:lnTo>
                  <a:pt x="6936258" y="426307"/>
                </a:lnTo>
                <a:lnTo>
                  <a:pt x="6933377" y="440577"/>
                </a:lnTo>
                <a:close/>
                <a:moveTo>
                  <a:pt x="0" y="0"/>
                </a:moveTo>
                <a:lnTo>
                  <a:pt x="6933377" y="0"/>
                </a:lnTo>
                <a:lnTo>
                  <a:pt x="6933377" y="412037"/>
                </a:lnTo>
                <a:lnTo>
                  <a:pt x="6923683" y="364020"/>
                </a:lnTo>
                <a:cubicBezTo>
                  <a:pt x="6899391" y="306586"/>
                  <a:pt x="6842521" y="266287"/>
                  <a:pt x="6776238" y="266287"/>
                </a:cubicBezTo>
                <a:lnTo>
                  <a:pt x="162901" y="266287"/>
                </a:lnTo>
                <a:cubicBezTo>
                  <a:pt x="74524" y="266287"/>
                  <a:pt x="2881" y="337930"/>
                  <a:pt x="2881" y="426307"/>
                </a:cubicBezTo>
                <a:cubicBezTo>
                  <a:pt x="2881" y="514684"/>
                  <a:pt x="74524" y="586327"/>
                  <a:pt x="162901" y="586327"/>
                </a:cubicBezTo>
                <a:lnTo>
                  <a:pt x="6776238" y="586327"/>
                </a:lnTo>
                <a:cubicBezTo>
                  <a:pt x="6842521" y="586327"/>
                  <a:pt x="6899391" y="546028"/>
                  <a:pt x="6923683" y="488594"/>
                </a:cubicBezTo>
                <a:lnTo>
                  <a:pt x="6933377" y="440577"/>
                </a:lnTo>
                <a:lnTo>
                  <a:pt x="6933377" y="852616"/>
                </a:lnTo>
                <a:lnTo>
                  <a:pt x="0" y="852616"/>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p>
        </p:txBody>
      </p:sp>
      <p:sp>
        <p:nvSpPr>
          <p:cNvPr id="64" name="Mask 04">
            <a:extLst>
              <a:ext uri="{FF2B5EF4-FFF2-40B4-BE49-F238E27FC236}">
                <a16:creationId xmlns:a16="http://schemas.microsoft.com/office/drawing/2014/main" id="{5B2637D5-83C3-4ADC-86A7-3687FBB99D39}"/>
              </a:ext>
            </a:extLst>
          </p:cNvPr>
          <p:cNvSpPr/>
          <p:nvPr/>
        </p:nvSpPr>
        <p:spPr>
          <a:xfrm>
            <a:off x="3938510" y="4149544"/>
            <a:ext cx="6936258" cy="852616"/>
          </a:xfrm>
          <a:custGeom>
            <a:avLst/>
            <a:gdLst>
              <a:gd name="connsiteX0" fmla="*/ 6933377 w 6936258"/>
              <a:gd name="connsiteY0" fmla="*/ 412037 h 852616"/>
              <a:gd name="connsiteX1" fmla="*/ 6936258 w 6936258"/>
              <a:gd name="connsiteY1" fmla="*/ 426307 h 852616"/>
              <a:gd name="connsiteX2" fmla="*/ 6933377 w 6936258"/>
              <a:gd name="connsiteY2" fmla="*/ 440577 h 852616"/>
              <a:gd name="connsiteX3" fmla="*/ 0 w 6936258"/>
              <a:gd name="connsiteY3" fmla="*/ 0 h 852616"/>
              <a:gd name="connsiteX4" fmla="*/ 6933377 w 6936258"/>
              <a:gd name="connsiteY4" fmla="*/ 0 h 852616"/>
              <a:gd name="connsiteX5" fmla="*/ 6933377 w 6936258"/>
              <a:gd name="connsiteY5" fmla="*/ 412037 h 852616"/>
              <a:gd name="connsiteX6" fmla="*/ 6923683 w 6936258"/>
              <a:gd name="connsiteY6" fmla="*/ 364020 h 852616"/>
              <a:gd name="connsiteX7" fmla="*/ 6776238 w 6936258"/>
              <a:gd name="connsiteY7" fmla="*/ 266287 h 852616"/>
              <a:gd name="connsiteX8" fmla="*/ 162901 w 6936258"/>
              <a:gd name="connsiteY8" fmla="*/ 266287 h 852616"/>
              <a:gd name="connsiteX9" fmla="*/ 2881 w 6936258"/>
              <a:gd name="connsiteY9" fmla="*/ 426307 h 852616"/>
              <a:gd name="connsiteX10" fmla="*/ 162901 w 6936258"/>
              <a:gd name="connsiteY10" fmla="*/ 586327 h 852616"/>
              <a:gd name="connsiteX11" fmla="*/ 6776238 w 6936258"/>
              <a:gd name="connsiteY11" fmla="*/ 586327 h 852616"/>
              <a:gd name="connsiteX12" fmla="*/ 6923683 w 6936258"/>
              <a:gd name="connsiteY12" fmla="*/ 488594 h 852616"/>
              <a:gd name="connsiteX13" fmla="*/ 6933377 w 6936258"/>
              <a:gd name="connsiteY13" fmla="*/ 440577 h 852616"/>
              <a:gd name="connsiteX14" fmla="*/ 6933377 w 6936258"/>
              <a:gd name="connsiteY14" fmla="*/ 852616 h 852616"/>
              <a:gd name="connsiteX15" fmla="*/ 0 w 6936258"/>
              <a:gd name="connsiteY15" fmla="*/ 852616 h 852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936258" h="852616">
                <a:moveTo>
                  <a:pt x="6933377" y="412037"/>
                </a:moveTo>
                <a:lnTo>
                  <a:pt x="6936258" y="426307"/>
                </a:lnTo>
                <a:lnTo>
                  <a:pt x="6933377" y="440577"/>
                </a:lnTo>
                <a:close/>
                <a:moveTo>
                  <a:pt x="0" y="0"/>
                </a:moveTo>
                <a:lnTo>
                  <a:pt x="6933377" y="0"/>
                </a:lnTo>
                <a:lnTo>
                  <a:pt x="6933377" y="412037"/>
                </a:lnTo>
                <a:lnTo>
                  <a:pt x="6923683" y="364020"/>
                </a:lnTo>
                <a:cubicBezTo>
                  <a:pt x="6899391" y="306586"/>
                  <a:pt x="6842521" y="266287"/>
                  <a:pt x="6776238" y="266287"/>
                </a:cubicBezTo>
                <a:lnTo>
                  <a:pt x="162901" y="266287"/>
                </a:lnTo>
                <a:cubicBezTo>
                  <a:pt x="74524" y="266287"/>
                  <a:pt x="2881" y="337930"/>
                  <a:pt x="2881" y="426307"/>
                </a:cubicBezTo>
                <a:cubicBezTo>
                  <a:pt x="2881" y="514684"/>
                  <a:pt x="74524" y="586327"/>
                  <a:pt x="162901" y="586327"/>
                </a:cubicBezTo>
                <a:lnTo>
                  <a:pt x="6776238" y="586327"/>
                </a:lnTo>
                <a:cubicBezTo>
                  <a:pt x="6842521" y="586327"/>
                  <a:pt x="6899391" y="546028"/>
                  <a:pt x="6923683" y="488594"/>
                </a:cubicBezTo>
                <a:lnTo>
                  <a:pt x="6933377" y="440577"/>
                </a:lnTo>
                <a:lnTo>
                  <a:pt x="6933377" y="852616"/>
                </a:lnTo>
                <a:lnTo>
                  <a:pt x="0" y="852616"/>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p>
        </p:txBody>
      </p:sp>
      <p:sp>
        <p:nvSpPr>
          <p:cNvPr id="61" name="Mask 03">
            <a:extLst>
              <a:ext uri="{FF2B5EF4-FFF2-40B4-BE49-F238E27FC236}">
                <a16:creationId xmlns:a16="http://schemas.microsoft.com/office/drawing/2014/main" id="{3E4FFA53-5F36-4817-A42E-F95E32569D21}"/>
              </a:ext>
            </a:extLst>
          </p:cNvPr>
          <p:cNvSpPr/>
          <p:nvPr/>
        </p:nvSpPr>
        <p:spPr>
          <a:xfrm>
            <a:off x="3938510" y="3390187"/>
            <a:ext cx="6936258" cy="852616"/>
          </a:xfrm>
          <a:custGeom>
            <a:avLst/>
            <a:gdLst>
              <a:gd name="connsiteX0" fmla="*/ 6933377 w 6936258"/>
              <a:gd name="connsiteY0" fmla="*/ 412037 h 852616"/>
              <a:gd name="connsiteX1" fmla="*/ 6936258 w 6936258"/>
              <a:gd name="connsiteY1" fmla="*/ 426307 h 852616"/>
              <a:gd name="connsiteX2" fmla="*/ 6933377 w 6936258"/>
              <a:gd name="connsiteY2" fmla="*/ 440577 h 852616"/>
              <a:gd name="connsiteX3" fmla="*/ 0 w 6936258"/>
              <a:gd name="connsiteY3" fmla="*/ 0 h 852616"/>
              <a:gd name="connsiteX4" fmla="*/ 6933377 w 6936258"/>
              <a:gd name="connsiteY4" fmla="*/ 0 h 852616"/>
              <a:gd name="connsiteX5" fmla="*/ 6933377 w 6936258"/>
              <a:gd name="connsiteY5" fmla="*/ 412037 h 852616"/>
              <a:gd name="connsiteX6" fmla="*/ 6923683 w 6936258"/>
              <a:gd name="connsiteY6" fmla="*/ 364020 h 852616"/>
              <a:gd name="connsiteX7" fmla="*/ 6776238 w 6936258"/>
              <a:gd name="connsiteY7" fmla="*/ 266287 h 852616"/>
              <a:gd name="connsiteX8" fmla="*/ 162901 w 6936258"/>
              <a:gd name="connsiteY8" fmla="*/ 266287 h 852616"/>
              <a:gd name="connsiteX9" fmla="*/ 2881 w 6936258"/>
              <a:gd name="connsiteY9" fmla="*/ 426307 h 852616"/>
              <a:gd name="connsiteX10" fmla="*/ 162901 w 6936258"/>
              <a:gd name="connsiteY10" fmla="*/ 586327 h 852616"/>
              <a:gd name="connsiteX11" fmla="*/ 6776238 w 6936258"/>
              <a:gd name="connsiteY11" fmla="*/ 586327 h 852616"/>
              <a:gd name="connsiteX12" fmla="*/ 6923683 w 6936258"/>
              <a:gd name="connsiteY12" fmla="*/ 488594 h 852616"/>
              <a:gd name="connsiteX13" fmla="*/ 6933377 w 6936258"/>
              <a:gd name="connsiteY13" fmla="*/ 440577 h 852616"/>
              <a:gd name="connsiteX14" fmla="*/ 6933377 w 6936258"/>
              <a:gd name="connsiteY14" fmla="*/ 852616 h 852616"/>
              <a:gd name="connsiteX15" fmla="*/ 0 w 6936258"/>
              <a:gd name="connsiteY15" fmla="*/ 852616 h 852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936258" h="852616">
                <a:moveTo>
                  <a:pt x="6933377" y="412037"/>
                </a:moveTo>
                <a:lnTo>
                  <a:pt x="6936258" y="426307"/>
                </a:lnTo>
                <a:lnTo>
                  <a:pt x="6933377" y="440577"/>
                </a:lnTo>
                <a:close/>
                <a:moveTo>
                  <a:pt x="0" y="0"/>
                </a:moveTo>
                <a:lnTo>
                  <a:pt x="6933377" y="0"/>
                </a:lnTo>
                <a:lnTo>
                  <a:pt x="6933377" y="412037"/>
                </a:lnTo>
                <a:lnTo>
                  <a:pt x="6923683" y="364020"/>
                </a:lnTo>
                <a:cubicBezTo>
                  <a:pt x="6899391" y="306586"/>
                  <a:pt x="6842521" y="266287"/>
                  <a:pt x="6776238" y="266287"/>
                </a:cubicBezTo>
                <a:lnTo>
                  <a:pt x="162901" y="266287"/>
                </a:lnTo>
                <a:cubicBezTo>
                  <a:pt x="74524" y="266287"/>
                  <a:pt x="2881" y="337930"/>
                  <a:pt x="2881" y="426307"/>
                </a:cubicBezTo>
                <a:cubicBezTo>
                  <a:pt x="2881" y="514684"/>
                  <a:pt x="74524" y="586327"/>
                  <a:pt x="162901" y="586327"/>
                </a:cubicBezTo>
                <a:lnTo>
                  <a:pt x="6776238" y="586327"/>
                </a:lnTo>
                <a:cubicBezTo>
                  <a:pt x="6842521" y="586327"/>
                  <a:pt x="6899391" y="546028"/>
                  <a:pt x="6923683" y="488594"/>
                </a:cubicBezTo>
                <a:lnTo>
                  <a:pt x="6933377" y="440577"/>
                </a:lnTo>
                <a:lnTo>
                  <a:pt x="6933377" y="852616"/>
                </a:lnTo>
                <a:lnTo>
                  <a:pt x="0" y="852616"/>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p>
        </p:txBody>
      </p:sp>
      <p:sp>
        <p:nvSpPr>
          <p:cNvPr id="58" name="Mask 02">
            <a:extLst>
              <a:ext uri="{FF2B5EF4-FFF2-40B4-BE49-F238E27FC236}">
                <a16:creationId xmlns:a16="http://schemas.microsoft.com/office/drawing/2014/main" id="{CAC362B5-E016-4D67-B209-8FFB58384C5A}"/>
              </a:ext>
            </a:extLst>
          </p:cNvPr>
          <p:cNvSpPr/>
          <p:nvPr/>
        </p:nvSpPr>
        <p:spPr>
          <a:xfrm>
            <a:off x="3938510" y="2630828"/>
            <a:ext cx="6936258" cy="852616"/>
          </a:xfrm>
          <a:custGeom>
            <a:avLst/>
            <a:gdLst>
              <a:gd name="connsiteX0" fmla="*/ 6933377 w 6936258"/>
              <a:gd name="connsiteY0" fmla="*/ 412037 h 852616"/>
              <a:gd name="connsiteX1" fmla="*/ 6936258 w 6936258"/>
              <a:gd name="connsiteY1" fmla="*/ 426307 h 852616"/>
              <a:gd name="connsiteX2" fmla="*/ 6933377 w 6936258"/>
              <a:gd name="connsiteY2" fmla="*/ 440577 h 852616"/>
              <a:gd name="connsiteX3" fmla="*/ 0 w 6936258"/>
              <a:gd name="connsiteY3" fmla="*/ 0 h 852616"/>
              <a:gd name="connsiteX4" fmla="*/ 6933377 w 6936258"/>
              <a:gd name="connsiteY4" fmla="*/ 0 h 852616"/>
              <a:gd name="connsiteX5" fmla="*/ 6933377 w 6936258"/>
              <a:gd name="connsiteY5" fmla="*/ 412037 h 852616"/>
              <a:gd name="connsiteX6" fmla="*/ 6923683 w 6936258"/>
              <a:gd name="connsiteY6" fmla="*/ 364020 h 852616"/>
              <a:gd name="connsiteX7" fmla="*/ 6776238 w 6936258"/>
              <a:gd name="connsiteY7" fmla="*/ 266287 h 852616"/>
              <a:gd name="connsiteX8" fmla="*/ 162901 w 6936258"/>
              <a:gd name="connsiteY8" fmla="*/ 266287 h 852616"/>
              <a:gd name="connsiteX9" fmla="*/ 2881 w 6936258"/>
              <a:gd name="connsiteY9" fmla="*/ 426307 h 852616"/>
              <a:gd name="connsiteX10" fmla="*/ 162901 w 6936258"/>
              <a:gd name="connsiteY10" fmla="*/ 586327 h 852616"/>
              <a:gd name="connsiteX11" fmla="*/ 6776238 w 6936258"/>
              <a:gd name="connsiteY11" fmla="*/ 586327 h 852616"/>
              <a:gd name="connsiteX12" fmla="*/ 6923683 w 6936258"/>
              <a:gd name="connsiteY12" fmla="*/ 488594 h 852616"/>
              <a:gd name="connsiteX13" fmla="*/ 6933377 w 6936258"/>
              <a:gd name="connsiteY13" fmla="*/ 440577 h 852616"/>
              <a:gd name="connsiteX14" fmla="*/ 6933377 w 6936258"/>
              <a:gd name="connsiteY14" fmla="*/ 852616 h 852616"/>
              <a:gd name="connsiteX15" fmla="*/ 0 w 6936258"/>
              <a:gd name="connsiteY15" fmla="*/ 852616 h 852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936258" h="852616">
                <a:moveTo>
                  <a:pt x="6933377" y="412037"/>
                </a:moveTo>
                <a:lnTo>
                  <a:pt x="6936258" y="426307"/>
                </a:lnTo>
                <a:lnTo>
                  <a:pt x="6933377" y="440577"/>
                </a:lnTo>
                <a:close/>
                <a:moveTo>
                  <a:pt x="0" y="0"/>
                </a:moveTo>
                <a:lnTo>
                  <a:pt x="6933377" y="0"/>
                </a:lnTo>
                <a:lnTo>
                  <a:pt x="6933377" y="412037"/>
                </a:lnTo>
                <a:lnTo>
                  <a:pt x="6923683" y="364020"/>
                </a:lnTo>
                <a:cubicBezTo>
                  <a:pt x="6899391" y="306586"/>
                  <a:pt x="6842521" y="266287"/>
                  <a:pt x="6776238" y="266287"/>
                </a:cubicBezTo>
                <a:lnTo>
                  <a:pt x="162901" y="266287"/>
                </a:lnTo>
                <a:cubicBezTo>
                  <a:pt x="74524" y="266287"/>
                  <a:pt x="2881" y="337930"/>
                  <a:pt x="2881" y="426307"/>
                </a:cubicBezTo>
                <a:cubicBezTo>
                  <a:pt x="2881" y="514684"/>
                  <a:pt x="74524" y="586327"/>
                  <a:pt x="162901" y="586327"/>
                </a:cubicBezTo>
                <a:lnTo>
                  <a:pt x="6776238" y="586327"/>
                </a:lnTo>
                <a:cubicBezTo>
                  <a:pt x="6842521" y="586327"/>
                  <a:pt x="6899391" y="546028"/>
                  <a:pt x="6923683" y="488594"/>
                </a:cubicBezTo>
                <a:lnTo>
                  <a:pt x="6933377" y="440577"/>
                </a:lnTo>
                <a:lnTo>
                  <a:pt x="6933377" y="852616"/>
                </a:lnTo>
                <a:lnTo>
                  <a:pt x="0" y="852616"/>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p>
        </p:txBody>
      </p:sp>
      <p:sp>
        <p:nvSpPr>
          <p:cNvPr id="54" name="Mask 01">
            <a:extLst>
              <a:ext uri="{FF2B5EF4-FFF2-40B4-BE49-F238E27FC236}">
                <a16:creationId xmlns:a16="http://schemas.microsoft.com/office/drawing/2014/main" id="{1A94DD64-563F-425D-A944-800AFCD55EDC}"/>
              </a:ext>
            </a:extLst>
          </p:cNvPr>
          <p:cNvSpPr/>
          <p:nvPr/>
        </p:nvSpPr>
        <p:spPr>
          <a:xfrm>
            <a:off x="3938510" y="1871468"/>
            <a:ext cx="6936258" cy="852616"/>
          </a:xfrm>
          <a:custGeom>
            <a:avLst/>
            <a:gdLst>
              <a:gd name="connsiteX0" fmla="*/ 6933377 w 6936258"/>
              <a:gd name="connsiteY0" fmla="*/ 412037 h 852616"/>
              <a:gd name="connsiteX1" fmla="*/ 6936258 w 6936258"/>
              <a:gd name="connsiteY1" fmla="*/ 426307 h 852616"/>
              <a:gd name="connsiteX2" fmla="*/ 6933377 w 6936258"/>
              <a:gd name="connsiteY2" fmla="*/ 440577 h 852616"/>
              <a:gd name="connsiteX3" fmla="*/ 0 w 6936258"/>
              <a:gd name="connsiteY3" fmla="*/ 0 h 852616"/>
              <a:gd name="connsiteX4" fmla="*/ 6933377 w 6936258"/>
              <a:gd name="connsiteY4" fmla="*/ 0 h 852616"/>
              <a:gd name="connsiteX5" fmla="*/ 6933377 w 6936258"/>
              <a:gd name="connsiteY5" fmla="*/ 412037 h 852616"/>
              <a:gd name="connsiteX6" fmla="*/ 6923683 w 6936258"/>
              <a:gd name="connsiteY6" fmla="*/ 364020 h 852616"/>
              <a:gd name="connsiteX7" fmla="*/ 6776238 w 6936258"/>
              <a:gd name="connsiteY7" fmla="*/ 266287 h 852616"/>
              <a:gd name="connsiteX8" fmla="*/ 162901 w 6936258"/>
              <a:gd name="connsiteY8" fmla="*/ 266287 h 852616"/>
              <a:gd name="connsiteX9" fmla="*/ 2881 w 6936258"/>
              <a:gd name="connsiteY9" fmla="*/ 426307 h 852616"/>
              <a:gd name="connsiteX10" fmla="*/ 162901 w 6936258"/>
              <a:gd name="connsiteY10" fmla="*/ 586327 h 852616"/>
              <a:gd name="connsiteX11" fmla="*/ 6776238 w 6936258"/>
              <a:gd name="connsiteY11" fmla="*/ 586327 h 852616"/>
              <a:gd name="connsiteX12" fmla="*/ 6923683 w 6936258"/>
              <a:gd name="connsiteY12" fmla="*/ 488594 h 852616"/>
              <a:gd name="connsiteX13" fmla="*/ 6933377 w 6936258"/>
              <a:gd name="connsiteY13" fmla="*/ 440577 h 852616"/>
              <a:gd name="connsiteX14" fmla="*/ 6933377 w 6936258"/>
              <a:gd name="connsiteY14" fmla="*/ 852616 h 852616"/>
              <a:gd name="connsiteX15" fmla="*/ 0 w 6936258"/>
              <a:gd name="connsiteY15" fmla="*/ 852616 h 852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936258" h="852616">
                <a:moveTo>
                  <a:pt x="6933377" y="412037"/>
                </a:moveTo>
                <a:lnTo>
                  <a:pt x="6936258" y="426307"/>
                </a:lnTo>
                <a:lnTo>
                  <a:pt x="6933377" y="440577"/>
                </a:lnTo>
                <a:close/>
                <a:moveTo>
                  <a:pt x="0" y="0"/>
                </a:moveTo>
                <a:lnTo>
                  <a:pt x="6933377" y="0"/>
                </a:lnTo>
                <a:lnTo>
                  <a:pt x="6933377" y="412037"/>
                </a:lnTo>
                <a:lnTo>
                  <a:pt x="6923683" y="364020"/>
                </a:lnTo>
                <a:cubicBezTo>
                  <a:pt x="6899391" y="306586"/>
                  <a:pt x="6842521" y="266287"/>
                  <a:pt x="6776238" y="266287"/>
                </a:cubicBezTo>
                <a:lnTo>
                  <a:pt x="162901" y="266287"/>
                </a:lnTo>
                <a:cubicBezTo>
                  <a:pt x="74524" y="266287"/>
                  <a:pt x="2881" y="337930"/>
                  <a:pt x="2881" y="426307"/>
                </a:cubicBezTo>
                <a:cubicBezTo>
                  <a:pt x="2881" y="514684"/>
                  <a:pt x="74524" y="586327"/>
                  <a:pt x="162901" y="586327"/>
                </a:cubicBezTo>
                <a:lnTo>
                  <a:pt x="6776238" y="586327"/>
                </a:lnTo>
                <a:cubicBezTo>
                  <a:pt x="6842521" y="586327"/>
                  <a:pt x="6899391" y="546028"/>
                  <a:pt x="6923683" y="488594"/>
                </a:cubicBezTo>
                <a:lnTo>
                  <a:pt x="6933377" y="440577"/>
                </a:lnTo>
                <a:lnTo>
                  <a:pt x="6933377" y="852616"/>
                </a:lnTo>
                <a:lnTo>
                  <a:pt x="0" y="852616"/>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p>
        </p:txBody>
      </p:sp>
      <p:sp>
        <p:nvSpPr>
          <p:cNvPr id="70" name="TextBox 69">
            <a:extLst>
              <a:ext uri="{FF2B5EF4-FFF2-40B4-BE49-F238E27FC236}">
                <a16:creationId xmlns:a16="http://schemas.microsoft.com/office/drawing/2014/main" id="{EB531A75-EE74-43FA-9701-D6D08678AB64}"/>
              </a:ext>
            </a:extLst>
          </p:cNvPr>
          <p:cNvSpPr txBox="1"/>
          <p:nvPr/>
        </p:nvSpPr>
        <p:spPr>
          <a:xfrm>
            <a:off x="1874136" y="2113110"/>
            <a:ext cx="1731564" cy="369332"/>
          </a:xfrm>
          <a:prstGeom prst="rect">
            <a:avLst/>
          </a:prstGeom>
          <a:noFill/>
        </p:spPr>
        <p:txBody>
          <a:bodyPr wrap="none" rtlCol="0">
            <a:spAutoFit/>
          </a:bodyPr>
          <a:lstStyle/>
          <a:p>
            <a:r>
              <a:rPr lang="en-US">
                <a:solidFill>
                  <a:schemeClr val="accent1"/>
                </a:solidFill>
              </a:rPr>
              <a:t>INFODATA 01</a:t>
            </a:r>
            <a:endParaRPr lang="ru-UA">
              <a:solidFill>
                <a:schemeClr val="accent1"/>
              </a:solidFill>
            </a:endParaRPr>
          </a:p>
        </p:txBody>
      </p:sp>
      <p:sp>
        <p:nvSpPr>
          <p:cNvPr id="71" name="TextBox 70">
            <a:extLst>
              <a:ext uri="{FF2B5EF4-FFF2-40B4-BE49-F238E27FC236}">
                <a16:creationId xmlns:a16="http://schemas.microsoft.com/office/drawing/2014/main" id="{B9D5F717-5F33-4EAA-A6A4-709CE4444283}"/>
              </a:ext>
            </a:extLst>
          </p:cNvPr>
          <p:cNvSpPr txBox="1"/>
          <p:nvPr/>
        </p:nvSpPr>
        <p:spPr>
          <a:xfrm>
            <a:off x="1874136" y="2872469"/>
            <a:ext cx="1779654" cy="369332"/>
          </a:xfrm>
          <a:prstGeom prst="rect">
            <a:avLst/>
          </a:prstGeom>
          <a:noFill/>
        </p:spPr>
        <p:txBody>
          <a:bodyPr wrap="none" rtlCol="0">
            <a:spAutoFit/>
          </a:bodyPr>
          <a:lstStyle/>
          <a:p>
            <a:r>
              <a:rPr lang="en-US">
                <a:solidFill>
                  <a:schemeClr val="accent6"/>
                </a:solidFill>
              </a:rPr>
              <a:t>INFODATA 02</a:t>
            </a:r>
            <a:endParaRPr lang="ru-UA">
              <a:solidFill>
                <a:schemeClr val="accent6"/>
              </a:solidFill>
            </a:endParaRPr>
          </a:p>
        </p:txBody>
      </p:sp>
      <p:sp>
        <p:nvSpPr>
          <p:cNvPr id="72" name="TextBox 71">
            <a:extLst>
              <a:ext uri="{FF2B5EF4-FFF2-40B4-BE49-F238E27FC236}">
                <a16:creationId xmlns:a16="http://schemas.microsoft.com/office/drawing/2014/main" id="{B3F9C2F8-2E95-4A0F-9168-461DBC52A8DF}"/>
              </a:ext>
            </a:extLst>
          </p:cNvPr>
          <p:cNvSpPr txBox="1"/>
          <p:nvPr/>
        </p:nvSpPr>
        <p:spPr>
          <a:xfrm>
            <a:off x="1874136" y="3631826"/>
            <a:ext cx="1778051" cy="369332"/>
          </a:xfrm>
          <a:prstGeom prst="rect">
            <a:avLst/>
          </a:prstGeom>
          <a:noFill/>
        </p:spPr>
        <p:txBody>
          <a:bodyPr wrap="none" rtlCol="0">
            <a:spAutoFit/>
          </a:bodyPr>
          <a:lstStyle/>
          <a:p>
            <a:r>
              <a:rPr lang="en-US">
                <a:solidFill>
                  <a:schemeClr val="accent3"/>
                </a:solidFill>
              </a:rPr>
              <a:t>INFODATA 03</a:t>
            </a:r>
            <a:endParaRPr lang="ru-UA">
              <a:solidFill>
                <a:schemeClr val="accent3"/>
              </a:solidFill>
            </a:endParaRPr>
          </a:p>
        </p:txBody>
      </p:sp>
      <p:sp>
        <p:nvSpPr>
          <p:cNvPr id="73" name="TextBox 72">
            <a:extLst>
              <a:ext uri="{FF2B5EF4-FFF2-40B4-BE49-F238E27FC236}">
                <a16:creationId xmlns:a16="http://schemas.microsoft.com/office/drawing/2014/main" id="{DA05E7F1-2DAE-494D-9622-A465CCEAE97A}"/>
              </a:ext>
            </a:extLst>
          </p:cNvPr>
          <p:cNvSpPr txBox="1"/>
          <p:nvPr/>
        </p:nvSpPr>
        <p:spPr>
          <a:xfrm>
            <a:off x="1874136" y="4391186"/>
            <a:ext cx="1800493" cy="369332"/>
          </a:xfrm>
          <a:prstGeom prst="rect">
            <a:avLst/>
          </a:prstGeom>
          <a:noFill/>
        </p:spPr>
        <p:txBody>
          <a:bodyPr wrap="none" rtlCol="0">
            <a:spAutoFit/>
          </a:bodyPr>
          <a:lstStyle/>
          <a:p>
            <a:r>
              <a:rPr lang="en-US">
                <a:solidFill>
                  <a:schemeClr val="accent4"/>
                </a:solidFill>
              </a:rPr>
              <a:t>INFODATA 04</a:t>
            </a:r>
            <a:endParaRPr lang="ru-UA">
              <a:solidFill>
                <a:schemeClr val="accent4"/>
              </a:solidFill>
            </a:endParaRPr>
          </a:p>
        </p:txBody>
      </p:sp>
      <p:sp>
        <p:nvSpPr>
          <p:cNvPr id="74" name="TextBox 73">
            <a:extLst>
              <a:ext uri="{FF2B5EF4-FFF2-40B4-BE49-F238E27FC236}">
                <a16:creationId xmlns:a16="http://schemas.microsoft.com/office/drawing/2014/main" id="{301C3693-9980-4B48-BF86-0169DC1ABED3}"/>
              </a:ext>
            </a:extLst>
          </p:cNvPr>
          <p:cNvSpPr txBox="1"/>
          <p:nvPr/>
        </p:nvSpPr>
        <p:spPr>
          <a:xfrm>
            <a:off x="1874136" y="5201520"/>
            <a:ext cx="1779654" cy="369332"/>
          </a:xfrm>
          <a:prstGeom prst="rect">
            <a:avLst/>
          </a:prstGeom>
          <a:noFill/>
        </p:spPr>
        <p:txBody>
          <a:bodyPr wrap="none" rtlCol="0">
            <a:spAutoFit/>
          </a:bodyPr>
          <a:lstStyle/>
          <a:p>
            <a:r>
              <a:rPr lang="en-US">
                <a:solidFill>
                  <a:schemeClr val="accent5"/>
                </a:solidFill>
              </a:rPr>
              <a:t>INFODATA 05</a:t>
            </a:r>
            <a:endParaRPr lang="ru-UA">
              <a:solidFill>
                <a:schemeClr val="accent5"/>
              </a:solidFill>
            </a:endParaRPr>
          </a:p>
        </p:txBody>
      </p:sp>
      <p:sp>
        <p:nvSpPr>
          <p:cNvPr id="75" name="Freeform 42">
            <a:extLst>
              <a:ext uri="{FF2B5EF4-FFF2-40B4-BE49-F238E27FC236}">
                <a16:creationId xmlns:a16="http://schemas.microsoft.com/office/drawing/2014/main" id="{6FF83D8F-03C5-4D95-AFD7-4FBEFF7FBF90}"/>
              </a:ext>
            </a:extLst>
          </p:cNvPr>
          <p:cNvSpPr>
            <a:spLocks noEditPoints="1"/>
          </p:cNvSpPr>
          <p:nvPr/>
        </p:nvSpPr>
        <p:spPr bwMode="auto">
          <a:xfrm>
            <a:off x="1204842" y="3590273"/>
            <a:ext cx="400050" cy="452438"/>
          </a:xfrm>
          <a:custGeom>
            <a:avLst/>
            <a:gdLst>
              <a:gd name="T0" fmla="*/ 34 w 106"/>
              <a:gd name="T1" fmla="*/ 93 h 120"/>
              <a:gd name="T2" fmla="*/ 25 w 106"/>
              <a:gd name="T3" fmla="*/ 72 h 120"/>
              <a:gd name="T4" fmla="*/ 20 w 106"/>
              <a:gd name="T5" fmla="*/ 54 h 120"/>
              <a:gd name="T6" fmla="*/ 53 w 106"/>
              <a:gd name="T7" fmla="*/ 21 h 120"/>
              <a:gd name="T8" fmla="*/ 86 w 106"/>
              <a:gd name="T9" fmla="*/ 54 h 120"/>
              <a:gd name="T10" fmla="*/ 81 w 106"/>
              <a:gd name="T11" fmla="*/ 72 h 120"/>
              <a:gd name="T12" fmla="*/ 72 w 106"/>
              <a:gd name="T13" fmla="*/ 90 h 120"/>
              <a:gd name="T14" fmla="*/ 53 w 106"/>
              <a:gd name="T15" fmla="*/ 33 h 120"/>
              <a:gd name="T16" fmla="*/ 33 w 106"/>
              <a:gd name="T17" fmla="*/ 53 h 120"/>
              <a:gd name="T18" fmla="*/ 53 w 106"/>
              <a:gd name="T19" fmla="*/ 73 h 120"/>
              <a:gd name="T20" fmla="*/ 73 w 106"/>
              <a:gd name="T21" fmla="*/ 53 h 120"/>
              <a:gd name="T22" fmla="*/ 53 w 106"/>
              <a:gd name="T23" fmla="*/ 33 h 120"/>
              <a:gd name="T24" fmla="*/ 45 w 106"/>
              <a:gd name="T25" fmla="*/ 57 h 120"/>
              <a:gd name="T26" fmla="*/ 51 w 106"/>
              <a:gd name="T27" fmla="*/ 63 h 120"/>
              <a:gd name="T28" fmla="*/ 61 w 106"/>
              <a:gd name="T29" fmla="*/ 47 h 120"/>
              <a:gd name="T30" fmla="*/ 53 w 106"/>
              <a:gd name="T31" fmla="*/ 11 h 120"/>
              <a:gd name="T32" fmla="*/ 53 w 106"/>
              <a:gd name="T33" fmla="*/ 0 h 120"/>
              <a:gd name="T34" fmla="*/ 32 w 106"/>
              <a:gd name="T35" fmla="*/ 16 h 120"/>
              <a:gd name="T36" fmla="*/ 27 w 106"/>
              <a:gd name="T37" fmla="*/ 7 h 120"/>
              <a:gd name="T38" fmla="*/ 7 w 106"/>
              <a:gd name="T39" fmla="*/ 27 h 120"/>
              <a:gd name="T40" fmla="*/ 16 w 106"/>
              <a:gd name="T41" fmla="*/ 32 h 120"/>
              <a:gd name="T42" fmla="*/ 0 w 106"/>
              <a:gd name="T43" fmla="*/ 53 h 120"/>
              <a:gd name="T44" fmla="*/ 11 w 106"/>
              <a:gd name="T45" fmla="*/ 53 h 120"/>
              <a:gd name="T46" fmla="*/ 79 w 106"/>
              <a:gd name="T47" fmla="*/ 7 h 120"/>
              <a:gd name="T48" fmla="*/ 74 w 106"/>
              <a:gd name="T49" fmla="*/ 16 h 120"/>
              <a:gd name="T50" fmla="*/ 99 w 106"/>
              <a:gd name="T51" fmla="*/ 27 h 120"/>
              <a:gd name="T52" fmla="*/ 90 w 106"/>
              <a:gd name="T53" fmla="*/ 32 h 120"/>
              <a:gd name="T54" fmla="*/ 96 w 106"/>
              <a:gd name="T55" fmla="*/ 53 h 120"/>
              <a:gd name="T56" fmla="*/ 106 w 106"/>
              <a:gd name="T57" fmla="*/ 53 h 120"/>
              <a:gd name="T58" fmla="*/ 65 w 106"/>
              <a:gd name="T59" fmla="*/ 96 h 120"/>
              <a:gd name="T60" fmla="*/ 39 w 106"/>
              <a:gd name="T61" fmla="*/ 104 h 120"/>
              <a:gd name="T62" fmla="*/ 36 w 106"/>
              <a:gd name="T63" fmla="*/ 108 h 120"/>
              <a:gd name="T64" fmla="*/ 40 w 106"/>
              <a:gd name="T65" fmla="*/ 112 h 120"/>
              <a:gd name="T66" fmla="*/ 42 w 106"/>
              <a:gd name="T67" fmla="*/ 112 h 120"/>
              <a:gd name="T68" fmla="*/ 65 w 106"/>
              <a:gd name="T69" fmla="*/ 105 h 120"/>
              <a:gd name="T70" fmla="*/ 65 w 106"/>
              <a:gd name="T71" fmla="*/ 105 h 120"/>
              <a:gd name="T72" fmla="*/ 66 w 106"/>
              <a:gd name="T73" fmla="*/ 105 h 120"/>
              <a:gd name="T74" fmla="*/ 70 w 106"/>
              <a:gd name="T75" fmla="*/ 110 h 120"/>
              <a:gd name="T76" fmla="*/ 67 w 106"/>
              <a:gd name="T77" fmla="*/ 114 h 120"/>
              <a:gd name="T78" fmla="*/ 45 w 106"/>
              <a:gd name="T7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6" h="120">
                <a:moveTo>
                  <a:pt x="34" y="93"/>
                </a:moveTo>
                <a:cubicBezTo>
                  <a:pt x="35" y="88"/>
                  <a:pt x="33" y="83"/>
                  <a:pt x="25" y="72"/>
                </a:cubicBezTo>
                <a:cubicBezTo>
                  <a:pt x="22" y="67"/>
                  <a:pt x="20" y="60"/>
                  <a:pt x="20" y="54"/>
                </a:cubicBezTo>
                <a:cubicBezTo>
                  <a:pt x="20" y="36"/>
                  <a:pt x="35" y="21"/>
                  <a:pt x="53" y="21"/>
                </a:cubicBezTo>
                <a:cubicBezTo>
                  <a:pt x="71" y="21"/>
                  <a:pt x="86" y="36"/>
                  <a:pt x="86" y="54"/>
                </a:cubicBezTo>
                <a:cubicBezTo>
                  <a:pt x="86" y="60"/>
                  <a:pt x="84" y="67"/>
                  <a:pt x="81" y="72"/>
                </a:cubicBezTo>
                <a:cubicBezTo>
                  <a:pt x="75" y="80"/>
                  <a:pt x="73" y="85"/>
                  <a:pt x="72" y="90"/>
                </a:cubicBezTo>
                <a:moveTo>
                  <a:pt x="53" y="33"/>
                </a:moveTo>
                <a:cubicBezTo>
                  <a:pt x="42" y="33"/>
                  <a:pt x="33" y="42"/>
                  <a:pt x="33" y="53"/>
                </a:cubicBezTo>
                <a:cubicBezTo>
                  <a:pt x="33" y="64"/>
                  <a:pt x="42" y="73"/>
                  <a:pt x="53" y="73"/>
                </a:cubicBezTo>
                <a:cubicBezTo>
                  <a:pt x="64" y="73"/>
                  <a:pt x="73" y="64"/>
                  <a:pt x="73" y="53"/>
                </a:cubicBezTo>
                <a:cubicBezTo>
                  <a:pt x="73" y="42"/>
                  <a:pt x="64" y="33"/>
                  <a:pt x="53" y="33"/>
                </a:cubicBezTo>
                <a:close/>
                <a:moveTo>
                  <a:pt x="45" y="57"/>
                </a:moveTo>
                <a:cubicBezTo>
                  <a:pt x="51" y="63"/>
                  <a:pt x="51" y="63"/>
                  <a:pt x="51" y="63"/>
                </a:cubicBezTo>
                <a:cubicBezTo>
                  <a:pt x="61" y="47"/>
                  <a:pt x="61" y="47"/>
                  <a:pt x="61" y="47"/>
                </a:cubicBezTo>
                <a:moveTo>
                  <a:pt x="53" y="11"/>
                </a:moveTo>
                <a:cubicBezTo>
                  <a:pt x="53" y="0"/>
                  <a:pt x="53" y="0"/>
                  <a:pt x="53" y="0"/>
                </a:cubicBezTo>
                <a:moveTo>
                  <a:pt x="32" y="16"/>
                </a:moveTo>
                <a:cubicBezTo>
                  <a:pt x="27" y="7"/>
                  <a:pt x="27" y="7"/>
                  <a:pt x="27" y="7"/>
                </a:cubicBezTo>
                <a:moveTo>
                  <a:pt x="7" y="27"/>
                </a:moveTo>
                <a:cubicBezTo>
                  <a:pt x="16" y="32"/>
                  <a:pt x="16" y="32"/>
                  <a:pt x="16" y="32"/>
                </a:cubicBezTo>
                <a:moveTo>
                  <a:pt x="0" y="53"/>
                </a:moveTo>
                <a:cubicBezTo>
                  <a:pt x="11" y="53"/>
                  <a:pt x="11" y="53"/>
                  <a:pt x="11" y="53"/>
                </a:cubicBezTo>
                <a:moveTo>
                  <a:pt x="79" y="7"/>
                </a:moveTo>
                <a:cubicBezTo>
                  <a:pt x="74" y="16"/>
                  <a:pt x="74" y="16"/>
                  <a:pt x="74" y="16"/>
                </a:cubicBezTo>
                <a:moveTo>
                  <a:pt x="99" y="27"/>
                </a:moveTo>
                <a:cubicBezTo>
                  <a:pt x="90" y="32"/>
                  <a:pt x="90" y="32"/>
                  <a:pt x="90" y="32"/>
                </a:cubicBezTo>
                <a:moveTo>
                  <a:pt x="96" y="53"/>
                </a:moveTo>
                <a:cubicBezTo>
                  <a:pt x="106" y="53"/>
                  <a:pt x="106" y="53"/>
                  <a:pt x="106" y="53"/>
                </a:cubicBezTo>
                <a:moveTo>
                  <a:pt x="65" y="96"/>
                </a:moveTo>
                <a:cubicBezTo>
                  <a:pt x="65" y="96"/>
                  <a:pt x="39" y="104"/>
                  <a:pt x="39" y="104"/>
                </a:cubicBezTo>
                <a:cubicBezTo>
                  <a:pt x="37" y="104"/>
                  <a:pt x="36" y="106"/>
                  <a:pt x="36" y="108"/>
                </a:cubicBezTo>
                <a:cubicBezTo>
                  <a:pt x="36" y="110"/>
                  <a:pt x="38" y="112"/>
                  <a:pt x="40" y="112"/>
                </a:cubicBezTo>
                <a:cubicBezTo>
                  <a:pt x="41" y="112"/>
                  <a:pt x="42" y="112"/>
                  <a:pt x="42" y="112"/>
                </a:cubicBezTo>
                <a:cubicBezTo>
                  <a:pt x="65" y="105"/>
                  <a:pt x="65" y="105"/>
                  <a:pt x="65" y="105"/>
                </a:cubicBezTo>
                <a:cubicBezTo>
                  <a:pt x="65" y="105"/>
                  <a:pt x="65" y="105"/>
                  <a:pt x="65" y="105"/>
                </a:cubicBezTo>
                <a:cubicBezTo>
                  <a:pt x="65" y="105"/>
                  <a:pt x="66" y="105"/>
                  <a:pt x="66" y="105"/>
                </a:cubicBezTo>
                <a:cubicBezTo>
                  <a:pt x="68" y="105"/>
                  <a:pt x="70" y="107"/>
                  <a:pt x="70" y="110"/>
                </a:cubicBezTo>
                <a:cubicBezTo>
                  <a:pt x="70" y="111"/>
                  <a:pt x="69" y="113"/>
                  <a:pt x="67" y="114"/>
                </a:cubicBezTo>
                <a:cubicBezTo>
                  <a:pt x="45" y="120"/>
                  <a:pt x="45" y="120"/>
                  <a:pt x="45" y="120"/>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76" name="Freeform 43">
            <a:extLst>
              <a:ext uri="{FF2B5EF4-FFF2-40B4-BE49-F238E27FC236}">
                <a16:creationId xmlns:a16="http://schemas.microsoft.com/office/drawing/2014/main" id="{6D0D9504-3D4B-4838-9645-194F2294F0E7}"/>
              </a:ext>
            </a:extLst>
          </p:cNvPr>
          <p:cNvSpPr>
            <a:spLocks noEditPoints="1"/>
          </p:cNvSpPr>
          <p:nvPr/>
        </p:nvSpPr>
        <p:spPr bwMode="auto">
          <a:xfrm>
            <a:off x="1212779" y="2022067"/>
            <a:ext cx="441325" cy="460375"/>
          </a:xfrm>
          <a:custGeom>
            <a:avLst/>
            <a:gdLst>
              <a:gd name="T0" fmla="*/ 43 w 117"/>
              <a:gd name="T1" fmla="*/ 12 h 122"/>
              <a:gd name="T2" fmla="*/ 103 w 117"/>
              <a:gd name="T3" fmla="*/ 49 h 122"/>
              <a:gd name="T4" fmla="*/ 117 w 117"/>
              <a:gd name="T5" fmla="*/ 78 h 122"/>
              <a:gd name="T6" fmla="*/ 105 w 117"/>
              <a:gd name="T7" fmla="*/ 78 h 122"/>
              <a:gd name="T8" fmla="*/ 105 w 117"/>
              <a:gd name="T9" fmla="*/ 98 h 122"/>
              <a:gd name="T10" fmla="*/ 98 w 117"/>
              <a:gd name="T11" fmla="*/ 104 h 122"/>
              <a:gd name="T12" fmla="*/ 85 w 117"/>
              <a:gd name="T13" fmla="*/ 104 h 122"/>
              <a:gd name="T14" fmla="*/ 85 w 117"/>
              <a:gd name="T15" fmla="*/ 122 h 122"/>
              <a:gd name="T16" fmla="*/ 31 w 117"/>
              <a:gd name="T17" fmla="*/ 122 h 122"/>
              <a:gd name="T18" fmla="*/ 31 w 117"/>
              <a:gd name="T19" fmla="*/ 104 h 122"/>
              <a:gd name="T20" fmla="*/ 25 w 117"/>
              <a:gd name="T21" fmla="*/ 91 h 122"/>
              <a:gd name="T22" fmla="*/ 65 w 117"/>
              <a:gd name="T23" fmla="*/ 55 h 122"/>
              <a:gd name="T24" fmla="*/ 65 w 117"/>
              <a:gd name="T25" fmla="*/ 47 h 122"/>
              <a:gd name="T26" fmla="*/ 56 w 117"/>
              <a:gd name="T27" fmla="*/ 43 h 122"/>
              <a:gd name="T28" fmla="*/ 55 w 117"/>
              <a:gd name="T29" fmla="*/ 40 h 122"/>
              <a:gd name="T30" fmla="*/ 59 w 117"/>
              <a:gd name="T31" fmla="*/ 31 h 122"/>
              <a:gd name="T32" fmla="*/ 53 w 117"/>
              <a:gd name="T33" fmla="*/ 25 h 122"/>
              <a:gd name="T34" fmla="*/ 44 w 117"/>
              <a:gd name="T35" fmla="*/ 29 h 122"/>
              <a:gd name="T36" fmla="*/ 40 w 117"/>
              <a:gd name="T37" fmla="*/ 27 h 122"/>
              <a:gd name="T38" fmla="*/ 37 w 117"/>
              <a:gd name="T39" fmla="*/ 18 h 122"/>
              <a:gd name="T40" fmla="*/ 28 w 117"/>
              <a:gd name="T41" fmla="*/ 18 h 122"/>
              <a:gd name="T42" fmla="*/ 25 w 117"/>
              <a:gd name="T43" fmla="*/ 27 h 122"/>
              <a:gd name="T44" fmla="*/ 22 w 117"/>
              <a:gd name="T45" fmla="*/ 29 h 122"/>
              <a:gd name="T46" fmla="*/ 12 w 117"/>
              <a:gd name="T47" fmla="*/ 25 h 122"/>
              <a:gd name="T48" fmla="*/ 7 w 117"/>
              <a:gd name="T49" fmla="*/ 31 h 122"/>
              <a:gd name="T50" fmla="*/ 11 w 117"/>
              <a:gd name="T51" fmla="*/ 40 h 122"/>
              <a:gd name="T52" fmla="*/ 9 w 117"/>
              <a:gd name="T53" fmla="*/ 43 h 122"/>
              <a:gd name="T54" fmla="*/ 0 w 117"/>
              <a:gd name="T55" fmla="*/ 47 h 122"/>
              <a:gd name="T56" fmla="*/ 0 w 117"/>
              <a:gd name="T57" fmla="*/ 55 h 122"/>
              <a:gd name="T58" fmla="*/ 9 w 117"/>
              <a:gd name="T59" fmla="*/ 59 h 122"/>
              <a:gd name="T60" fmla="*/ 11 w 117"/>
              <a:gd name="T61" fmla="*/ 62 h 122"/>
              <a:gd name="T62" fmla="*/ 7 w 117"/>
              <a:gd name="T63" fmla="*/ 71 h 122"/>
              <a:gd name="T64" fmla="*/ 12 w 117"/>
              <a:gd name="T65" fmla="*/ 77 h 122"/>
              <a:gd name="T66" fmla="*/ 22 w 117"/>
              <a:gd name="T67" fmla="*/ 73 h 122"/>
              <a:gd name="T68" fmla="*/ 25 w 117"/>
              <a:gd name="T69" fmla="*/ 74 h 122"/>
              <a:gd name="T70" fmla="*/ 28 w 117"/>
              <a:gd name="T71" fmla="*/ 84 h 122"/>
              <a:gd name="T72" fmla="*/ 37 w 117"/>
              <a:gd name="T73" fmla="*/ 84 h 122"/>
              <a:gd name="T74" fmla="*/ 40 w 117"/>
              <a:gd name="T75" fmla="*/ 74 h 122"/>
              <a:gd name="T76" fmla="*/ 44 w 117"/>
              <a:gd name="T77" fmla="*/ 73 h 122"/>
              <a:gd name="T78" fmla="*/ 53 w 117"/>
              <a:gd name="T79" fmla="*/ 77 h 122"/>
              <a:gd name="T80" fmla="*/ 59 w 117"/>
              <a:gd name="T81" fmla="*/ 71 h 122"/>
              <a:gd name="T82" fmla="*/ 55 w 117"/>
              <a:gd name="T83" fmla="*/ 62 h 122"/>
              <a:gd name="T84" fmla="*/ 56 w 117"/>
              <a:gd name="T85" fmla="*/ 59 h 122"/>
              <a:gd name="T86" fmla="*/ 65 w 117"/>
              <a:gd name="T87" fmla="*/ 55 h 122"/>
              <a:gd name="T88" fmla="*/ 33 w 117"/>
              <a:gd name="T89" fmla="*/ 37 h 122"/>
              <a:gd name="T90" fmla="*/ 19 w 117"/>
              <a:gd name="T91" fmla="*/ 51 h 122"/>
              <a:gd name="T92" fmla="*/ 33 w 117"/>
              <a:gd name="T93" fmla="*/ 65 h 122"/>
              <a:gd name="T94" fmla="*/ 46 w 117"/>
              <a:gd name="T95" fmla="*/ 51 h 122"/>
              <a:gd name="T96" fmla="*/ 33 w 117"/>
              <a:gd name="T97" fmla="*/ 37 h 122"/>
              <a:gd name="T98" fmla="*/ 85 w 117"/>
              <a:gd name="T99" fmla="*/ 104 h 122"/>
              <a:gd name="T100" fmla="*/ 78 w 117"/>
              <a:gd name="T101" fmla="*/ 104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7" h="122">
                <a:moveTo>
                  <a:pt x="43" y="12"/>
                </a:moveTo>
                <a:cubicBezTo>
                  <a:pt x="109" y="0"/>
                  <a:pt x="103" y="49"/>
                  <a:pt x="103" y="49"/>
                </a:cubicBezTo>
                <a:cubicBezTo>
                  <a:pt x="117" y="78"/>
                  <a:pt x="117" y="78"/>
                  <a:pt x="117" y="78"/>
                </a:cubicBezTo>
                <a:cubicBezTo>
                  <a:pt x="105" y="78"/>
                  <a:pt x="105" y="78"/>
                  <a:pt x="105" y="78"/>
                </a:cubicBezTo>
                <a:cubicBezTo>
                  <a:pt x="105" y="98"/>
                  <a:pt x="105" y="98"/>
                  <a:pt x="105" y="98"/>
                </a:cubicBezTo>
                <a:cubicBezTo>
                  <a:pt x="105" y="102"/>
                  <a:pt x="102" y="104"/>
                  <a:pt x="98" y="104"/>
                </a:cubicBezTo>
                <a:cubicBezTo>
                  <a:pt x="85" y="104"/>
                  <a:pt x="85" y="104"/>
                  <a:pt x="85" y="104"/>
                </a:cubicBezTo>
                <a:cubicBezTo>
                  <a:pt x="85" y="122"/>
                  <a:pt x="85" y="122"/>
                  <a:pt x="85" y="122"/>
                </a:cubicBezTo>
                <a:moveTo>
                  <a:pt x="31" y="122"/>
                </a:moveTo>
                <a:cubicBezTo>
                  <a:pt x="31" y="104"/>
                  <a:pt x="31" y="104"/>
                  <a:pt x="31" y="104"/>
                </a:cubicBezTo>
                <a:cubicBezTo>
                  <a:pt x="25" y="91"/>
                  <a:pt x="25" y="91"/>
                  <a:pt x="25" y="91"/>
                </a:cubicBezTo>
                <a:moveTo>
                  <a:pt x="65" y="55"/>
                </a:moveTo>
                <a:cubicBezTo>
                  <a:pt x="65" y="47"/>
                  <a:pt x="65" y="47"/>
                  <a:pt x="65" y="47"/>
                </a:cubicBezTo>
                <a:cubicBezTo>
                  <a:pt x="56" y="43"/>
                  <a:pt x="56" y="43"/>
                  <a:pt x="56" y="43"/>
                </a:cubicBezTo>
                <a:cubicBezTo>
                  <a:pt x="56" y="42"/>
                  <a:pt x="55" y="41"/>
                  <a:pt x="55" y="40"/>
                </a:cubicBezTo>
                <a:cubicBezTo>
                  <a:pt x="59" y="31"/>
                  <a:pt x="59" y="31"/>
                  <a:pt x="59" y="31"/>
                </a:cubicBezTo>
                <a:cubicBezTo>
                  <a:pt x="53" y="25"/>
                  <a:pt x="53" y="25"/>
                  <a:pt x="53" y="25"/>
                </a:cubicBezTo>
                <a:cubicBezTo>
                  <a:pt x="44" y="29"/>
                  <a:pt x="44" y="29"/>
                  <a:pt x="44" y="29"/>
                </a:cubicBezTo>
                <a:cubicBezTo>
                  <a:pt x="43" y="28"/>
                  <a:pt x="42" y="28"/>
                  <a:pt x="40" y="27"/>
                </a:cubicBezTo>
                <a:cubicBezTo>
                  <a:pt x="37" y="18"/>
                  <a:pt x="37" y="18"/>
                  <a:pt x="37" y="18"/>
                </a:cubicBezTo>
                <a:cubicBezTo>
                  <a:pt x="28" y="18"/>
                  <a:pt x="28" y="18"/>
                  <a:pt x="28" y="18"/>
                </a:cubicBezTo>
                <a:cubicBezTo>
                  <a:pt x="25" y="27"/>
                  <a:pt x="25" y="27"/>
                  <a:pt x="25" y="27"/>
                </a:cubicBezTo>
                <a:cubicBezTo>
                  <a:pt x="24" y="28"/>
                  <a:pt x="23" y="28"/>
                  <a:pt x="22" y="29"/>
                </a:cubicBezTo>
                <a:cubicBezTo>
                  <a:pt x="12" y="25"/>
                  <a:pt x="12" y="25"/>
                  <a:pt x="12" y="25"/>
                </a:cubicBezTo>
                <a:cubicBezTo>
                  <a:pt x="7" y="31"/>
                  <a:pt x="7" y="31"/>
                  <a:pt x="7" y="31"/>
                </a:cubicBezTo>
                <a:cubicBezTo>
                  <a:pt x="11" y="40"/>
                  <a:pt x="11" y="40"/>
                  <a:pt x="11" y="40"/>
                </a:cubicBezTo>
                <a:cubicBezTo>
                  <a:pt x="10" y="41"/>
                  <a:pt x="10" y="42"/>
                  <a:pt x="9" y="43"/>
                </a:cubicBezTo>
                <a:cubicBezTo>
                  <a:pt x="0" y="47"/>
                  <a:pt x="0" y="47"/>
                  <a:pt x="0" y="47"/>
                </a:cubicBezTo>
                <a:cubicBezTo>
                  <a:pt x="0" y="55"/>
                  <a:pt x="0" y="55"/>
                  <a:pt x="0" y="55"/>
                </a:cubicBezTo>
                <a:cubicBezTo>
                  <a:pt x="9" y="59"/>
                  <a:pt x="9" y="59"/>
                  <a:pt x="9" y="59"/>
                </a:cubicBezTo>
                <a:cubicBezTo>
                  <a:pt x="10" y="60"/>
                  <a:pt x="10" y="61"/>
                  <a:pt x="11" y="62"/>
                </a:cubicBezTo>
                <a:cubicBezTo>
                  <a:pt x="7" y="71"/>
                  <a:pt x="7" y="71"/>
                  <a:pt x="7" y="71"/>
                </a:cubicBezTo>
                <a:cubicBezTo>
                  <a:pt x="12" y="77"/>
                  <a:pt x="12" y="77"/>
                  <a:pt x="12" y="77"/>
                </a:cubicBezTo>
                <a:cubicBezTo>
                  <a:pt x="22" y="73"/>
                  <a:pt x="22" y="73"/>
                  <a:pt x="22" y="73"/>
                </a:cubicBezTo>
                <a:cubicBezTo>
                  <a:pt x="23" y="73"/>
                  <a:pt x="24" y="74"/>
                  <a:pt x="25" y="74"/>
                </a:cubicBezTo>
                <a:cubicBezTo>
                  <a:pt x="28" y="84"/>
                  <a:pt x="28" y="84"/>
                  <a:pt x="28" y="84"/>
                </a:cubicBezTo>
                <a:cubicBezTo>
                  <a:pt x="37" y="84"/>
                  <a:pt x="37" y="84"/>
                  <a:pt x="37" y="84"/>
                </a:cubicBezTo>
                <a:cubicBezTo>
                  <a:pt x="40" y="74"/>
                  <a:pt x="40" y="74"/>
                  <a:pt x="40" y="74"/>
                </a:cubicBezTo>
                <a:cubicBezTo>
                  <a:pt x="42" y="74"/>
                  <a:pt x="43" y="73"/>
                  <a:pt x="44" y="73"/>
                </a:cubicBezTo>
                <a:cubicBezTo>
                  <a:pt x="53" y="77"/>
                  <a:pt x="53" y="77"/>
                  <a:pt x="53" y="77"/>
                </a:cubicBezTo>
                <a:cubicBezTo>
                  <a:pt x="59" y="71"/>
                  <a:pt x="59" y="71"/>
                  <a:pt x="59" y="71"/>
                </a:cubicBezTo>
                <a:cubicBezTo>
                  <a:pt x="55" y="62"/>
                  <a:pt x="55" y="62"/>
                  <a:pt x="55" y="62"/>
                </a:cubicBezTo>
                <a:cubicBezTo>
                  <a:pt x="55" y="61"/>
                  <a:pt x="56" y="60"/>
                  <a:pt x="56" y="59"/>
                </a:cubicBezTo>
                <a:lnTo>
                  <a:pt x="65" y="55"/>
                </a:lnTo>
                <a:close/>
                <a:moveTo>
                  <a:pt x="33" y="37"/>
                </a:moveTo>
                <a:cubicBezTo>
                  <a:pt x="25" y="37"/>
                  <a:pt x="19" y="43"/>
                  <a:pt x="19" y="51"/>
                </a:cubicBezTo>
                <a:cubicBezTo>
                  <a:pt x="19" y="58"/>
                  <a:pt x="25" y="65"/>
                  <a:pt x="33" y="65"/>
                </a:cubicBezTo>
                <a:cubicBezTo>
                  <a:pt x="40" y="65"/>
                  <a:pt x="46" y="58"/>
                  <a:pt x="46" y="51"/>
                </a:cubicBezTo>
                <a:cubicBezTo>
                  <a:pt x="46" y="43"/>
                  <a:pt x="40" y="37"/>
                  <a:pt x="33" y="37"/>
                </a:cubicBezTo>
                <a:close/>
                <a:moveTo>
                  <a:pt x="85" y="104"/>
                </a:moveTo>
                <a:cubicBezTo>
                  <a:pt x="78" y="104"/>
                  <a:pt x="78" y="104"/>
                  <a:pt x="78" y="104"/>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77" name="Freeform 44">
            <a:extLst>
              <a:ext uri="{FF2B5EF4-FFF2-40B4-BE49-F238E27FC236}">
                <a16:creationId xmlns:a16="http://schemas.microsoft.com/office/drawing/2014/main" id="{32BEA7E5-1A92-48B1-A6EE-2DEA7F506C6F}"/>
              </a:ext>
            </a:extLst>
          </p:cNvPr>
          <p:cNvSpPr>
            <a:spLocks noEditPoints="1"/>
          </p:cNvSpPr>
          <p:nvPr/>
        </p:nvSpPr>
        <p:spPr bwMode="auto">
          <a:xfrm>
            <a:off x="1165154" y="2913188"/>
            <a:ext cx="581025" cy="328613"/>
          </a:xfrm>
          <a:custGeom>
            <a:avLst/>
            <a:gdLst>
              <a:gd name="T0" fmla="*/ 36 w 154"/>
              <a:gd name="T1" fmla="*/ 70 h 87"/>
              <a:gd name="T2" fmla="*/ 36 w 154"/>
              <a:gd name="T3" fmla="*/ 64 h 87"/>
              <a:gd name="T4" fmla="*/ 45 w 154"/>
              <a:gd name="T5" fmla="*/ 56 h 87"/>
              <a:gd name="T6" fmla="*/ 50 w 154"/>
              <a:gd name="T7" fmla="*/ 60 h 87"/>
              <a:gd name="T8" fmla="*/ 43 w 154"/>
              <a:gd name="T9" fmla="*/ 70 h 87"/>
              <a:gd name="T10" fmla="*/ 94 w 154"/>
              <a:gd name="T11" fmla="*/ 63 h 87"/>
              <a:gd name="T12" fmla="*/ 112 w 154"/>
              <a:gd name="T13" fmla="*/ 71 h 87"/>
              <a:gd name="T14" fmla="*/ 113 w 154"/>
              <a:gd name="T15" fmla="*/ 63 h 87"/>
              <a:gd name="T16" fmla="*/ 94 w 154"/>
              <a:gd name="T17" fmla="*/ 77 h 87"/>
              <a:gd name="T18" fmla="*/ 103 w 154"/>
              <a:gd name="T19" fmla="*/ 77 h 87"/>
              <a:gd name="T20" fmla="*/ 104 w 154"/>
              <a:gd name="T21" fmla="*/ 71 h 87"/>
              <a:gd name="T22" fmla="*/ 84 w 154"/>
              <a:gd name="T23" fmla="*/ 83 h 87"/>
              <a:gd name="T24" fmla="*/ 92 w 154"/>
              <a:gd name="T25" fmla="*/ 83 h 87"/>
              <a:gd name="T26" fmla="*/ 94 w 154"/>
              <a:gd name="T27" fmla="*/ 77 h 87"/>
              <a:gd name="T28" fmla="*/ 72 w 154"/>
              <a:gd name="T29" fmla="*/ 85 h 87"/>
              <a:gd name="T30" fmla="*/ 82 w 154"/>
              <a:gd name="T31" fmla="*/ 84 h 87"/>
              <a:gd name="T32" fmla="*/ 49 w 154"/>
              <a:gd name="T33" fmla="*/ 77 h 87"/>
              <a:gd name="T34" fmla="*/ 59 w 154"/>
              <a:gd name="T35" fmla="*/ 59 h 87"/>
              <a:gd name="T36" fmla="*/ 53 w 154"/>
              <a:gd name="T37" fmla="*/ 59 h 87"/>
              <a:gd name="T38" fmla="*/ 42 w 154"/>
              <a:gd name="T39" fmla="*/ 77 h 87"/>
              <a:gd name="T40" fmla="*/ 49 w 154"/>
              <a:gd name="T41" fmla="*/ 77 h 87"/>
              <a:gd name="T42" fmla="*/ 67 w 154"/>
              <a:gd name="T43" fmla="*/ 70 h 87"/>
              <a:gd name="T44" fmla="*/ 63 w 154"/>
              <a:gd name="T45" fmla="*/ 63 h 87"/>
              <a:gd name="T46" fmla="*/ 51 w 154"/>
              <a:gd name="T47" fmla="*/ 75 h 87"/>
              <a:gd name="T48" fmla="*/ 55 w 154"/>
              <a:gd name="T49" fmla="*/ 83 h 87"/>
              <a:gd name="T50" fmla="*/ 71 w 154"/>
              <a:gd name="T51" fmla="*/ 80 h 87"/>
              <a:gd name="T52" fmla="*/ 72 w 154"/>
              <a:gd name="T53" fmla="*/ 72 h 87"/>
              <a:gd name="T54" fmla="*/ 66 w 154"/>
              <a:gd name="T55" fmla="*/ 72 h 87"/>
              <a:gd name="T56" fmla="*/ 60 w 154"/>
              <a:gd name="T57" fmla="*/ 85 h 87"/>
              <a:gd name="T58" fmla="*/ 67 w 154"/>
              <a:gd name="T59" fmla="*/ 85 h 87"/>
              <a:gd name="T60" fmla="*/ 132 w 154"/>
              <a:gd name="T61" fmla="*/ 0 h 87"/>
              <a:gd name="T62" fmla="*/ 128 w 154"/>
              <a:gd name="T63" fmla="*/ 52 h 87"/>
              <a:gd name="T64" fmla="*/ 154 w 154"/>
              <a:gd name="T65" fmla="*/ 41 h 87"/>
              <a:gd name="T66" fmla="*/ 83 w 154"/>
              <a:gd name="T67" fmla="*/ 22 h 87"/>
              <a:gd name="T68" fmla="*/ 76 w 154"/>
              <a:gd name="T69" fmla="*/ 22 h 87"/>
              <a:gd name="T70" fmla="*/ 53 w 154"/>
              <a:gd name="T71" fmla="*/ 33 h 87"/>
              <a:gd name="T72" fmla="*/ 73 w 154"/>
              <a:gd name="T73" fmla="*/ 39 h 87"/>
              <a:gd name="T74" fmla="*/ 113 w 154"/>
              <a:gd name="T75" fmla="*/ 63 h 87"/>
              <a:gd name="T76" fmla="*/ 120 w 154"/>
              <a:gd name="T77" fmla="*/ 54 h 87"/>
              <a:gd name="T78" fmla="*/ 113 w 154"/>
              <a:gd name="T79" fmla="*/ 63 h 87"/>
              <a:gd name="T80" fmla="*/ 39 w 154"/>
              <a:gd name="T81" fmla="*/ 61 h 87"/>
              <a:gd name="T82" fmla="*/ 22 w 154"/>
              <a:gd name="T83" fmla="*/ 57 h 87"/>
              <a:gd name="T84" fmla="*/ 32 w 154"/>
              <a:gd name="T85" fmla="*/ 0 h 87"/>
              <a:gd name="T86" fmla="*/ 37 w 154"/>
              <a:gd name="T87" fmla="*/ 63 h 87"/>
              <a:gd name="T88" fmla="*/ 51 w 154"/>
              <a:gd name="T89" fmla="*/ 2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54" h="87">
                <a:moveTo>
                  <a:pt x="40" y="72"/>
                </a:moveTo>
                <a:cubicBezTo>
                  <a:pt x="39" y="72"/>
                  <a:pt x="37" y="71"/>
                  <a:pt x="36" y="70"/>
                </a:cubicBezTo>
                <a:cubicBezTo>
                  <a:pt x="35" y="70"/>
                  <a:pt x="35" y="68"/>
                  <a:pt x="35" y="67"/>
                </a:cubicBezTo>
                <a:cubicBezTo>
                  <a:pt x="35" y="66"/>
                  <a:pt x="35" y="65"/>
                  <a:pt x="36" y="64"/>
                </a:cubicBezTo>
                <a:cubicBezTo>
                  <a:pt x="42" y="57"/>
                  <a:pt x="42" y="57"/>
                  <a:pt x="42" y="57"/>
                </a:cubicBezTo>
                <a:cubicBezTo>
                  <a:pt x="43" y="56"/>
                  <a:pt x="44" y="56"/>
                  <a:pt x="45" y="56"/>
                </a:cubicBezTo>
                <a:cubicBezTo>
                  <a:pt x="46" y="56"/>
                  <a:pt x="47" y="56"/>
                  <a:pt x="48" y="57"/>
                </a:cubicBezTo>
                <a:cubicBezTo>
                  <a:pt x="49" y="58"/>
                  <a:pt x="50" y="59"/>
                  <a:pt x="50" y="60"/>
                </a:cubicBezTo>
                <a:cubicBezTo>
                  <a:pt x="50" y="61"/>
                  <a:pt x="50" y="63"/>
                  <a:pt x="49" y="63"/>
                </a:cubicBezTo>
                <a:cubicBezTo>
                  <a:pt x="43" y="70"/>
                  <a:pt x="43" y="70"/>
                  <a:pt x="43" y="70"/>
                </a:cubicBezTo>
                <a:cubicBezTo>
                  <a:pt x="42" y="71"/>
                  <a:pt x="41" y="71"/>
                  <a:pt x="40" y="72"/>
                </a:cubicBezTo>
                <a:close/>
                <a:moveTo>
                  <a:pt x="94" y="63"/>
                </a:moveTo>
                <a:cubicBezTo>
                  <a:pt x="94" y="63"/>
                  <a:pt x="105" y="72"/>
                  <a:pt x="108" y="72"/>
                </a:cubicBezTo>
                <a:cubicBezTo>
                  <a:pt x="110" y="73"/>
                  <a:pt x="111" y="72"/>
                  <a:pt x="112" y="71"/>
                </a:cubicBezTo>
                <a:cubicBezTo>
                  <a:pt x="114" y="69"/>
                  <a:pt x="114" y="68"/>
                  <a:pt x="114" y="66"/>
                </a:cubicBezTo>
                <a:cubicBezTo>
                  <a:pt x="114" y="65"/>
                  <a:pt x="114" y="64"/>
                  <a:pt x="113" y="63"/>
                </a:cubicBezTo>
                <a:moveTo>
                  <a:pt x="85" y="69"/>
                </a:moveTo>
                <a:cubicBezTo>
                  <a:pt x="94" y="77"/>
                  <a:pt x="94" y="77"/>
                  <a:pt x="94" y="77"/>
                </a:cubicBezTo>
                <a:cubicBezTo>
                  <a:pt x="95" y="78"/>
                  <a:pt x="97" y="79"/>
                  <a:pt x="98" y="79"/>
                </a:cubicBezTo>
                <a:cubicBezTo>
                  <a:pt x="100" y="79"/>
                  <a:pt x="102" y="78"/>
                  <a:pt x="103" y="77"/>
                </a:cubicBezTo>
                <a:cubicBezTo>
                  <a:pt x="104" y="76"/>
                  <a:pt x="105" y="74"/>
                  <a:pt x="105" y="73"/>
                </a:cubicBezTo>
                <a:cubicBezTo>
                  <a:pt x="105" y="72"/>
                  <a:pt x="105" y="71"/>
                  <a:pt x="104" y="71"/>
                </a:cubicBezTo>
                <a:moveTo>
                  <a:pt x="79" y="79"/>
                </a:moveTo>
                <a:cubicBezTo>
                  <a:pt x="84" y="83"/>
                  <a:pt x="84" y="83"/>
                  <a:pt x="84" y="83"/>
                </a:cubicBezTo>
                <a:cubicBezTo>
                  <a:pt x="85" y="84"/>
                  <a:pt x="86" y="85"/>
                  <a:pt x="88" y="85"/>
                </a:cubicBezTo>
                <a:cubicBezTo>
                  <a:pt x="90" y="85"/>
                  <a:pt x="91" y="84"/>
                  <a:pt x="92" y="83"/>
                </a:cubicBezTo>
                <a:cubicBezTo>
                  <a:pt x="94" y="82"/>
                  <a:pt x="95" y="80"/>
                  <a:pt x="95" y="79"/>
                </a:cubicBezTo>
                <a:cubicBezTo>
                  <a:pt x="94" y="78"/>
                  <a:pt x="94" y="77"/>
                  <a:pt x="94" y="77"/>
                </a:cubicBezTo>
                <a:moveTo>
                  <a:pt x="69" y="83"/>
                </a:moveTo>
                <a:cubicBezTo>
                  <a:pt x="72" y="85"/>
                  <a:pt x="72" y="85"/>
                  <a:pt x="72" y="85"/>
                </a:cubicBezTo>
                <a:cubicBezTo>
                  <a:pt x="73" y="85"/>
                  <a:pt x="75" y="86"/>
                  <a:pt x="78" y="85"/>
                </a:cubicBezTo>
                <a:cubicBezTo>
                  <a:pt x="79" y="85"/>
                  <a:pt x="81" y="85"/>
                  <a:pt x="82" y="84"/>
                </a:cubicBezTo>
                <a:cubicBezTo>
                  <a:pt x="82" y="83"/>
                  <a:pt x="83" y="83"/>
                  <a:pt x="83" y="82"/>
                </a:cubicBezTo>
                <a:moveTo>
                  <a:pt x="49" y="77"/>
                </a:moveTo>
                <a:cubicBezTo>
                  <a:pt x="59" y="65"/>
                  <a:pt x="59" y="65"/>
                  <a:pt x="59" y="65"/>
                </a:cubicBezTo>
                <a:cubicBezTo>
                  <a:pt x="61" y="63"/>
                  <a:pt x="61" y="60"/>
                  <a:pt x="59" y="59"/>
                </a:cubicBezTo>
                <a:cubicBezTo>
                  <a:pt x="58" y="58"/>
                  <a:pt x="57" y="57"/>
                  <a:pt x="55" y="58"/>
                </a:cubicBezTo>
                <a:cubicBezTo>
                  <a:pt x="54" y="58"/>
                  <a:pt x="53" y="58"/>
                  <a:pt x="53" y="59"/>
                </a:cubicBezTo>
                <a:cubicBezTo>
                  <a:pt x="42" y="71"/>
                  <a:pt x="42" y="71"/>
                  <a:pt x="42" y="71"/>
                </a:cubicBezTo>
                <a:cubicBezTo>
                  <a:pt x="40" y="73"/>
                  <a:pt x="41" y="76"/>
                  <a:pt x="42" y="77"/>
                </a:cubicBezTo>
                <a:cubicBezTo>
                  <a:pt x="43" y="78"/>
                  <a:pt x="45" y="79"/>
                  <a:pt x="46" y="79"/>
                </a:cubicBezTo>
                <a:cubicBezTo>
                  <a:pt x="47" y="78"/>
                  <a:pt x="48" y="78"/>
                  <a:pt x="49" y="77"/>
                </a:cubicBezTo>
                <a:close/>
                <a:moveTo>
                  <a:pt x="58" y="81"/>
                </a:moveTo>
                <a:cubicBezTo>
                  <a:pt x="67" y="70"/>
                  <a:pt x="67" y="70"/>
                  <a:pt x="67" y="70"/>
                </a:cubicBezTo>
                <a:cubicBezTo>
                  <a:pt x="69" y="68"/>
                  <a:pt x="69" y="66"/>
                  <a:pt x="67" y="64"/>
                </a:cubicBezTo>
                <a:cubicBezTo>
                  <a:pt x="66" y="63"/>
                  <a:pt x="65" y="62"/>
                  <a:pt x="63" y="63"/>
                </a:cubicBezTo>
                <a:cubicBezTo>
                  <a:pt x="62" y="63"/>
                  <a:pt x="61" y="63"/>
                  <a:pt x="61" y="64"/>
                </a:cubicBezTo>
                <a:cubicBezTo>
                  <a:pt x="51" y="75"/>
                  <a:pt x="51" y="75"/>
                  <a:pt x="51" y="75"/>
                </a:cubicBezTo>
                <a:cubicBezTo>
                  <a:pt x="49" y="77"/>
                  <a:pt x="49" y="80"/>
                  <a:pt x="51" y="82"/>
                </a:cubicBezTo>
                <a:cubicBezTo>
                  <a:pt x="52" y="82"/>
                  <a:pt x="54" y="83"/>
                  <a:pt x="55" y="83"/>
                </a:cubicBezTo>
                <a:cubicBezTo>
                  <a:pt x="56" y="83"/>
                  <a:pt x="57" y="82"/>
                  <a:pt x="58" y="81"/>
                </a:cubicBezTo>
                <a:close/>
                <a:moveTo>
                  <a:pt x="71" y="80"/>
                </a:moveTo>
                <a:cubicBezTo>
                  <a:pt x="72" y="79"/>
                  <a:pt x="72" y="79"/>
                  <a:pt x="72" y="79"/>
                </a:cubicBezTo>
                <a:cubicBezTo>
                  <a:pt x="74" y="77"/>
                  <a:pt x="74" y="74"/>
                  <a:pt x="72" y="72"/>
                </a:cubicBezTo>
                <a:cubicBezTo>
                  <a:pt x="71" y="71"/>
                  <a:pt x="70" y="71"/>
                  <a:pt x="68" y="71"/>
                </a:cubicBezTo>
                <a:cubicBezTo>
                  <a:pt x="67" y="71"/>
                  <a:pt x="66" y="72"/>
                  <a:pt x="66" y="72"/>
                </a:cubicBezTo>
                <a:cubicBezTo>
                  <a:pt x="60" y="79"/>
                  <a:pt x="60" y="79"/>
                  <a:pt x="60" y="79"/>
                </a:cubicBezTo>
                <a:cubicBezTo>
                  <a:pt x="58" y="81"/>
                  <a:pt x="58" y="83"/>
                  <a:pt x="60" y="85"/>
                </a:cubicBezTo>
                <a:cubicBezTo>
                  <a:pt x="61" y="86"/>
                  <a:pt x="63" y="87"/>
                  <a:pt x="64" y="86"/>
                </a:cubicBezTo>
                <a:cubicBezTo>
                  <a:pt x="65" y="86"/>
                  <a:pt x="66" y="86"/>
                  <a:pt x="67" y="85"/>
                </a:cubicBezTo>
                <a:lnTo>
                  <a:pt x="71" y="80"/>
                </a:lnTo>
                <a:close/>
                <a:moveTo>
                  <a:pt x="132" y="0"/>
                </a:moveTo>
                <a:cubicBezTo>
                  <a:pt x="122" y="5"/>
                  <a:pt x="108" y="13"/>
                  <a:pt x="106" y="14"/>
                </a:cubicBezTo>
                <a:cubicBezTo>
                  <a:pt x="108" y="17"/>
                  <a:pt x="117" y="32"/>
                  <a:pt x="128" y="52"/>
                </a:cubicBezTo>
                <a:cubicBezTo>
                  <a:pt x="129" y="54"/>
                  <a:pt x="129" y="54"/>
                  <a:pt x="129" y="54"/>
                </a:cubicBezTo>
                <a:cubicBezTo>
                  <a:pt x="154" y="41"/>
                  <a:pt x="154" y="41"/>
                  <a:pt x="154" y="41"/>
                </a:cubicBezTo>
                <a:moveTo>
                  <a:pt x="109" y="19"/>
                </a:moveTo>
                <a:cubicBezTo>
                  <a:pt x="97" y="15"/>
                  <a:pt x="91" y="22"/>
                  <a:pt x="83" y="22"/>
                </a:cubicBezTo>
                <a:cubicBezTo>
                  <a:pt x="80" y="22"/>
                  <a:pt x="78" y="22"/>
                  <a:pt x="76" y="22"/>
                </a:cubicBezTo>
                <a:cubicBezTo>
                  <a:pt x="76" y="22"/>
                  <a:pt x="76" y="22"/>
                  <a:pt x="76" y="22"/>
                </a:cubicBezTo>
                <a:cubicBezTo>
                  <a:pt x="75" y="22"/>
                  <a:pt x="74" y="22"/>
                  <a:pt x="74" y="23"/>
                </a:cubicBezTo>
                <a:cubicBezTo>
                  <a:pt x="53" y="33"/>
                  <a:pt x="53" y="33"/>
                  <a:pt x="53" y="33"/>
                </a:cubicBezTo>
                <a:cubicBezTo>
                  <a:pt x="43" y="38"/>
                  <a:pt x="53" y="46"/>
                  <a:pt x="56" y="45"/>
                </a:cubicBezTo>
                <a:cubicBezTo>
                  <a:pt x="59" y="44"/>
                  <a:pt x="68" y="41"/>
                  <a:pt x="73" y="39"/>
                </a:cubicBezTo>
                <a:cubicBezTo>
                  <a:pt x="76" y="37"/>
                  <a:pt x="80" y="38"/>
                  <a:pt x="83" y="40"/>
                </a:cubicBezTo>
                <a:cubicBezTo>
                  <a:pt x="92" y="47"/>
                  <a:pt x="112" y="61"/>
                  <a:pt x="113" y="63"/>
                </a:cubicBezTo>
                <a:moveTo>
                  <a:pt x="127" y="49"/>
                </a:moveTo>
                <a:cubicBezTo>
                  <a:pt x="125" y="50"/>
                  <a:pt x="121" y="53"/>
                  <a:pt x="120" y="54"/>
                </a:cubicBezTo>
                <a:cubicBezTo>
                  <a:pt x="119" y="54"/>
                  <a:pt x="119" y="56"/>
                  <a:pt x="118" y="57"/>
                </a:cubicBezTo>
                <a:cubicBezTo>
                  <a:pt x="116" y="59"/>
                  <a:pt x="115" y="62"/>
                  <a:pt x="113" y="63"/>
                </a:cubicBezTo>
                <a:moveTo>
                  <a:pt x="39" y="61"/>
                </a:moveTo>
                <a:cubicBezTo>
                  <a:pt x="39" y="61"/>
                  <a:pt x="39" y="61"/>
                  <a:pt x="39" y="61"/>
                </a:cubicBezTo>
                <a:moveTo>
                  <a:pt x="0" y="39"/>
                </a:moveTo>
                <a:cubicBezTo>
                  <a:pt x="22" y="57"/>
                  <a:pt x="22" y="57"/>
                  <a:pt x="22" y="57"/>
                </a:cubicBezTo>
                <a:cubicBezTo>
                  <a:pt x="54" y="17"/>
                  <a:pt x="54" y="17"/>
                  <a:pt x="54" y="17"/>
                </a:cubicBezTo>
                <a:cubicBezTo>
                  <a:pt x="32" y="0"/>
                  <a:pt x="32" y="0"/>
                  <a:pt x="32" y="0"/>
                </a:cubicBezTo>
                <a:moveTo>
                  <a:pt x="24" y="54"/>
                </a:moveTo>
                <a:cubicBezTo>
                  <a:pt x="31" y="59"/>
                  <a:pt x="37" y="63"/>
                  <a:pt x="37" y="63"/>
                </a:cubicBezTo>
                <a:moveTo>
                  <a:pt x="66" y="27"/>
                </a:moveTo>
                <a:cubicBezTo>
                  <a:pt x="63" y="25"/>
                  <a:pt x="57" y="22"/>
                  <a:pt x="51" y="21"/>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78" name="Freeform 45">
            <a:extLst>
              <a:ext uri="{FF2B5EF4-FFF2-40B4-BE49-F238E27FC236}">
                <a16:creationId xmlns:a16="http://schemas.microsoft.com/office/drawing/2014/main" id="{C2D82B46-B8E6-4E72-BFCA-F04CEF4E7BE7}"/>
              </a:ext>
            </a:extLst>
          </p:cNvPr>
          <p:cNvSpPr>
            <a:spLocks noEditPoints="1"/>
          </p:cNvSpPr>
          <p:nvPr/>
        </p:nvSpPr>
        <p:spPr bwMode="auto">
          <a:xfrm>
            <a:off x="1182617" y="4375559"/>
            <a:ext cx="444500" cy="355600"/>
          </a:xfrm>
          <a:custGeom>
            <a:avLst/>
            <a:gdLst>
              <a:gd name="T0" fmla="*/ 118 w 118"/>
              <a:gd name="T1" fmla="*/ 94 h 94"/>
              <a:gd name="T2" fmla="*/ 0 w 118"/>
              <a:gd name="T3" fmla="*/ 94 h 94"/>
              <a:gd name="T4" fmla="*/ 28 w 118"/>
              <a:gd name="T5" fmla="*/ 69 h 94"/>
              <a:gd name="T6" fmla="*/ 12 w 118"/>
              <a:gd name="T7" fmla="*/ 69 h 94"/>
              <a:gd name="T8" fmla="*/ 12 w 118"/>
              <a:gd name="T9" fmla="*/ 94 h 94"/>
              <a:gd name="T10" fmla="*/ 28 w 118"/>
              <a:gd name="T11" fmla="*/ 94 h 94"/>
              <a:gd name="T12" fmla="*/ 28 w 118"/>
              <a:gd name="T13" fmla="*/ 69 h 94"/>
              <a:gd name="T14" fmla="*/ 54 w 118"/>
              <a:gd name="T15" fmla="*/ 44 h 94"/>
              <a:gd name="T16" fmla="*/ 38 w 118"/>
              <a:gd name="T17" fmla="*/ 44 h 94"/>
              <a:gd name="T18" fmla="*/ 38 w 118"/>
              <a:gd name="T19" fmla="*/ 94 h 94"/>
              <a:gd name="T20" fmla="*/ 54 w 118"/>
              <a:gd name="T21" fmla="*/ 94 h 94"/>
              <a:gd name="T22" fmla="*/ 54 w 118"/>
              <a:gd name="T23" fmla="*/ 44 h 94"/>
              <a:gd name="T24" fmla="*/ 79 w 118"/>
              <a:gd name="T25" fmla="*/ 55 h 94"/>
              <a:gd name="T26" fmla="*/ 63 w 118"/>
              <a:gd name="T27" fmla="*/ 55 h 94"/>
              <a:gd name="T28" fmla="*/ 63 w 118"/>
              <a:gd name="T29" fmla="*/ 94 h 94"/>
              <a:gd name="T30" fmla="*/ 79 w 118"/>
              <a:gd name="T31" fmla="*/ 94 h 94"/>
              <a:gd name="T32" fmla="*/ 79 w 118"/>
              <a:gd name="T33" fmla="*/ 55 h 94"/>
              <a:gd name="T34" fmla="*/ 105 w 118"/>
              <a:gd name="T35" fmla="*/ 29 h 94"/>
              <a:gd name="T36" fmla="*/ 89 w 118"/>
              <a:gd name="T37" fmla="*/ 29 h 94"/>
              <a:gd name="T38" fmla="*/ 89 w 118"/>
              <a:gd name="T39" fmla="*/ 94 h 94"/>
              <a:gd name="T40" fmla="*/ 105 w 118"/>
              <a:gd name="T41" fmla="*/ 94 h 94"/>
              <a:gd name="T42" fmla="*/ 105 w 118"/>
              <a:gd name="T43" fmla="*/ 29 h 94"/>
              <a:gd name="T44" fmla="*/ 20 w 118"/>
              <a:gd name="T45" fmla="*/ 41 h 94"/>
              <a:gd name="T46" fmla="*/ 16 w 118"/>
              <a:gd name="T47" fmla="*/ 46 h 94"/>
              <a:gd name="T48" fmla="*/ 20 w 118"/>
              <a:gd name="T49" fmla="*/ 50 h 94"/>
              <a:gd name="T50" fmla="*/ 25 w 118"/>
              <a:gd name="T51" fmla="*/ 46 h 94"/>
              <a:gd name="T52" fmla="*/ 20 w 118"/>
              <a:gd name="T53" fmla="*/ 41 h 94"/>
              <a:gd name="T54" fmla="*/ 46 w 118"/>
              <a:gd name="T55" fmla="*/ 17 h 94"/>
              <a:gd name="T56" fmla="*/ 41 w 118"/>
              <a:gd name="T57" fmla="*/ 21 h 94"/>
              <a:gd name="T58" fmla="*/ 46 w 118"/>
              <a:gd name="T59" fmla="*/ 26 h 94"/>
              <a:gd name="T60" fmla="*/ 50 w 118"/>
              <a:gd name="T61" fmla="*/ 21 h 94"/>
              <a:gd name="T62" fmla="*/ 46 w 118"/>
              <a:gd name="T63" fmla="*/ 17 h 94"/>
              <a:gd name="T64" fmla="*/ 71 w 118"/>
              <a:gd name="T65" fmla="*/ 29 h 94"/>
              <a:gd name="T66" fmla="*/ 67 w 118"/>
              <a:gd name="T67" fmla="*/ 33 h 94"/>
              <a:gd name="T68" fmla="*/ 71 w 118"/>
              <a:gd name="T69" fmla="*/ 38 h 94"/>
              <a:gd name="T70" fmla="*/ 76 w 118"/>
              <a:gd name="T71" fmla="*/ 33 h 94"/>
              <a:gd name="T72" fmla="*/ 71 w 118"/>
              <a:gd name="T73" fmla="*/ 29 h 94"/>
              <a:gd name="T74" fmla="*/ 97 w 118"/>
              <a:gd name="T75" fmla="*/ 0 h 94"/>
              <a:gd name="T76" fmla="*/ 92 w 118"/>
              <a:gd name="T77" fmla="*/ 4 h 94"/>
              <a:gd name="T78" fmla="*/ 97 w 118"/>
              <a:gd name="T79" fmla="*/ 9 h 94"/>
              <a:gd name="T80" fmla="*/ 101 w 118"/>
              <a:gd name="T81" fmla="*/ 4 h 94"/>
              <a:gd name="T82" fmla="*/ 97 w 118"/>
              <a:gd name="T83" fmla="*/ 0 h 94"/>
              <a:gd name="T84" fmla="*/ 74 w 118"/>
              <a:gd name="T85" fmla="*/ 30 h 94"/>
              <a:gd name="T86" fmla="*/ 94 w 118"/>
              <a:gd name="T87" fmla="*/ 8 h 94"/>
              <a:gd name="T88" fmla="*/ 50 w 118"/>
              <a:gd name="T89" fmla="*/ 23 h 94"/>
              <a:gd name="T90" fmla="*/ 67 w 118"/>
              <a:gd name="T91" fmla="*/ 31 h 94"/>
              <a:gd name="T92" fmla="*/ 42 w 118"/>
              <a:gd name="T93" fmla="*/ 24 h 94"/>
              <a:gd name="T94" fmla="*/ 24 w 118"/>
              <a:gd name="T95" fmla="*/ 4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8" h="94">
                <a:moveTo>
                  <a:pt x="118" y="94"/>
                </a:moveTo>
                <a:cubicBezTo>
                  <a:pt x="0" y="94"/>
                  <a:pt x="0" y="94"/>
                  <a:pt x="0" y="94"/>
                </a:cubicBezTo>
                <a:moveTo>
                  <a:pt x="28" y="69"/>
                </a:moveTo>
                <a:cubicBezTo>
                  <a:pt x="12" y="69"/>
                  <a:pt x="12" y="69"/>
                  <a:pt x="12" y="69"/>
                </a:cubicBezTo>
                <a:cubicBezTo>
                  <a:pt x="12" y="94"/>
                  <a:pt x="12" y="94"/>
                  <a:pt x="12" y="94"/>
                </a:cubicBezTo>
                <a:cubicBezTo>
                  <a:pt x="28" y="94"/>
                  <a:pt x="28" y="94"/>
                  <a:pt x="28" y="94"/>
                </a:cubicBezTo>
                <a:lnTo>
                  <a:pt x="28" y="69"/>
                </a:lnTo>
                <a:close/>
                <a:moveTo>
                  <a:pt x="54" y="44"/>
                </a:moveTo>
                <a:cubicBezTo>
                  <a:pt x="38" y="44"/>
                  <a:pt x="38" y="44"/>
                  <a:pt x="38" y="44"/>
                </a:cubicBezTo>
                <a:cubicBezTo>
                  <a:pt x="38" y="94"/>
                  <a:pt x="38" y="94"/>
                  <a:pt x="38" y="94"/>
                </a:cubicBezTo>
                <a:cubicBezTo>
                  <a:pt x="54" y="94"/>
                  <a:pt x="54" y="94"/>
                  <a:pt x="54" y="94"/>
                </a:cubicBezTo>
                <a:lnTo>
                  <a:pt x="54" y="44"/>
                </a:lnTo>
                <a:close/>
                <a:moveTo>
                  <a:pt x="79" y="55"/>
                </a:moveTo>
                <a:cubicBezTo>
                  <a:pt x="63" y="55"/>
                  <a:pt x="63" y="55"/>
                  <a:pt x="63" y="55"/>
                </a:cubicBezTo>
                <a:cubicBezTo>
                  <a:pt x="63" y="94"/>
                  <a:pt x="63" y="94"/>
                  <a:pt x="63" y="94"/>
                </a:cubicBezTo>
                <a:cubicBezTo>
                  <a:pt x="79" y="94"/>
                  <a:pt x="79" y="94"/>
                  <a:pt x="79" y="94"/>
                </a:cubicBezTo>
                <a:lnTo>
                  <a:pt x="79" y="55"/>
                </a:lnTo>
                <a:close/>
                <a:moveTo>
                  <a:pt x="105" y="29"/>
                </a:moveTo>
                <a:cubicBezTo>
                  <a:pt x="89" y="29"/>
                  <a:pt x="89" y="29"/>
                  <a:pt x="89" y="29"/>
                </a:cubicBezTo>
                <a:cubicBezTo>
                  <a:pt x="89" y="94"/>
                  <a:pt x="89" y="94"/>
                  <a:pt x="89" y="94"/>
                </a:cubicBezTo>
                <a:cubicBezTo>
                  <a:pt x="105" y="94"/>
                  <a:pt x="105" y="94"/>
                  <a:pt x="105" y="94"/>
                </a:cubicBezTo>
                <a:lnTo>
                  <a:pt x="105" y="29"/>
                </a:lnTo>
                <a:close/>
                <a:moveTo>
                  <a:pt x="20" y="41"/>
                </a:moveTo>
                <a:cubicBezTo>
                  <a:pt x="18" y="41"/>
                  <a:pt x="16" y="43"/>
                  <a:pt x="16" y="46"/>
                </a:cubicBezTo>
                <a:cubicBezTo>
                  <a:pt x="16" y="48"/>
                  <a:pt x="18" y="50"/>
                  <a:pt x="20" y="50"/>
                </a:cubicBezTo>
                <a:cubicBezTo>
                  <a:pt x="23" y="50"/>
                  <a:pt x="25" y="48"/>
                  <a:pt x="25" y="46"/>
                </a:cubicBezTo>
                <a:cubicBezTo>
                  <a:pt x="25" y="43"/>
                  <a:pt x="23" y="41"/>
                  <a:pt x="20" y="41"/>
                </a:cubicBezTo>
                <a:close/>
                <a:moveTo>
                  <a:pt x="46" y="17"/>
                </a:moveTo>
                <a:cubicBezTo>
                  <a:pt x="43" y="17"/>
                  <a:pt x="41" y="19"/>
                  <a:pt x="41" y="21"/>
                </a:cubicBezTo>
                <a:cubicBezTo>
                  <a:pt x="41" y="24"/>
                  <a:pt x="43" y="26"/>
                  <a:pt x="46" y="26"/>
                </a:cubicBezTo>
                <a:cubicBezTo>
                  <a:pt x="48" y="26"/>
                  <a:pt x="50" y="24"/>
                  <a:pt x="50" y="21"/>
                </a:cubicBezTo>
                <a:cubicBezTo>
                  <a:pt x="50" y="19"/>
                  <a:pt x="48" y="17"/>
                  <a:pt x="46" y="17"/>
                </a:cubicBezTo>
                <a:close/>
                <a:moveTo>
                  <a:pt x="71" y="29"/>
                </a:moveTo>
                <a:cubicBezTo>
                  <a:pt x="69" y="29"/>
                  <a:pt x="67" y="31"/>
                  <a:pt x="67" y="33"/>
                </a:cubicBezTo>
                <a:cubicBezTo>
                  <a:pt x="67" y="36"/>
                  <a:pt x="69" y="38"/>
                  <a:pt x="71" y="38"/>
                </a:cubicBezTo>
                <a:cubicBezTo>
                  <a:pt x="74" y="38"/>
                  <a:pt x="76" y="36"/>
                  <a:pt x="76" y="33"/>
                </a:cubicBezTo>
                <a:cubicBezTo>
                  <a:pt x="76" y="31"/>
                  <a:pt x="74" y="29"/>
                  <a:pt x="71" y="29"/>
                </a:cubicBezTo>
                <a:close/>
                <a:moveTo>
                  <a:pt x="97" y="0"/>
                </a:moveTo>
                <a:cubicBezTo>
                  <a:pt x="94" y="0"/>
                  <a:pt x="92" y="2"/>
                  <a:pt x="92" y="4"/>
                </a:cubicBezTo>
                <a:cubicBezTo>
                  <a:pt x="92" y="7"/>
                  <a:pt x="94" y="9"/>
                  <a:pt x="97" y="9"/>
                </a:cubicBezTo>
                <a:cubicBezTo>
                  <a:pt x="99" y="9"/>
                  <a:pt x="101" y="7"/>
                  <a:pt x="101" y="4"/>
                </a:cubicBezTo>
                <a:cubicBezTo>
                  <a:pt x="101" y="2"/>
                  <a:pt x="99" y="0"/>
                  <a:pt x="97" y="0"/>
                </a:cubicBezTo>
                <a:close/>
                <a:moveTo>
                  <a:pt x="74" y="30"/>
                </a:moveTo>
                <a:cubicBezTo>
                  <a:pt x="94" y="8"/>
                  <a:pt x="94" y="8"/>
                  <a:pt x="94" y="8"/>
                </a:cubicBezTo>
                <a:moveTo>
                  <a:pt x="50" y="23"/>
                </a:moveTo>
                <a:cubicBezTo>
                  <a:pt x="67" y="31"/>
                  <a:pt x="67" y="31"/>
                  <a:pt x="67" y="31"/>
                </a:cubicBezTo>
                <a:moveTo>
                  <a:pt x="42" y="24"/>
                </a:moveTo>
                <a:cubicBezTo>
                  <a:pt x="24" y="42"/>
                  <a:pt x="24" y="42"/>
                  <a:pt x="24" y="4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79" name="Freeform 46">
            <a:extLst>
              <a:ext uri="{FF2B5EF4-FFF2-40B4-BE49-F238E27FC236}">
                <a16:creationId xmlns:a16="http://schemas.microsoft.com/office/drawing/2014/main" id="{34B197DB-9ACB-4AE0-990E-656C52857578}"/>
              </a:ext>
            </a:extLst>
          </p:cNvPr>
          <p:cNvSpPr>
            <a:spLocks noEditPoints="1"/>
          </p:cNvSpPr>
          <p:nvPr/>
        </p:nvSpPr>
        <p:spPr bwMode="auto">
          <a:xfrm>
            <a:off x="1246350" y="5192897"/>
            <a:ext cx="342900" cy="407988"/>
          </a:xfrm>
          <a:custGeom>
            <a:avLst/>
            <a:gdLst>
              <a:gd name="T0" fmla="*/ 216 w 216"/>
              <a:gd name="T1" fmla="*/ 105 h 257"/>
              <a:gd name="T2" fmla="*/ 216 w 216"/>
              <a:gd name="T3" fmla="*/ 257 h 257"/>
              <a:gd name="T4" fmla="*/ 0 w 216"/>
              <a:gd name="T5" fmla="*/ 257 h 257"/>
              <a:gd name="T6" fmla="*/ 0 w 216"/>
              <a:gd name="T7" fmla="*/ 105 h 257"/>
              <a:gd name="T8" fmla="*/ 216 w 216"/>
              <a:gd name="T9" fmla="*/ 257 h 257"/>
              <a:gd name="T10" fmla="*/ 109 w 216"/>
              <a:gd name="T11" fmla="*/ 181 h 257"/>
              <a:gd name="T12" fmla="*/ 0 w 216"/>
              <a:gd name="T13" fmla="*/ 257 h 257"/>
              <a:gd name="T14" fmla="*/ 216 w 216"/>
              <a:gd name="T15" fmla="*/ 105 h 257"/>
              <a:gd name="T16" fmla="*/ 145 w 216"/>
              <a:gd name="T17" fmla="*/ 183 h 257"/>
              <a:gd name="T18" fmla="*/ 0 w 216"/>
              <a:gd name="T19" fmla="*/ 105 h 257"/>
              <a:gd name="T20" fmla="*/ 74 w 216"/>
              <a:gd name="T21" fmla="*/ 183 h 257"/>
              <a:gd name="T22" fmla="*/ 190 w 216"/>
              <a:gd name="T23" fmla="*/ 100 h 257"/>
              <a:gd name="T24" fmla="*/ 190 w 216"/>
              <a:gd name="T25" fmla="*/ 48 h 257"/>
              <a:gd name="T26" fmla="*/ 143 w 216"/>
              <a:gd name="T27" fmla="*/ 0 h 257"/>
              <a:gd name="T28" fmla="*/ 26 w 216"/>
              <a:gd name="T29" fmla="*/ 0 h 257"/>
              <a:gd name="T30" fmla="*/ 26 w 216"/>
              <a:gd name="T31" fmla="*/ 100 h 257"/>
              <a:gd name="T32" fmla="*/ 190 w 216"/>
              <a:gd name="T33" fmla="*/ 48 h 257"/>
              <a:gd name="T34" fmla="*/ 143 w 216"/>
              <a:gd name="T35" fmla="*/ 0 h 257"/>
              <a:gd name="T36" fmla="*/ 143 w 216"/>
              <a:gd name="T37" fmla="*/ 48 h 257"/>
              <a:gd name="T38" fmla="*/ 190 w 216"/>
              <a:gd name="T39" fmla="*/ 48 h 257"/>
              <a:gd name="T40" fmla="*/ 74 w 216"/>
              <a:gd name="T41" fmla="*/ 76 h 257"/>
              <a:gd name="T42" fmla="*/ 50 w 216"/>
              <a:gd name="T43" fmla="*/ 76 h 257"/>
              <a:gd name="T44" fmla="*/ 162 w 216"/>
              <a:gd name="T45" fmla="*/ 76 h 257"/>
              <a:gd name="T46" fmla="*/ 95 w 216"/>
              <a:gd name="T47" fmla="*/ 76 h 257"/>
              <a:gd name="T48" fmla="*/ 50 w 216"/>
              <a:gd name="T49" fmla="*/ 100 h 257"/>
              <a:gd name="T50" fmla="*/ 112 w 216"/>
              <a:gd name="T51" fmla="*/ 100 h 257"/>
              <a:gd name="T52" fmla="*/ 162 w 216"/>
              <a:gd name="T53" fmla="*/ 100 h 257"/>
              <a:gd name="T54" fmla="*/ 138 w 216"/>
              <a:gd name="T55" fmla="*/ 10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6" h="257">
                <a:moveTo>
                  <a:pt x="216" y="105"/>
                </a:moveTo>
                <a:lnTo>
                  <a:pt x="216" y="257"/>
                </a:lnTo>
                <a:lnTo>
                  <a:pt x="0" y="257"/>
                </a:lnTo>
                <a:lnTo>
                  <a:pt x="0" y="105"/>
                </a:lnTo>
                <a:moveTo>
                  <a:pt x="216" y="257"/>
                </a:moveTo>
                <a:lnTo>
                  <a:pt x="109" y="181"/>
                </a:lnTo>
                <a:lnTo>
                  <a:pt x="0" y="257"/>
                </a:lnTo>
                <a:moveTo>
                  <a:pt x="216" y="105"/>
                </a:moveTo>
                <a:lnTo>
                  <a:pt x="145" y="183"/>
                </a:lnTo>
                <a:moveTo>
                  <a:pt x="0" y="105"/>
                </a:moveTo>
                <a:lnTo>
                  <a:pt x="74" y="183"/>
                </a:lnTo>
                <a:moveTo>
                  <a:pt x="190" y="100"/>
                </a:moveTo>
                <a:lnTo>
                  <a:pt x="190" y="48"/>
                </a:lnTo>
                <a:moveTo>
                  <a:pt x="143" y="0"/>
                </a:moveTo>
                <a:lnTo>
                  <a:pt x="26" y="0"/>
                </a:lnTo>
                <a:lnTo>
                  <a:pt x="26" y="100"/>
                </a:lnTo>
                <a:moveTo>
                  <a:pt x="190" y="48"/>
                </a:moveTo>
                <a:lnTo>
                  <a:pt x="143" y="0"/>
                </a:lnTo>
                <a:lnTo>
                  <a:pt x="143" y="48"/>
                </a:lnTo>
                <a:lnTo>
                  <a:pt x="190" y="48"/>
                </a:lnTo>
                <a:moveTo>
                  <a:pt x="74" y="76"/>
                </a:moveTo>
                <a:lnTo>
                  <a:pt x="50" y="76"/>
                </a:lnTo>
                <a:moveTo>
                  <a:pt x="162" y="76"/>
                </a:moveTo>
                <a:lnTo>
                  <a:pt x="95" y="76"/>
                </a:lnTo>
                <a:moveTo>
                  <a:pt x="50" y="100"/>
                </a:moveTo>
                <a:lnTo>
                  <a:pt x="112" y="100"/>
                </a:lnTo>
                <a:moveTo>
                  <a:pt x="162" y="100"/>
                </a:moveTo>
                <a:lnTo>
                  <a:pt x="138" y="100"/>
                </a:ln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28" name="TextBox 27">
            <a:extLst>
              <a:ext uri="{FF2B5EF4-FFF2-40B4-BE49-F238E27FC236}">
                <a16:creationId xmlns:a16="http://schemas.microsoft.com/office/drawing/2014/main" id="{1FD09750-0D26-405C-80AE-ABA1C57087F2}"/>
              </a:ext>
            </a:extLst>
          </p:cNvPr>
          <p:cNvSpPr txBox="1"/>
          <p:nvPr/>
        </p:nvSpPr>
        <p:spPr>
          <a:xfrm>
            <a:off x="4098394" y="333188"/>
            <a:ext cx="4166525" cy="461665"/>
          </a:xfrm>
          <a:prstGeom prst="rect">
            <a:avLst/>
          </a:prstGeom>
          <a:noFill/>
        </p:spPr>
        <p:txBody>
          <a:bodyPr wrap="none" rtlCol="0">
            <a:spAutoFit/>
          </a:bodyPr>
          <a:lstStyle/>
          <a:p>
            <a:pPr algn="ctr"/>
            <a:r>
              <a:rPr lang="en-US" sz="2400">
                <a:latin typeface="Montserrat SemiBold" panose="00000700000000000000" pitchFamily="50" charset="-52"/>
              </a:rPr>
              <a:t>EDITABLE STACKED BAR</a:t>
            </a:r>
            <a:endParaRPr lang="ru-UA" sz="2400">
              <a:latin typeface="Montserrat SemiBold" panose="00000700000000000000" pitchFamily="50" charset="-52"/>
            </a:endParaRPr>
          </a:p>
        </p:txBody>
      </p:sp>
      <p:sp>
        <p:nvSpPr>
          <p:cNvPr id="29" name="TextBox 28">
            <a:extLst>
              <a:ext uri="{FF2B5EF4-FFF2-40B4-BE49-F238E27FC236}">
                <a16:creationId xmlns:a16="http://schemas.microsoft.com/office/drawing/2014/main" id="{B5C140FA-2E25-4744-913A-CF90A7F025F1}"/>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88528923"/>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1000"/>
                                            <p:tgtEl>
                                              <p:spTgt spid="48"/>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57"/>
                                            </p:tgtEl>
                                            <p:attrNameLst>
                                              <p:attrName>style.visibility</p:attrName>
                                            </p:attrNameLst>
                                          </p:cBhvr>
                                          <p:to>
                                            <p:strVal val="visible"/>
                                          </p:to>
                                        </p:set>
                                        <p:animEffect transition="in" filter="wipe(left)">
                                          <p:cBhvr>
                                            <p:cTn id="10" dur="1000"/>
                                            <p:tgtEl>
                                              <p:spTgt spid="57"/>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60"/>
                                            </p:tgtEl>
                                            <p:attrNameLst>
                                              <p:attrName>style.visibility</p:attrName>
                                            </p:attrNameLst>
                                          </p:cBhvr>
                                          <p:to>
                                            <p:strVal val="visible"/>
                                          </p:to>
                                        </p:set>
                                        <p:animEffect transition="in" filter="wipe(left)">
                                          <p:cBhvr>
                                            <p:cTn id="13" dur="1000"/>
                                            <p:tgtEl>
                                              <p:spTgt spid="60"/>
                                            </p:tgtEl>
                                          </p:cBhvr>
                                        </p:animEffect>
                                      </p:childTnLst>
                                    </p:cTn>
                                  </p:par>
                                  <p:par>
                                    <p:cTn id="14" presetID="22" presetClass="entr" presetSubtype="8" fill="hold" grpId="0" nodeType="withEffect">
                                      <p:stCondLst>
                                        <p:cond delay="750"/>
                                      </p:stCondLst>
                                      <p:childTnLst>
                                        <p:set>
                                          <p:cBhvr>
                                            <p:cTn id="15" dur="1" fill="hold">
                                              <p:stCondLst>
                                                <p:cond delay="0"/>
                                              </p:stCondLst>
                                            </p:cTn>
                                            <p:tgtEl>
                                              <p:spTgt spid="63"/>
                                            </p:tgtEl>
                                            <p:attrNameLst>
                                              <p:attrName>style.visibility</p:attrName>
                                            </p:attrNameLst>
                                          </p:cBhvr>
                                          <p:to>
                                            <p:strVal val="visible"/>
                                          </p:to>
                                        </p:set>
                                        <p:animEffect transition="in" filter="wipe(left)">
                                          <p:cBhvr>
                                            <p:cTn id="16" dur="1000"/>
                                            <p:tgtEl>
                                              <p:spTgt spid="63"/>
                                            </p:tgtEl>
                                          </p:cBhvr>
                                        </p:animEffect>
                                      </p:childTnLst>
                                    </p:cTn>
                                  </p:par>
                                  <p:par>
                                    <p:cTn id="17" presetID="22" presetClass="entr" presetSubtype="8" fill="hold" grpId="0" nodeType="withEffect">
                                      <p:stCondLst>
                                        <p:cond delay="1000"/>
                                      </p:stCondLst>
                                      <p:childTnLst>
                                        <p:set>
                                          <p:cBhvr>
                                            <p:cTn id="18" dur="1" fill="hold">
                                              <p:stCondLst>
                                                <p:cond delay="0"/>
                                              </p:stCondLst>
                                            </p:cTn>
                                            <p:tgtEl>
                                              <p:spTgt spid="66"/>
                                            </p:tgtEl>
                                            <p:attrNameLst>
                                              <p:attrName>style.visibility</p:attrName>
                                            </p:attrNameLst>
                                          </p:cBhvr>
                                          <p:to>
                                            <p:strVal val="visible"/>
                                          </p:to>
                                        </p:set>
                                        <p:animEffect transition="in" filter="wipe(left)">
                                          <p:cBhvr>
                                            <p:cTn id="19" dur="1000"/>
                                            <p:tgtEl>
                                              <p:spTgt spid="66"/>
                                            </p:tgtEl>
                                          </p:cBhvr>
                                        </p:animEffect>
                                      </p:childTnLst>
                                    </p:cTn>
                                  </p:par>
                                  <p:par>
                                    <p:cTn id="20" presetID="2" presetClass="entr" presetSubtype="8" fill="hold" grpId="0" nodeType="withEffect" p14:presetBounceEnd="67000">
                                      <p:stCondLst>
                                        <p:cond delay="250"/>
                                      </p:stCondLst>
                                      <p:childTnLst>
                                        <p:set>
                                          <p:cBhvr>
                                            <p:cTn id="21" dur="1" fill="hold">
                                              <p:stCondLst>
                                                <p:cond delay="0"/>
                                              </p:stCondLst>
                                            </p:cTn>
                                            <p:tgtEl>
                                              <p:spTgt spid="70"/>
                                            </p:tgtEl>
                                            <p:attrNameLst>
                                              <p:attrName>style.visibility</p:attrName>
                                            </p:attrNameLst>
                                          </p:cBhvr>
                                          <p:to>
                                            <p:strVal val="visible"/>
                                          </p:to>
                                        </p:set>
                                        <p:anim calcmode="lin" valueType="num" p14:bounceEnd="67000">
                                          <p:cBhvr additive="base">
                                            <p:cTn id="22" dur="1000" fill="hold"/>
                                            <p:tgtEl>
                                              <p:spTgt spid="70"/>
                                            </p:tgtEl>
                                            <p:attrNameLst>
                                              <p:attrName>ppt_x</p:attrName>
                                            </p:attrNameLst>
                                          </p:cBhvr>
                                          <p:tavLst>
                                            <p:tav tm="0">
                                              <p:val>
                                                <p:strVal val="0-#ppt_w/2"/>
                                              </p:val>
                                            </p:tav>
                                            <p:tav tm="100000">
                                              <p:val>
                                                <p:strVal val="#ppt_x"/>
                                              </p:val>
                                            </p:tav>
                                          </p:tavLst>
                                        </p:anim>
                                        <p:anim calcmode="lin" valueType="num" p14:bounceEnd="67000">
                                          <p:cBhvr additive="base">
                                            <p:cTn id="23" dur="1000" fill="hold"/>
                                            <p:tgtEl>
                                              <p:spTgt spid="70"/>
                                            </p:tgtEl>
                                            <p:attrNameLst>
                                              <p:attrName>ppt_y</p:attrName>
                                            </p:attrNameLst>
                                          </p:cBhvr>
                                          <p:tavLst>
                                            <p:tav tm="0">
                                              <p:val>
                                                <p:strVal val="#ppt_y"/>
                                              </p:val>
                                            </p:tav>
                                            <p:tav tm="100000">
                                              <p:val>
                                                <p:strVal val="#ppt_y"/>
                                              </p:val>
                                            </p:tav>
                                          </p:tavLst>
                                        </p:anim>
                                      </p:childTnLst>
                                    </p:cTn>
                                  </p:par>
                                  <p:par>
                                    <p:cTn id="24" presetID="2" presetClass="entr" presetSubtype="8" fill="hold" grpId="0" nodeType="withEffect" p14:presetBounceEnd="67000">
                                      <p:stCondLst>
                                        <p:cond delay="500"/>
                                      </p:stCondLst>
                                      <p:childTnLst>
                                        <p:set>
                                          <p:cBhvr>
                                            <p:cTn id="25" dur="1" fill="hold">
                                              <p:stCondLst>
                                                <p:cond delay="0"/>
                                              </p:stCondLst>
                                            </p:cTn>
                                            <p:tgtEl>
                                              <p:spTgt spid="71"/>
                                            </p:tgtEl>
                                            <p:attrNameLst>
                                              <p:attrName>style.visibility</p:attrName>
                                            </p:attrNameLst>
                                          </p:cBhvr>
                                          <p:to>
                                            <p:strVal val="visible"/>
                                          </p:to>
                                        </p:set>
                                        <p:anim calcmode="lin" valueType="num" p14:bounceEnd="67000">
                                          <p:cBhvr additive="base">
                                            <p:cTn id="26" dur="1000" fill="hold"/>
                                            <p:tgtEl>
                                              <p:spTgt spid="71"/>
                                            </p:tgtEl>
                                            <p:attrNameLst>
                                              <p:attrName>ppt_x</p:attrName>
                                            </p:attrNameLst>
                                          </p:cBhvr>
                                          <p:tavLst>
                                            <p:tav tm="0">
                                              <p:val>
                                                <p:strVal val="0-#ppt_w/2"/>
                                              </p:val>
                                            </p:tav>
                                            <p:tav tm="100000">
                                              <p:val>
                                                <p:strVal val="#ppt_x"/>
                                              </p:val>
                                            </p:tav>
                                          </p:tavLst>
                                        </p:anim>
                                        <p:anim calcmode="lin" valueType="num" p14:bounceEnd="67000">
                                          <p:cBhvr additive="base">
                                            <p:cTn id="27" dur="1000" fill="hold"/>
                                            <p:tgtEl>
                                              <p:spTgt spid="71"/>
                                            </p:tgtEl>
                                            <p:attrNameLst>
                                              <p:attrName>ppt_y</p:attrName>
                                            </p:attrNameLst>
                                          </p:cBhvr>
                                          <p:tavLst>
                                            <p:tav tm="0">
                                              <p:val>
                                                <p:strVal val="#ppt_y"/>
                                              </p:val>
                                            </p:tav>
                                            <p:tav tm="100000">
                                              <p:val>
                                                <p:strVal val="#ppt_y"/>
                                              </p:val>
                                            </p:tav>
                                          </p:tavLst>
                                        </p:anim>
                                      </p:childTnLst>
                                    </p:cTn>
                                  </p:par>
                                  <p:par>
                                    <p:cTn id="28" presetID="2" presetClass="entr" presetSubtype="8" fill="hold" grpId="0" nodeType="withEffect" p14:presetBounceEnd="67000">
                                      <p:stCondLst>
                                        <p:cond delay="750"/>
                                      </p:stCondLst>
                                      <p:childTnLst>
                                        <p:set>
                                          <p:cBhvr>
                                            <p:cTn id="29" dur="1" fill="hold">
                                              <p:stCondLst>
                                                <p:cond delay="0"/>
                                              </p:stCondLst>
                                            </p:cTn>
                                            <p:tgtEl>
                                              <p:spTgt spid="72"/>
                                            </p:tgtEl>
                                            <p:attrNameLst>
                                              <p:attrName>style.visibility</p:attrName>
                                            </p:attrNameLst>
                                          </p:cBhvr>
                                          <p:to>
                                            <p:strVal val="visible"/>
                                          </p:to>
                                        </p:set>
                                        <p:anim calcmode="lin" valueType="num" p14:bounceEnd="67000">
                                          <p:cBhvr additive="base">
                                            <p:cTn id="30" dur="1000" fill="hold"/>
                                            <p:tgtEl>
                                              <p:spTgt spid="72"/>
                                            </p:tgtEl>
                                            <p:attrNameLst>
                                              <p:attrName>ppt_x</p:attrName>
                                            </p:attrNameLst>
                                          </p:cBhvr>
                                          <p:tavLst>
                                            <p:tav tm="0">
                                              <p:val>
                                                <p:strVal val="0-#ppt_w/2"/>
                                              </p:val>
                                            </p:tav>
                                            <p:tav tm="100000">
                                              <p:val>
                                                <p:strVal val="#ppt_x"/>
                                              </p:val>
                                            </p:tav>
                                          </p:tavLst>
                                        </p:anim>
                                        <p:anim calcmode="lin" valueType="num" p14:bounceEnd="67000">
                                          <p:cBhvr additive="base">
                                            <p:cTn id="31" dur="1000" fill="hold"/>
                                            <p:tgtEl>
                                              <p:spTgt spid="72"/>
                                            </p:tgtEl>
                                            <p:attrNameLst>
                                              <p:attrName>ppt_y</p:attrName>
                                            </p:attrNameLst>
                                          </p:cBhvr>
                                          <p:tavLst>
                                            <p:tav tm="0">
                                              <p:val>
                                                <p:strVal val="#ppt_y"/>
                                              </p:val>
                                            </p:tav>
                                            <p:tav tm="100000">
                                              <p:val>
                                                <p:strVal val="#ppt_y"/>
                                              </p:val>
                                            </p:tav>
                                          </p:tavLst>
                                        </p:anim>
                                      </p:childTnLst>
                                    </p:cTn>
                                  </p:par>
                                  <p:par>
                                    <p:cTn id="32" presetID="2" presetClass="entr" presetSubtype="8" fill="hold" grpId="0" nodeType="withEffect" p14:presetBounceEnd="67000">
                                      <p:stCondLst>
                                        <p:cond delay="1000"/>
                                      </p:stCondLst>
                                      <p:childTnLst>
                                        <p:set>
                                          <p:cBhvr>
                                            <p:cTn id="33" dur="1" fill="hold">
                                              <p:stCondLst>
                                                <p:cond delay="0"/>
                                              </p:stCondLst>
                                            </p:cTn>
                                            <p:tgtEl>
                                              <p:spTgt spid="73"/>
                                            </p:tgtEl>
                                            <p:attrNameLst>
                                              <p:attrName>style.visibility</p:attrName>
                                            </p:attrNameLst>
                                          </p:cBhvr>
                                          <p:to>
                                            <p:strVal val="visible"/>
                                          </p:to>
                                        </p:set>
                                        <p:anim calcmode="lin" valueType="num" p14:bounceEnd="67000">
                                          <p:cBhvr additive="base">
                                            <p:cTn id="34" dur="1000" fill="hold"/>
                                            <p:tgtEl>
                                              <p:spTgt spid="73"/>
                                            </p:tgtEl>
                                            <p:attrNameLst>
                                              <p:attrName>ppt_x</p:attrName>
                                            </p:attrNameLst>
                                          </p:cBhvr>
                                          <p:tavLst>
                                            <p:tav tm="0">
                                              <p:val>
                                                <p:strVal val="0-#ppt_w/2"/>
                                              </p:val>
                                            </p:tav>
                                            <p:tav tm="100000">
                                              <p:val>
                                                <p:strVal val="#ppt_x"/>
                                              </p:val>
                                            </p:tav>
                                          </p:tavLst>
                                        </p:anim>
                                        <p:anim calcmode="lin" valueType="num" p14:bounceEnd="67000">
                                          <p:cBhvr additive="base">
                                            <p:cTn id="35" dur="1000" fill="hold"/>
                                            <p:tgtEl>
                                              <p:spTgt spid="73"/>
                                            </p:tgtEl>
                                            <p:attrNameLst>
                                              <p:attrName>ppt_y</p:attrName>
                                            </p:attrNameLst>
                                          </p:cBhvr>
                                          <p:tavLst>
                                            <p:tav tm="0">
                                              <p:val>
                                                <p:strVal val="#ppt_y"/>
                                              </p:val>
                                            </p:tav>
                                            <p:tav tm="100000">
                                              <p:val>
                                                <p:strVal val="#ppt_y"/>
                                              </p:val>
                                            </p:tav>
                                          </p:tavLst>
                                        </p:anim>
                                      </p:childTnLst>
                                    </p:cTn>
                                  </p:par>
                                  <p:par>
                                    <p:cTn id="36" presetID="2" presetClass="entr" presetSubtype="8" fill="hold" grpId="0" nodeType="withEffect" p14:presetBounceEnd="67000">
                                      <p:stCondLst>
                                        <p:cond delay="1250"/>
                                      </p:stCondLst>
                                      <p:childTnLst>
                                        <p:set>
                                          <p:cBhvr>
                                            <p:cTn id="37" dur="1" fill="hold">
                                              <p:stCondLst>
                                                <p:cond delay="0"/>
                                              </p:stCondLst>
                                            </p:cTn>
                                            <p:tgtEl>
                                              <p:spTgt spid="74"/>
                                            </p:tgtEl>
                                            <p:attrNameLst>
                                              <p:attrName>style.visibility</p:attrName>
                                            </p:attrNameLst>
                                          </p:cBhvr>
                                          <p:to>
                                            <p:strVal val="visible"/>
                                          </p:to>
                                        </p:set>
                                        <p:anim calcmode="lin" valueType="num" p14:bounceEnd="67000">
                                          <p:cBhvr additive="base">
                                            <p:cTn id="38" dur="1000" fill="hold"/>
                                            <p:tgtEl>
                                              <p:spTgt spid="74"/>
                                            </p:tgtEl>
                                            <p:attrNameLst>
                                              <p:attrName>ppt_x</p:attrName>
                                            </p:attrNameLst>
                                          </p:cBhvr>
                                          <p:tavLst>
                                            <p:tav tm="0">
                                              <p:val>
                                                <p:strVal val="0-#ppt_w/2"/>
                                              </p:val>
                                            </p:tav>
                                            <p:tav tm="100000">
                                              <p:val>
                                                <p:strVal val="#ppt_x"/>
                                              </p:val>
                                            </p:tav>
                                          </p:tavLst>
                                        </p:anim>
                                        <p:anim calcmode="lin" valueType="num" p14:bounceEnd="67000">
                                          <p:cBhvr additive="base">
                                            <p:cTn id="39" dur="1000" fill="hold"/>
                                            <p:tgtEl>
                                              <p:spTgt spid="74"/>
                                            </p:tgtEl>
                                            <p:attrNameLst>
                                              <p:attrName>ppt_y</p:attrName>
                                            </p:attrNameLst>
                                          </p:cBhvr>
                                          <p:tavLst>
                                            <p:tav tm="0">
                                              <p:val>
                                                <p:strVal val="#ppt_y"/>
                                              </p:val>
                                            </p:tav>
                                            <p:tav tm="100000">
                                              <p:val>
                                                <p:strVal val="#ppt_y"/>
                                              </p:val>
                                            </p:tav>
                                          </p:tavLst>
                                        </p:anim>
                                      </p:childTnLst>
                                    </p:cTn>
                                  </p:par>
                                  <p:par>
                                    <p:cTn id="40" presetID="53" presetClass="entr" presetSubtype="16" fill="hold" grpId="0" nodeType="withEffect">
                                      <p:stCondLst>
                                        <p:cond delay="500"/>
                                      </p:stCondLst>
                                      <p:childTnLst>
                                        <p:set>
                                          <p:cBhvr>
                                            <p:cTn id="41" dur="1" fill="hold">
                                              <p:stCondLst>
                                                <p:cond delay="0"/>
                                              </p:stCondLst>
                                            </p:cTn>
                                            <p:tgtEl>
                                              <p:spTgt spid="76"/>
                                            </p:tgtEl>
                                            <p:attrNameLst>
                                              <p:attrName>style.visibility</p:attrName>
                                            </p:attrNameLst>
                                          </p:cBhvr>
                                          <p:to>
                                            <p:strVal val="visible"/>
                                          </p:to>
                                        </p:set>
                                        <p:anim calcmode="lin" valueType="num">
                                          <p:cBhvr>
                                            <p:cTn id="42" dur="500" fill="hold"/>
                                            <p:tgtEl>
                                              <p:spTgt spid="76"/>
                                            </p:tgtEl>
                                            <p:attrNameLst>
                                              <p:attrName>ppt_w</p:attrName>
                                            </p:attrNameLst>
                                          </p:cBhvr>
                                          <p:tavLst>
                                            <p:tav tm="0">
                                              <p:val>
                                                <p:fltVal val="0"/>
                                              </p:val>
                                            </p:tav>
                                            <p:tav tm="100000">
                                              <p:val>
                                                <p:strVal val="#ppt_w"/>
                                              </p:val>
                                            </p:tav>
                                          </p:tavLst>
                                        </p:anim>
                                        <p:anim calcmode="lin" valueType="num">
                                          <p:cBhvr>
                                            <p:cTn id="43" dur="500" fill="hold"/>
                                            <p:tgtEl>
                                              <p:spTgt spid="76"/>
                                            </p:tgtEl>
                                            <p:attrNameLst>
                                              <p:attrName>ppt_h</p:attrName>
                                            </p:attrNameLst>
                                          </p:cBhvr>
                                          <p:tavLst>
                                            <p:tav tm="0">
                                              <p:val>
                                                <p:fltVal val="0"/>
                                              </p:val>
                                            </p:tav>
                                            <p:tav tm="100000">
                                              <p:val>
                                                <p:strVal val="#ppt_h"/>
                                              </p:val>
                                            </p:tav>
                                          </p:tavLst>
                                        </p:anim>
                                        <p:animEffect transition="in" filter="fade">
                                          <p:cBhvr>
                                            <p:cTn id="44" dur="500"/>
                                            <p:tgtEl>
                                              <p:spTgt spid="76"/>
                                            </p:tgtEl>
                                          </p:cBhvr>
                                        </p:animEffect>
                                      </p:childTnLst>
                                    </p:cTn>
                                  </p:par>
                                  <p:par>
                                    <p:cTn id="45" presetID="53" presetClass="entr" presetSubtype="16" fill="hold" grpId="0" nodeType="withEffect">
                                      <p:stCondLst>
                                        <p:cond delay="750"/>
                                      </p:stCondLst>
                                      <p:childTnLst>
                                        <p:set>
                                          <p:cBhvr>
                                            <p:cTn id="46" dur="1" fill="hold">
                                              <p:stCondLst>
                                                <p:cond delay="0"/>
                                              </p:stCondLst>
                                            </p:cTn>
                                            <p:tgtEl>
                                              <p:spTgt spid="77"/>
                                            </p:tgtEl>
                                            <p:attrNameLst>
                                              <p:attrName>style.visibility</p:attrName>
                                            </p:attrNameLst>
                                          </p:cBhvr>
                                          <p:to>
                                            <p:strVal val="visible"/>
                                          </p:to>
                                        </p:set>
                                        <p:anim calcmode="lin" valueType="num">
                                          <p:cBhvr>
                                            <p:cTn id="47" dur="500" fill="hold"/>
                                            <p:tgtEl>
                                              <p:spTgt spid="77"/>
                                            </p:tgtEl>
                                            <p:attrNameLst>
                                              <p:attrName>ppt_w</p:attrName>
                                            </p:attrNameLst>
                                          </p:cBhvr>
                                          <p:tavLst>
                                            <p:tav tm="0">
                                              <p:val>
                                                <p:fltVal val="0"/>
                                              </p:val>
                                            </p:tav>
                                            <p:tav tm="100000">
                                              <p:val>
                                                <p:strVal val="#ppt_w"/>
                                              </p:val>
                                            </p:tav>
                                          </p:tavLst>
                                        </p:anim>
                                        <p:anim calcmode="lin" valueType="num">
                                          <p:cBhvr>
                                            <p:cTn id="48" dur="500" fill="hold"/>
                                            <p:tgtEl>
                                              <p:spTgt spid="77"/>
                                            </p:tgtEl>
                                            <p:attrNameLst>
                                              <p:attrName>ppt_h</p:attrName>
                                            </p:attrNameLst>
                                          </p:cBhvr>
                                          <p:tavLst>
                                            <p:tav tm="0">
                                              <p:val>
                                                <p:fltVal val="0"/>
                                              </p:val>
                                            </p:tav>
                                            <p:tav tm="100000">
                                              <p:val>
                                                <p:strVal val="#ppt_h"/>
                                              </p:val>
                                            </p:tav>
                                          </p:tavLst>
                                        </p:anim>
                                        <p:animEffect transition="in" filter="fade">
                                          <p:cBhvr>
                                            <p:cTn id="49" dur="500"/>
                                            <p:tgtEl>
                                              <p:spTgt spid="77"/>
                                            </p:tgtEl>
                                          </p:cBhvr>
                                        </p:animEffect>
                                      </p:childTnLst>
                                    </p:cTn>
                                  </p:par>
                                  <p:par>
                                    <p:cTn id="50" presetID="53" presetClass="entr" presetSubtype="16" fill="hold" grpId="0" nodeType="withEffect">
                                      <p:stCondLst>
                                        <p:cond delay="1000"/>
                                      </p:stCondLst>
                                      <p:childTnLst>
                                        <p:set>
                                          <p:cBhvr>
                                            <p:cTn id="51" dur="1" fill="hold">
                                              <p:stCondLst>
                                                <p:cond delay="0"/>
                                              </p:stCondLst>
                                            </p:cTn>
                                            <p:tgtEl>
                                              <p:spTgt spid="75"/>
                                            </p:tgtEl>
                                            <p:attrNameLst>
                                              <p:attrName>style.visibility</p:attrName>
                                            </p:attrNameLst>
                                          </p:cBhvr>
                                          <p:to>
                                            <p:strVal val="visible"/>
                                          </p:to>
                                        </p:set>
                                        <p:anim calcmode="lin" valueType="num">
                                          <p:cBhvr>
                                            <p:cTn id="52" dur="500" fill="hold"/>
                                            <p:tgtEl>
                                              <p:spTgt spid="75"/>
                                            </p:tgtEl>
                                            <p:attrNameLst>
                                              <p:attrName>ppt_w</p:attrName>
                                            </p:attrNameLst>
                                          </p:cBhvr>
                                          <p:tavLst>
                                            <p:tav tm="0">
                                              <p:val>
                                                <p:fltVal val="0"/>
                                              </p:val>
                                            </p:tav>
                                            <p:tav tm="100000">
                                              <p:val>
                                                <p:strVal val="#ppt_w"/>
                                              </p:val>
                                            </p:tav>
                                          </p:tavLst>
                                        </p:anim>
                                        <p:anim calcmode="lin" valueType="num">
                                          <p:cBhvr>
                                            <p:cTn id="53" dur="500" fill="hold"/>
                                            <p:tgtEl>
                                              <p:spTgt spid="75"/>
                                            </p:tgtEl>
                                            <p:attrNameLst>
                                              <p:attrName>ppt_h</p:attrName>
                                            </p:attrNameLst>
                                          </p:cBhvr>
                                          <p:tavLst>
                                            <p:tav tm="0">
                                              <p:val>
                                                <p:fltVal val="0"/>
                                              </p:val>
                                            </p:tav>
                                            <p:tav tm="100000">
                                              <p:val>
                                                <p:strVal val="#ppt_h"/>
                                              </p:val>
                                            </p:tav>
                                          </p:tavLst>
                                        </p:anim>
                                        <p:animEffect transition="in" filter="fade">
                                          <p:cBhvr>
                                            <p:cTn id="54" dur="500"/>
                                            <p:tgtEl>
                                              <p:spTgt spid="75"/>
                                            </p:tgtEl>
                                          </p:cBhvr>
                                        </p:animEffect>
                                      </p:childTnLst>
                                    </p:cTn>
                                  </p:par>
                                  <p:par>
                                    <p:cTn id="55" presetID="53" presetClass="entr" presetSubtype="16" fill="hold" grpId="0" nodeType="withEffect">
                                      <p:stCondLst>
                                        <p:cond delay="1250"/>
                                      </p:stCondLst>
                                      <p:childTnLst>
                                        <p:set>
                                          <p:cBhvr>
                                            <p:cTn id="56" dur="1" fill="hold">
                                              <p:stCondLst>
                                                <p:cond delay="0"/>
                                              </p:stCondLst>
                                            </p:cTn>
                                            <p:tgtEl>
                                              <p:spTgt spid="78"/>
                                            </p:tgtEl>
                                            <p:attrNameLst>
                                              <p:attrName>style.visibility</p:attrName>
                                            </p:attrNameLst>
                                          </p:cBhvr>
                                          <p:to>
                                            <p:strVal val="visible"/>
                                          </p:to>
                                        </p:set>
                                        <p:anim calcmode="lin" valueType="num">
                                          <p:cBhvr>
                                            <p:cTn id="57" dur="500" fill="hold"/>
                                            <p:tgtEl>
                                              <p:spTgt spid="78"/>
                                            </p:tgtEl>
                                            <p:attrNameLst>
                                              <p:attrName>ppt_w</p:attrName>
                                            </p:attrNameLst>
                                          </p:cBhvr>
                                          <p:tavLst>
                                            <p:tav tm="0">
                                              <p:val>
                                                <p:fltVal val="0"/>
                                              </p:val>
                                            </p:tav>
                                            <p:tav tm="100000">
                                              <p:val>
                                                <p:strVal val="#ppt_w"/>
                                              </p:val>
                                            </p:tav>
                                          </p:tavLst>
                                        </p:anim>
                                        <p:anim calcmode="lin" valueType="num">
                                          <p:cBhvr>
                                            <p:cTn id="58" dur="500" fill="hold"/>
                                            <p:tgtEl>
                                              <p:spTgt spid="78"/>
                                            </p:tgtEl>
                                            <p:attrNameLst>
                                              <p:attrName>ppt_h</p:attrName>
                                            </p:attrNameLst>
                                          </p:cBhvr>
                                          <p:tavLst>
                                            <p:tav tm="0">
                                              <p:val>
                                                <p:fltVal val="0"/>
                                              </p:val>
                                            </p:tav>
                                            <p:tav tm="100000">
                                              <p:val>
                                                <p:strVal val="#ppt_h"/>
                                              </p:val>
                                            </p:tav>
                                          </p:tavLst>
                                        </p:anim>
                                        <p:animEffect transition="in" filter="fade">
                                          <p:cBhvr>
                                            <p:cTn id="59" dur="500"/>
                                            <p:tgtEl>
                                              <p:spTgt spid="78"/>
                                            </p:tgtEl>
                                          </p:cBhvr>
                                        </p:animEffect>
                                      </p:childTnLst>
                                    </p:cTn>
                                  </p:par>
                                  <p:par>
                                    <p:cTn id="60" presetID="53" presetClass="entr" presetSubtype="16" fill="hold" grpId="0" nodeType="withEffect">
                                      <p:stCondLst>
                                        <p:cond delay="1500"/>
                                      </p:stCondLst>
                                      <p:childTnLst>
                                        <p:set>
                                          <p:cBhvr>
                                            <p:cTn id="61" dur="1" fill="hold">
                                              <p:stCondLst>
                                                <p:cond delay="0"/>
                                              </p:stCondLst>
                                            </p:cTn>
                                            <p:tgtEl>
                                              <p:spTgt spid="79"/>
                                            </p:tgtEl>
                                            <p:attrNameLst>
                                              <p:attrName>style.visibility</p:attrName>
                                            </p:attrNameLst>
                                          </p:cBhvr>
                                          <p:to>
                                            <p:strVal val="visible"/>
                                          </p:to>
                                        </p:set>
                                        <p:anim calcmode="lin" valueType="num">
                                          <p:cBhvr>
                                            <p:cTn id="62" dur="500" fill="hold"/>
                                            <p:tgtEl>
                                              <p:spTgt spid="79"/>
                                            </p:tgtEl>
                                            <p:attrNameLst>
                                              <p:attrName>ppt_w</p:attrName>
                                            </p:attrNameLst>
                                          </p:cBhvr>
                                          <p:tavLst>
                                            <p:tav tm="0">
                                              <p:val>
                                                <p:fltVal val="0"/>
                                              </p:val>
                                            </p:tav>
                                            <p:tav tm="100000">
                                              <p:val>
                                                <p:strVal val="#ppt_w"/>
                                              </p:val>
                                            </p:tav>
                                          </p:tavLst>
                                        </p:anim>
                                        <p:anim calcmode="lin" valueType="num">
                                          <p:cBhvr>
                                            <p:cTn id="63" dur="500" fill="hold"/>
                                            <p:tgtEl>
                                              <p:spTgt spid="79"/>
                                            </p:tgtEl>
                                            <p:attrNameLst>
                                              <p:attrName>ppt_h</p:attrName>
                                            </p:attrNameLst>
                                          </p:cBhvr>
                                          <p:tavLst>
                                            <p:tav tm="0">
                                              <p:val>
                                                <p:fltVal val="0"/>
                                              </p:val>
                                            </p:tav>
                                            <p:tav tm="100000">
                                              <p:val>
                                                <p:strVal val="#ppt_h"/>
                                              </p:val>
                                            </p:tav>
                                          </p:tavLst>
                                        </p:anim>
                                        <p:animEffect transition="in" filter="fade">
                                          <p:cBhvr>
                                            <p:cTn id="64"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6" grpId="0">
            <p:bldAsOne/>
          </p:bldGraphic>
          <p:bldGraphic spid="63" grpId="0">
            <p:bldAsOne/>
          </p:bldGraphic>
          <p:bldGraphic spid="60" grpId="0">
            <p:bldAsOne/>
          </p:bldGraphic>
          <p:bldGraphic spid="57" grpId="0">
            <p:bldAsOne/>
          </p:bldGraphic>
          <p:bldGraphic spid="48" grpId="0">
            <p:bldAsOne/>
          </p:bldGraphic>
          <p:bldP spid="70" grpId="0"/>
          <p:bldP spid="71" grpId="0"/>
          <p:bldP spid="72" grpId="0"/>
          <p:bldP spid="73" grpId="0"/>
          <p:bldP spid="74" grpId="0"/>
          <p:bldP spid="75" grpId="0" animBg="1"/>
          <p:bldP spid="76" grpId="0" animBg="1"/>
          <p:bldP spid="77" grpId="0" animBg="1"/>
          <p:bldP spid="78" grpId="0" animBg="1"/>
          <p:bldP spid="79"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1000"/>
                                            <p:tgtEl>
                                              <p:spTgt spid="48"/>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57"/>
                                            </p:tgtEl>
                                            <p:attrNameLst>
                                              <p:attrName>style.visibility</p:attrName>
                                            </p:attrNameLst>
                                          </p:cBhvr>
                                          <p:to>
                                            <p:strVal val="visible"/>
                                          </p:to>
                                        </p:set>
                                        <p:animEffect transition="in" filter="wipe(left)">
                                          <p:cBhvr>
                                            <p:cTn id="10" dur="1000"/>
                                            <p:tgtEl>
                                              <p:spTgt spid="57"/>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60"/>
                                            </p:tgtEl>
                                            <p:attrNameLst>
                                              <p:attrName>style.visibility</p:attrName>
                                            </p:attrNameLst>
                                          </p:cBhvr>
                                          <p:to>
                                            <p:strVal val="visible"/>
                                          </p:to>
                                        </p:set>
                                        <p:animEffect transition="in" filter="wipe(left)">
                                          <p:cBhvr>
                                            <p:cTn id="13" dur="1000"/>
                                            <p:tgtEl>
                                              <p:spTgt spid="60"/>
                                            </p:tgtEl>
                                          </p:cBhvr>
                                        </p:animEffect>
                                      </p:childTnLst>
                                    </p:cTn>
                                  </p:par>
                                  <p:par>
                                    <p:cTn id="14" presetID="22" presetClass="entr" presetSubtype="8" fill="hold" grpId="0" nodeType="withEffect">
                                      <p:stCondLst>
                                        <p:cond delay="750"/>
                                      </p:stCondLst>
                                      <p:childTnLst>
                                        <p:set>
                                          <p:cBhvr>
                                            <p:cTn id="15" dur="1" fill="hold">
                                              <p:stCondLst>
                                                <p:cond delay="0"/>
                                              </p:stCondLst>
                                            </p:cTn>
                                            <p:tgtEl>
                                              <p:spTgt spid="63"/>
                                            </p:tgtEl>
                                            <p:attrNameLst>
                                              <p:attrName>style.visibility</p:attrName>
                                            </p:attrNameLst>
                                          </p:cBhvr>
                                          <p:to>
                                            <p:strVal val="visible"/>
                                          </p:to>
                                        </p:set>
                                        <p:animEffect transition="in" filter="wipe(left)">
                                          <p:cBhvr>
                                            <p:cTn id="16" dur="1000"/>
                                            <p:tgtEl>
                                              <p:spTgt spid="63"/>
                                            </p:tgtEl>
                                          </p:cBhvr>
                                        </p:animEffect>
                                      </p:childTnLst>
                                    </p:cTn>
                                  </p:par>
                                  <p:par>
                                    <p:cTn id="17" presetID="22" presetClass="entr" presetSubtype="8" fill="hold" grpId="0" nodeType="withEffect">
                                      <p:stCondLst>
                                        <p:cond delay="1000"/>
                                      </p:stCondLst>
                                      <p:childTnLst>
                                        <p:set>
                                          <p:cBhvr>
                                            <p:cTn id="18" dur="1" fill="hold">
                                              <p:stCondLst>
                                                <p:cond delay="0"/>
                                              </p:stCondLst>
                                            </p:cTn>
                                            <p:tgtEl>
                                              <p:spTgt spid="66"/>
                                            </p:tgtEl>
                                            <p:attrNameLst>
                                              <p:attrName>style.visibility</p:attrName>
                                            </p:attrNameLst>
                                          </p:cBhvr>
                                          <p:to>
                                            <p:strVal val="visible"/>
                                          </p:to>
                                        </p:set>
                                        <p:animEffect transition="in" filter="wipe(left)">
                                          <p:cBhvr>
                                            <p:cTn id="19" dur="1000"/>
                                            <p:tgtEl>
                                              <p:spTgt spid="66"/>
                                            </p:tgtEl>
                                          </p:cBhvr>
                                        </p:animEffect>
                                      </p:childTnLst>
                                    </p:cTn>
                                  </p:par>
                                  <p:par>
                                    <p:cTn id="20" presetID="2" presetClass="entr" presetSubtype="8" fill="hold" grpId="0" nodeType="withEffect">
                                      <p:stCondLst>
                                        <p:cond delay="250"/>
                                      </p:stCondLst>
                                      <p:childTnLst>
                                        <p:set>
                                          <p:cBhvr>
                                            <p:cTn id="21" dur="1" fill="hold">
                                              <p:stCondLst>
                                                <p:cond delay="0"/>
                                              </p:stCondLst>
                                            </p:cTn>
                                            <p:tgtEl>
                                              <p:spTgt spid="70"/>
                                            </p:tgtEl>
                                            <p:attrNameLst>
                                              <p:attrName>style.visibility</p:attrName>
                                            </p:attrNameLst>
                                          </p:cBhvr>
                                          <p:to>
                                            <p:strVal val="visible"/>
                                          </p:to>
                                        </p:set>
                                        <p:anim calcmode="lin" valueType="num">
                                          <p:cBhvr additive="base">
                                            <p:cTn id="22" dur="1000" fill="hold"/>
                                            <p:tgtEl>
                                              <p:spTgt spid="70"/>
                                            </p:tgtEl>
                                            <p:attrNameLst>
                                              <p:attrName>ppt_x</p:attrName>
                                            </p:attrNameLst>
                                          </p:cBhvr>
                                          <p:tavLst>
                                            <p:tav tm="0">
                                              <p:val>
                                                <p:strVal val="0-#ppt_w/2"/>
                                              </p:val>
                                            </p:tav>
                                            <p:tav tm="100000">
                                              <p:val>
                                                <p:strVal val="#ppt_x"/>
                                              </p:val>
                                            </p:tav>
                                          </p:tavLst>
                                        </p:anim>
                                        <p:anim calcmode="lin" valueType="num">
                                          <p:cBhvr additive="base">
                                            <p:cTn id="23" dur="1000" fill="hold"/>
                                            <p:tgtEl>
                                              <p:spTgt spid="70"/>
                                            </p:tgtEl>
                                            <p:attrNameLst>
                                              <p:attrName>ppt_y</p:attrName>
                                            </p:attrNameLst>
                                          </p:cBhvr>
                                          <p:tavLst>
                                            <p:tav tm="0">
                                              <p:val>
                                                <p:strVal val="#ppt_y"/>
                                              </p:val>
                                            </p:tav>
                                            <p:tav tm="100000">
                                              <p:val>
                                                <p:strVal val="#ppt_y"/>
                                              </p:val>
                                            </p:tav>
                                          </p:tavLst>
                                        </p:anim>
                                      </p:childTnLst>
                                    </p:cTn>
                                  </p:par>
                                  <p:par>
                                    <p:cTn id="24" presetID="2" presetClass="entr" presetSubtype="8" fill="hold" grpId="0" nodeType="withEffect">
                                      <p:stCondLst>
                                        <p:cond delay="500"/>
                                      </p:stCondLst>
                                      <p:childTnLst>
                                        <p:set>
                                          <p:cBhvr>
                                            <p:cTn id="25" dur="1" fill="hold">
                                              <p:stCondLst>
                                                <p:cond delay="0"/>
                                              </p:stCondLst>
                                            </p:cTn>
                                            <p:tgtEl>
                                              <p:spTgt spid="71"/>
                                            </p:tgtEl>
                                            <p:attrNameLst>
                                              <p:attrName>style.visibility</p:attrName>
                                            </p:attrNameLst>
                                          </p:cBhvr>
                                          <p:to>
                                            <p:strVal val="visible"/>
                                          </p:to>
                                        </p:set>
                                        <p:anim calcmode="lin" valueType="num">
                                          <p:cBhvr additive="base">
                                            <p:cTn id="26" dur="1000" fill="hold"/>
                                            <p:tgtEl>
                                              <p:spTgt spid="71"/>
                                            </p:tgtEl>
                                            <p:attrNameLst>
                                              <p:attrName>ppt_x</p:attrName>
                                            </p:attrNameLst>
                                          </p:cBhvr>
                                          <p:tavLst>
                                            <p:tav tm="0">
                                              <p:val>
                                                <p:strVal val="0-#ppt_w/2"/>
                                              </p:val>
                                            </p:tav>
                                            <p:tav tm="100000">
                                              <p:val>
                                                <p:strVal val="#ppt_x"/>
                                              </p:val>
                                            </p:tav>
                                          </p:tavLst>
                                        </p:anim>
                                        <p:anim calcmode="lin" valueType="num">
                                          <p:cBhvr additive="base">
                                            <p:cTn id="27" dur="1000" fill="hold"/>
                                            <p:tgtEl>
                                              <p:spTgt spid="71"/>
                                            </p:tgtEl>
                                            <p:attrNameLst>
                                              <p:attrName>ppt_y</p:attrName>
                                            </p:attrNameLst>
                                          </p:cBhvr>
                                          <p:tavLst>
                                            <p:tav tm="0">
                                              <p:val>
                                                <p:strVal val="#ppt_y"/>
                                              </p:val>
                                            </p:tav>
                                            <p:tav tm="100000">
                                              <p:val>
                                                <p:strVal val="#ppt_y"/>
                                              </p:val>
                                            </p:tav>
                                          </p:tavLst>
                                        </p:anim>
                                      </p:childTnLst>
                                    </p:cTn>
                                  </p:par>
                                  <p:par>
                                    <p:cTn id="28" presetID="2" presetClass="entr" presetSubtype="8" fill="hold" grpId="0" nodeType="withEffect">
                                      <p:stCondLst>
                                        <p:cond delay="750"/>
                                      </p:stCondLst>
                                      <p:childTnLst>
                                        <p:set>
                                          <p:cBhvr>
                                            <p:cTn id="29" dur="1" fill="hold">
                                              <p:stCondLst>
                                                <p:cond delay="0"/>
                                              </p:stCondLst>
                                            </p:cTn>
                                            <p:tgtEl>
                                              <p:spTgt spid="72"/>
                                            </p:tgtEl>
                                            <p:attrNameLst>
                                              <p:attrName>style.visibility</p:attrName>
                                            </p:attrNameLst>
                                          </p:cBhvr>
                                          <p:to>
                                            <p:strVal val="visible"/>
                                          </p:to>
                                        </p:set>
                                        <p:anim calcmode="lin" valueType="num">
                                          <p:cBhvr additive="base">
                                            <p:cTn id="30" dur="1000" fill="hold"/>
                                            <p:tgtEl>
                                              <p:spTgt spid="72"/>
                                            </p:tgtEl>
                                            <p:attrNameLst>
                                              <p:attrName>ppt_x</p:attrName>
                                            </p:attrNameLst>
                                          </p:cBhvr>
                                          <p:tavLst>
                                            <p:tav tm="0">
                                              <p:val>
                                                <p:strVal val="0-#ppt_w/2"/>
                                              </p:val>
                                            </p:tav>
                                            <p:tav tm="100000">
                                              <p:val>
                                                <p:strVal val="#ppt_x"/>
                                              </p:val>
                                            </p:tav>
                                          </p:tavLst>
                                        </p:anim>
                                        <p:anim calcmode="lin" valueType="num">
                                          <p:cBhvr additive="base">
                                            <p:cTn id="31" dur="1000" fill="hold"/>
                                            <p:tgtEl>
                                              <p:spTgt spid="72"/>
                                            </p:tgtEl>
                                            <p:attrNameLst>
                                              <p:attrName>ppt_y</p:attrName>
                                            </p:attrNameLst>
                                          </p:cBhvr>
                                          <p:tavLst>
                                            <p:tav tm="0">
                                              <p:val>
                                                <p:strVal val="#ppt_y"/>
                                              </p:val>
                                            </p:tav>
                                            <p:tav tm="100000">
                                              <p:val>
                                                <p:strVal val="#ppt_y"/>
                                              </p:val>
                                            </p:tav>
                                          </p:tavLst>
                                        </p:anim>
                                      </p:childTnLst>
                                    </p:cTn>
                                  </p:par>
                                  <p:par>
                                    <p:cTn id="32" presetID="2" presetClass="entr" presetSubtype="8" fill="hold" grpId="0" nodeType="withEffect">
                                      <p:stCondLst>
                                        <p:cond delay="1000"/>
                                      </p:stCondLst>
                                      <p:childTnLst>
                                        <p:set>
                                          <p:cBhvr>
                                            <p:cTn id="33" dur="1" fill="hold">
                                              <p:stCondLst>
                                                <p:cond delay="0"/>
                                              </p:stCondLst>
                                            </p:cTn>
                                            <p:tgtEl>
                                              <p:spTgt spid="73"/>
                                            </p:tgtEl>
                                            <p:attrNameLst>
                                              <p:attrName>style.visibility</p:attrName>
                                            </p:attrNameLst>
                                          </p:cBhvr>
                                          <p:to>
                                            <p:strVal val="visible"/>
                                          </p:to>
                                        </p:set>
                                        <p:anim calcmode="lin" valueType="num">
                                          <p:cBhvr additive="base">
                                            <p:cTn id="34" dur="1000" fill="hold"/>
                                            <p:tgtEl>
                                              <p:spTgt spid="73"/>
                                            </p:tgtEl>
                                            <p:attrNameLst>
                                              <p:attrName>ppt_x</p:attrName>
                                            </p:attrNameLst>
                                          </p:cBhvr>
                                          <p:tavLst>
                                            <p:tav tm="0">
                                              <p:val>
                                                <p:strVal val="0-#ppt_w/2"/>
                                              </p:val>
                                            </p:tav>
                                            <p:tav tm="100000">
                                              <p:val>
                                                <p:strVal val="#ppt_x"/>
                                              </p:val>
                                            </p:tav>
                                          </p:tavLst>
                                        </p:anim>
                                        <p:anim calcmode="lin" valueType="num">
                                          <p:cBhvr additive="base">
                                            <p:cTn id="35" dur="1000" fill="hold"/>
                                            <p:tgtEl>
                                              <p:spTgt spid="73"/>
                                            </p:tgtEl>
                                            <p:attrNameLst>
                                              <p:attrName>ppt_y</p:attrName>
                                            </p:attrNameLst>
                                          </p:cBhvr>
                                          <p:tavLst>
                                            <p:tav tm="0">
                                              <p:val>
                                                <p:strVal val="#ppt_y"/>
                                              </p:val>
                                            </p:tav>
                                            <p:tav tm="100000">
                                              <p:val>
                                                <p:strVal val="#ppt_y"/>
                                              </p:val>
                                            </p:tav>
                                          </p:tavLst>
                                        </p:anim>
                                      </p:childTnLst>
                                    </p:cTn>
                                  </p:par>
                                  <p:par>
                                    <p:cTn id="36" presetID="2" presetClass="entr" presetSubtype="8" fill="hold" grpId="0" nodeType="withEffect">
                                      <p:stCondLst>
                                        <p:cond delay="1250"/>
                                      </p:stCondLst>
                                      <p:childTnLst>
                                        <p:set>
                                          <p:cBhvr>
                                            <p:cTn id="37" dur="1" fill="hold">
                                              <p:stCondLst>
                                                <p:cond delay="0"/>
                                              </p:stCondLst>
                                            </p:cTn>
                                            <p:tgtEl>
                                              <p:spTgt spid="74"/>
                                            </p:tgtEl>
                                            <p:attrNameLst>
                                              <p:attrName>style.visibility</p:attrName>
                                            </p:attrNameLst>
                                          </p:cBhvr>
                                          <p:to>
                                            <p:strVal val="visible"/>
                                          </p:to>
                                        </p:set>
                                        <p:anim calcmode="lin" valueType="num">
                                          <p:cBhvr additive="base">
                                            <p:cTn id="38" dur="1000" fill="hold"/>
                                            <p:tgtEl>
                                              <p:spTgt spid="74"/>
                                            </p:tgtEl>
                                            <p:attrNameLst>
                                              <p:attrName>ppt_x</p:attrName>
                                            </p:attrNameLst>
                                          </p:cBhvr>
                                          <p:tavLst>
                                            <p:tav tm="0">
                                              <p:val>
                                                <p:strVal val="0-#ppt_w/2"/>
                                              </p:val>
                                            </p:tav>
                                            <p:tav tm="100000">
                                              <p:val>
                                                <p:strVal val="#ppt_x"/>
                                              </p:val>
                                            </p:tav>
                                          </p:tavLst>
                                        </p:anim>
                                        <p:anim calcmode="lin" valueType="num">
                                          <p:cBhvr additive="base">
                                            <p:cTn id="39" dur="1000" fill="hold"/>
                                            <p:tgtEl>
                                              <p:spTgt spid="74"/>
                                            </p:tgtEl>
                                            <p:attrNameLst>
                                              <p:attrName>ppt_y</p:attrName>
                                            </p:attrNameLst>
                                          </p:cBhvr>
                                          <p:tavLst>
                                            <p:tav tm="0">
                                              <p:val>
                                                <p:strVal val="#ppt_y"/>
                                              </p:val>
                                            </p:tav>
                                            <p:tav tm="100000">
                                              <p:val>
                                                <p:strVal val="#ppt_y"/>
                                              </p:val>
                                            </p:tav>
                                          </p:tavLst>
                                        </p:anim>
                                      </p:childTnLst>
                                    </p:cTn>
                                  </p:par>
                                  <p:par>
                                    <p:cTn id="40" presetID="53" presetClass="entr" presetSubtype="16" fill="hold" grpId="0" nodeType="withEffect">
                                      <p:stCondLst>
                                        <p:cond delay="500"/>
                                      </p:stCondLst>
                                      <p:childTnLst>
                                        <p:set>
                                          <p:cBhvr>
                                            <p:cTn id="41" dur="1" fill="hold">
                                              <p:stCondLst>
                                                <p:cond delay="0"/>
                                              </p:stCondLst>
                                            </p:cTn>
                                            <p:tgtEl>
                                              <p:spTgt spid="76"/>
                                            </p:tgtEl>
                                            <p:attrNameLst>
                                              <p:attrName>style.visibility</p:attrName>
                                            </p:attrNameLst>
                                          </p:cBhvr>
                                          <p:to>
                                            <p:strVal val="visible"/>
                                          </p:to>
                                        </p:set>
                                        <p:anim calcmode="lin" valueType="num">
                                          <p:cBhvr>
                                            <p:cTn id="42" dur="500" fill="hold"/>
                                            <p:tgtEl>
                                              <p:spTgt spid="76"/>
                                            </p:tgtEl>
                                            <p:attrNameLst>
                                              <p:attrName>ppt_w</p:attrName>
                                            </p:attrNameLst>
                                          </p:cBhvr>
                                          <p:tavLst>
                                            <p:tav tm="0">
                                              <p:val>
                                                <p:fltVal val="0"/>
                                              </p:val>
                                            </p:tav>
                                            <p:tav tm="100000">
                                              <p:val>
                                                <p:strVal val="#ppt_w"/>
                                              </p:val>
                                            </p:tav>
                                          </p:tavLst>
                                        </p:anim>
                                        <p:anim calcmode="lin" valueType="num">
                                          <p:cBhvr>
                                            <p:cTn id="43" dur="500" fill="hold"/>
                                            <p:tgtEl>
                                              <p:spTgt spid="76"/>
                                            </p:tgtEl>
                                            <p:attrNameLst>
                                              <p:attrName>ppt_h</p:attrName>
                                            </p:attrNameLst>
                                          </p:cBhvr>
                                          <p:tavLst>
                                            <p:tav tm="0">
                                              <p:val>
                                                <p:fltVal val="0"/>
                                              </p:val>
                                            </p:tav>
                                            <p:tav tm="100000">
                                              <p:val>
                                                <p:strVal val="#ppt_h"/>
                                              </p:val>
                                            </p:tav>
                                          </p:tavLst>
                                        </p:anim>
                                        <p:animEffect transition="in" filter="fade">
                                          <p:cBhvr>
                                            <p:cTn id="44" dur="500"/>
                                            <p:tgtEl>
                                              <p:spTgt spid="76"/>
                                            </p:tgtEl>
                                          </p:cBhvr>
                                        </p:animEffect>
                                      </p:childTnLst>
                                    </p:cTn>
                                  </p:par>
                                  <p:par>
                                    <p:cTn id="45" presetID="53" presetClass="entr" presetSubtype="16" fill="hold" grpId="0" nodeType="withEffect">
                                      <p:stCondLst>
                                        <p:cond delay="750"/>
                                      </p:stCondLst>
                                      <p:childTnLst>
                                        <p:set>
                                          <p:cBhvr>
                                            <p:cTn id="46" dur="1" fill="hold">
                                              <p:stCondLst>
                                                <p:cond delay="0"/>
                                              </p:stCondLst>
                                            </p:cTn>
                                            <p:tgtEl>
                                              <p:spTgt spid="77"/>
                                            </p:tgtEl>
                                            <p:attrNameLst>
                                              <p:attrName>style.visibility</p:attrName>
                                            </p:attrNameLst>
                                          </p:cBhvr>
                                          <p:to>
                                            <p:strVal val="visible"/>
                                          </p:to>
                                        </p:set>
                                        <p:anim calcmode="lin" valueType="num">
                                          <p:cBhvr>
                                            <p:cTn id="47" dur="500" fill="hold"/>
                                            <p:tgtEl>
                                              <p:spTgt spid="77"/>
                                            </p:tgtEl>
                                            <p:attrNameLst>
                                              <p:attrName>ppt_w</p:attrName>
                                            </p:attrNameLst>
                                          </p:cBhvr>
                                          <p:tavLst>
                                            <p:tav tm="0">
                                              <p:val>
                                                <p:fltVal val="0"/>
                                              </p:val>
                                            </p:tav>
                                            <p:tav tm="100000">
                                              <p:val>
                                                <p:strVal val="#ppt_w"/>
                                              </p:val>
                                            </p:tav>
                                          </p:tavLst>
                                        </p:anim>
                                        <p:anim calcmode="lin" valueType="num">
                                          <p:cBhvr>
                                            <p:cTn id="48" dur="500" fill="hold"/>
                                            <p:tgtEl>
                                              <p:spTgt spid="77"/>
                                            </p:tgtEl>
                                            <p:attrNameLst>
                                              <p:attrName>ppt_h</p:attrName>
                                            </p:attrNameLst>
                                          </p:cBhvr>
                                          <p:tavLst>
                                            <p:tav tm="0">
                                              <p:val>
                                                <p:fltVal val="0"/>
                                              </p:val>
                                            </p:tav>
                                            <p:tav tm="100000">
                                              <p:val>
                                                <p:strVal val="#ppt_h"/>
                                              </p:val>
                                            </p:tav>
                                          </p:tavLst>
                                        </p:anim>
                                        <p:animEffect transition="in" filter="fade">
                                          <p:cBhvr>
                                            <p:cTn id="49" dur="500"/>
                                            <p:tgtEl>
                                              <p:spTgt spid="77"/>
                                            </p:tgtEl>
                                          </p:cBhvr>
                                        </p:animEffect>
                                      </p:childTnLst>
                                    </p:cTn>
                                  </p:par>
                                  <p:par>
                                    <p:cTn id="50" presetID="53" presetClass="entr" presetSubtype="16" fill="hold" grpId="0" nodeType="withEffect">
                                      <p:stCondLst>
                                        <p:cond delay="1000"/>
                                      </p:stCondLst>
                                      <p:childTnLst>
                                        <p:set>
                                          <p:cBhvr>
                                            <p:cTn id="51" dur="1" fill="hold">
                                              <p:stCondLst>
                                                <p:cond delay="0"/>
                                              </p:stCondLst>
                                            </p:cTn>
                                            <p:tgtEl>
                                              <p:spTgt spid="75"/>
                                            </p:tgtEl>
                                            <p:attrNameLst>
                                              <p:attrName>style.visibility</p:attrName>
                                            </p:attrNameLst>
                                          </p:cBhvr>
                                          <p:to>
                                            <p:strVal val="visible"/>
                                          </p:to>
                                        </p:set>
                                        <p:anim calcmode="lin" valueType="num">
                                          <p:cBhvr>
                                            <p:cTn id="52" dur="500" fill="hold"/>
                                            <p:tgtEl>
                                              <p:spTgt spid="75"/>
                                            </p:tgtEl>
                                            <p:attrNameLst>
                                              <p:attrName>ppt_w</p:attrName>
                                            </p:attrNameLst>
                                          </p:cBhvr>
                                          <p:tavLst>
                                            <p:tav tm="0">
                                              <p:val>
                                                <p:fltVal val="0"/>
                                              </p:val>
                                            </p:tav>
                                            <p:tav tm="100000">
                                              <p:val>
                                                <p:strVal val="#ppt_w"/>
                                              </p:val>
                                            </p:tav>
                                          </p:tavLst>
                                        </p:anim>
                                        <p:anim calcmode="lin" valueType="num">
                                          <p:cBhvr>
                                            <p:cTn id="53" dur="500" fill="hold"/>
                                            <p:tgtEl>
                                              <p:spTgt spid="75"/>
                                            </p:tgtEl>
                                            <p:attrNameLst>
                                              <p:attrName>ppt_h</p:attrName>
                                            </p:attrNameLst>
                                          </p:cBhvr>
                                          <p:tavLst>
                                            <p:tav tm="0">
                                              <p:val>
                                                <p:fltVal val="0"/>
                                              </p:val>
                                            </p:tav>
                                            <p:tav tm="100000">
                                              <p:val>
                                                <p:strVal val="#ppt_h"/>
                                              </p:val>
                                            </p:tav>
                                          </p:tavLst>
                                        </p:anim>
                                        <p:animEffect transition="in" filter="fade">
                                          <p:cBhvr>
                                            <p:cTn id="54" dur="500"/>
                                            <p:tgtEl>
                                              <p:spTgt spid="75"/>
                                            </p:tgtEl>
                                          </p:cBhvr>
                                        </p:animEffect>
                                      </p:childTnLst>
                                    </p:cTn>
                                  </p:par>
                                  <p:par>
                                    <p:cTn id="55" presetID="53" presetClass="entr" presetSubtype="16" fill="hold" grpId="0" nodeType="withEffect">
                                      <p:stCondLst>
                                        <p:cond delay="1250"/>
                                      </p:stCondLst>
                                      <p:childTnLst>
                                        <p:set>
                                          <p:cBhvr>
                                            <p:cTn id="56" dur="1" fill="hold">
                                              <p:stCondLst>
                                                <p:cond delay="0"/>
                                              </p:stCondLst>
                                            </p:cTn>
                                            <p:tgtEl>
                                              <p:spTgt spid="78"/>
                                            </p:tgtEl>
                                            <p:attrNameLst>
                                              <p:attrName>style.visibility</p:attrName>
                                            </p:attrNameLst>
                                          </p:cBhvr>
                                          <p:to>
                                            <p:strVal val="visible"/>
                                          </p:to>
                                        </p:set>
                                        <p:anim calcmode="lin" valueType="num">
                                          <p:cBhvr>
                                            <p:cTn id="57" dur="500" fill="hold"/>
                                            <p:tgtEl>
                                              <p:spTgt spid="78"/>
                                            </p:tgtEl>
                                            <p:attrNameLst>
                                              <p:attrName>ppt_w</p:attrName>
                                            </p:attrNameLst>
                                          </p:cBhvr>
                                          <p:tavLst>
                                            <p:tav tm="0">
                                              <p:val>
                                                <p:fltVal val="0"/>
                                              </p:val>
                                            </p:tav>
                                            <p:tav tm="100000">
                                              <p:val>
                                                <p:strVal val="#ppt_w"/>
                                              </p:val>
                                            </p:tav>
                                          </p:tavLst>
                                        </p:anim>
                                        <p:anim calcmode="lin" valueType="num">
                                          <p:cBhvr>
                                            <p:cTn id="58" dur="500" fill="hold"/>
                                            <p:tgtEl>
                                              <p:spTgt spid="78"/>
                                            </p:tgtEl>
                                            <p:attrNameLst>
                                              <p:attrName>ppt_h</p:attrName>
                                            </p:attrNameLst>
                                          </p:cBhvr>
                                          <p:tavLst>
                                            <p:tav tm="0">
                                              <p:val>
                                                <p:fltVal val="0"/>
                                              </p:val>
                                            </p:tav>
                                            <p:tav tm="100000">
                                              <p:val>
                                                <p:strVal val="#ppt_h"/>
                                              </p:val>
                                            </p:tav>
                                          </p:tavLst>
                                        </p:anim>
                                        <p:animEffect transition="in" filter="fade">
                                          <p:cBhvr>
                                            <p:cTn id="59" dur="500"/>
                                            <p:tgtEl>
                                              <p:spTgt spid="78"/>
                                            </p:tgtEl>
                                          </p:cBhvr>
                                        </p:animEffect>
                                      </p:childTnLst>
                                    </p:cTn>
                                  </p:par>
                                  <p:par>
                                    <p:cTn id="60" presetID="53" presetClass="entr" presetSubtype="16" fill="hold" grpId="0" nodeType="withEffect">
                                      <p:stCondLst>
                                        <p:cond delay="1500"/>
                                      </p:stCondLst>
                                      <p:childTnLst>
                                        <p:set>
                                          <p:cBhvr>
                                            <p:cTn id="61" dur="1" fill="hold">
                                              <p:stCondLst>
                                                <p:cond delay="0"/>
                                              </p:stCondLst>
                                            </p:cTn>
                                            <p:tgtEl>
                                              <p:spTgt spid="79"/>
                                            </p:tgtEl>
                                            <p:attrNameLst>
                                              <p:attrName>style.visibility</p:attrName>
                                            </p:attrNameLst>
                                          </p:cBhvr>
                                          <p:to>
                                            <p:strVal val="visible"/>
                                          </p:to>
                                        </p:set>
                                        <p:anim calcmode="lin" valueType="num">
                                          <p:cBhvr>
                                            <p:cTn id="62" dur="500" fill="hold"/>
                                            <p:tgtEl>
                                              <p:spTgt spid="79"/>
                                            </p:tgtEl>
                                            <p:attrNameLst>
                                              <p:attrName>ppt_w</p:attrName>
                                            </p:attrNameLst>
                                          </p:cBhvr>
                                          <p:tavLst>
                                            <p:tav tm="0">
                                              <p:val>
                                                <p:fltVal val="0"/>
                                              </p:val>
                                            </p:tav>
                                            <p:tav tm="100000">
                                              <p:val>
                                                <p:strVal val="#ppt_w"/>
                                              </p:val>
                                            </p:tav>
                                          </p:tavLst>
                                        </p:anim>
                                        <p:anim calcmode="lin" valueType="num">
                                          <p:cBhvr>
                                            <p:cTn id="63" dur="500" fill="hold"/>
                                            <p:tgtEl>
                                              <p:spTgt spid="79"/>
                                            </p:tgtEl>
                                            <p:attrNameLst>
                                              <p:attrName>ppt_h</p:attrName>
                                            </p:attrNameLst>
                                          </p:cBhvr>
                                          <p:tavLst>
                                            <p:tav tm="0">
                                              <p:val>
                                                <p:fltVal val="0"/>
                                              </p:val>
                                            </p:tav>
                                            <p:tav tm="100000">
                                              <p:val>
                                                <p:strVal val="#ppt_h"/>
                                              </p:val>
                                            </p:tav>
                                          </p:tavLst>
                                        </p:anim>
                                        <p:animEffect transition="in" filter="fade">
                                          <p:cBhvr>
                                            <p:cTn id="64"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6" grpId="0">
            <p:bldAsOne/>
          </p:bldGraphic>
          <p:bldGraphic spid="63" grpId="0">
            <p:bldAsOne/>
          </p:bldGraphic>
          <p:bldGraphic spid="60" grpId="0">
            <p:bldAsOne/>
          </p:bldGraphic>
          <p:bldGraphic spid="57" grpId="0">
            <p:bldAsOne/>
          </p:bldGraphic>
          <p:bldGraphic spid="48" grpId="0">
            <p:bldAsOne/>
          </p:bldGraphic>
          <p:bldP spid="70" grpId="0"/>
          <p:bldP spid="71" grpId="0"/>
          <p:bldP spid="72" grpId="0"/>
          <p:bldP spid="73" grpId="0"/>
          <p:bldP spid="74" grpId="0"/>
          <p:bldP spid="75" grpId="0" animBg="1"/>
          <p:bldP spid="76" grpId="0" animBg="1"/>
          <p:bldP spid="77" grpId="0" animBg="1"/>
          <p:bldP spid="78" grpId="0" animBg="1"/>
          <p:bldP spid="79" grpId="0" animBg="1"/>
        </p:bldLst>
      </p:timing>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 name="Chart 03">
            <a:extLst>
              <a:ext uri="{FF2B5EF4-FFF2-40B4-BE49-F238E27FC236}">
                <a16:creationId xmlns:a16="http://schemas.microsoft.com/office/drawing/2014/main" id="{F7C85A64-C9F3-484D-A360-99C6E6CC1C2E}"/>
              </a:ext>
            </a:extLst>
          </p:cNvPr>
          <p:cNvGraphicFramePr/>
          <p:nvPr>
            <p:extLst>
              <p:ext uri="{D42A27DB-BD31-4B8C-83A1-F6EECF244321}">
                <p14:modId xmlns:p14="http://schemas.microsoft.com/office/powerpoint/2010/main" val="4031660881"/>
              </p:ext>
            </p:extLst>
          </p:nvPr>
        </p:nvGraphicFramePr>
        <p:xfrm>
          <a:off x="5368497" y="4968032"/>
          <a:ext cx="5746716" cy="67344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6" name="Chart 02">
            <a:extLst>
              <a:ext uri="{FF2B5EF4-FFF2-40B4-BE49-F238E27FC236}">
                <a16:creationId xmlns:a16="http://schemas.microsoft.com/office/drawing/2014/main" id="{BFD651F7-2306-4AEC-8D02-5D1C44578D15}"/>
              </a:ext>
            </a:extLst>
          </p:cNvPr>
          <p:cNvGraphicFramePr/>
          <p:nvPr>
            <p:extLst>
              <p:ext uri="{D42A27DB-BD31-4B8C-83A1-F6EECF244321}">
                <p14:modId xmlns:p14="http://schemas.microsoft.com/office/powerpoint/2010/main" val="2376311465"/>
              </p:ext>
            </p:extLst>
          </p:nvPr>
        </p:nvGraphicFramePr>
        <p:xfrm>
          <a:off x="5368497" y="3482808"/>
          <a:ext cx="5746716" cy="67344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5" name="Chart 01">
            <a:extLst>
              <a:ext uri="{FF2B5EF4-FFF2-40B4-BE49-F238E27FC236}">
                <a16:creationId xmlns:a16="http://schemas.microsoft.com/office/drawing/2014/main" id="{EAEAF303-0DB6-4388-A0B3-81F3772FEE6E}"/>
              </a:ext>
            </a:extLst>
          </p:cNvPr>
          <p:cNvGraphicFramePr/>
          <p:nvPr>
            <p:extLst>
              <p:ext uri="{D42A27DB-BD31-4B8C-83A1-F6EECF244321}">
                <p14:modId xmlns:p14="http://schemas.microsoft.com/office/powerpoint/2010/main" val="1474265900"/>
              </p:ext>
            </p:extLst>
          </p:nvPr>
        </p:nvGraphicFramePr>
        <p:xfrm>
          <a:off x="5368497" y="1994071"/>
          <a:ext cx="5746716" cy="673443"/>
        </p:xfrm>
        <a:graphic>
          <a:graphicData uri="http://schemas.openxmlformats.org/drawingml/2006/chart">
            <c:chart xmlns:c="http://schemas.openxmlformats.org/drawingml/2006/chart" xmlns:r="http://schemas.openxmlformats.org/officeDocument/2006/relationships" r:id="rId4"/>
          </a:graphicData>
        </a:graphic>
      </p:graphicFrame>
      <p:grpSp>
        <p:nvGrpSpPr>
          <p:cNvPr id="43" name="Group 42">
            <a:extLst>
              <a:ext uri="{FF2B5EF4-FFF2-40B4-BE49-F238E27FC236}">
                <a16:creationId xmlns:a16="http://schemas.microsoft.com/office/drawing/2014/main" id="{A9FA6C81-C196-4F4E-BAA8-B642BEE86D30}"/>
              </a:ext>
            </a:extLst>
          </p:cNvPr>
          <p:cNvGrpSpPr/>
          <p:nvPr/>
        </p:nvGrpSpPr>
        <p:grpSpPr>
          <a:xfrm>
            <a:off x="8689203" y="1589856"/>
            <a:ext cx="744795" cy="591455"/>
            <a:chOff x="9495653" y="1285056"/>
            <a:chExt cx="744795" cy="591455"/>
          </a:xfrm>
        </p:grpSpPr>
        <p:sp>
          <p:nvSpPr>
            <p:cNvPr id="32" name="Freeform 5">
              <a:extLst>
                <a:ext uri="{FF2B5EF4-FFF2-40B4-BE49-F238E27FC236}">
                  <a16:creationId xmlns:a16="http://schemas.microsoft.com/office/drawing/2014/main" id="{292BAA25-FDB1-4881-BA48-6F789CC6701E}"/>
                </a:ext>
              </a:extLst>
            </p:cNvPr>
            <p:cNvSpPr>
              <a:spLocks/>
            </p:cNvSpPr>
            <p:nvPr/>
          </p:nvSpPr>
          <p:spPr bwMode="auto">
            <a:xfrm>
              <a:off x="9495653" y="1285056"/>
              <a:ext cx="744795" cy="591455"/>
            </a:xfrm>
            <a:custGeom>
              <a:avLst/>
              <a:gdLst>
                <a:gd name="T0" fmla="*/ 452 w 499"/>
                <a:gd name="T1" fmla="*/ 0 h 396"/>
                <a:gd name="T2" fmla="*/ 47 w 499"/>
                <a:gd name="T3" fmla="*/ 0 h 396"/>
                <a:gd name="T4" fmla="*/ 0 w 499"/>
                <a:gd name="T5" fmla="*/ 47 h 396"/>
                <a:gd name="T6" fmla="*/ 0 w 499"/>
                <a:gd name="T7" fmla="*/ 242 h 396"/>
                <a:gd name="T8" fmla="*/ 47 w 499"/>
                <a:gd name="T9" fmla="*/ 289 h 396"/>
                <a:gd name="T10" fmla="*/ 159 w 499"/>
                <a:gd name="T11" fmla="*/ 289 h 396"/>
                <a:gd name="T12" fmla="*/ 234 w 499"/>
                <a:gd name="T13" fmla="*/ 386 h 396"/>
                <a:gd name="T14" fmla="*/ 264 w 499"/>
                <a:gd name="T15" fmla="*/ 386 h 396"/>
                <a:gd name="T16" fmla="*/ 340 w 499"/>
                <a:gd name="T17" fmla="*/ 289 h 396"/>
                <a:gd name="T18" fmla="*/ 452 w 499"/>
                <a:gd name="T19" fmla="*/ 289 h 396"/>
                <a:gd name="T20" fmla="*/ 499 w 499"/>
                <a:gd name="T21" fmla="*/ 242 h 396"/>
                <a:gd name="T22" fmla="*/ 499 w 499"/>
                <a:gd name="T23" fmla="*/ 47 h 396"/>
                <a:gd name="T24" fmla="*/ 452 w 499"/>
                <a:gd name="T25" fmla="*/ 0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99" h="396">
                  <a:moveTo>
                    <a:pt x="452" y="0"/>
                  </a:moveTo>
                  <a:cubicBezTo>
                    <a:pt x="47" y="0"/>
                    <a:pt x="47" y="0"/>
                    <a:pt x="47" y="0"/>
                  </a:cubicBezTo>
                  <a:cubicBezTo>
                    <a:pt x="21" y="0"/>
                    <a:pt x="0" y="21"/>
                    <a:pt x="0" y="47"/>
                  </a:cubicBezTo>
                  <a:cubicBezTo>
                    <a:pt x="0" y="242"/>
                    <a:pt x="0" y="242"/>
                    <a:pt x="0" y="242"/>
                  </a:cubicBezTo>
                  <a:cubicBezTo>
                    <a:pt x="0" y="268"/>
                    <a:pt x="21" y="289"/>
                    <a:pt x="47" y="289"/>
                  </a:cubicBezTo>
                  <a:cubicBezTo>
                    <a:pt x="159" y="289"/>
                    <a:pt x="159" y="289"/>
                    <a:pt x="159" y="289"/>
                  </a:cubicBezTo>
                  <a:cubicBezTo>
                    <a:pt x="234" y="386"/>
                    <a:pt x="234" y="386"/>
                    <a:pt x="234" y="386"/>
                  </a:cubicBezTo>
                  <a:cubicBezTo>
                    <a:pt x="242" y="396"/>
                    <a:pt x="257" y="396"/>
                    <a:pt x="264" y="386"/>
                  </a:cubicBezTo>
                  <a:cubicBezTo>
                    <a:pt x="340" y="289"/>
                    <a:pt x="340" y="289"/>
                    <a:pt x="340" y="289"/>
                  </a:cubicBezTo>
                  <a:cubicBezTo>
                    <a:pt x="452" y="289"/>
                    <a:pt x="452" y="289"/>
                    <a:pt x="452" y="289"/>
                  </a:cubicBezTo>
                  <a:cubicBezTo>
                    <a:pt x="478" y="289"/>
                    <a:pt x="499" y="268"/>
                    <a:pt x="499" y="242"/>
                  </a:cubicBezTo>
                  <a:cubicBezTo>
                    <a:pt x="499" y="47"/>
                    <a:pt x="499" y="47"/>
                    <a:pt x="499" y="47"/>
                  </a:cubicBezTo>
                  <a:cubicBezTo>
                    <a:pt x="499" y="21"/>
                    <a:pt x="478" y="0"/>
                    <a:pt x="452"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ru-UA"/>
            </a:p>
          </p:txBody>
        </p:sp>
        <p:sp>
          <p:nvSpPr>
            <p:cNvPr id="33" name="TextBox 32">
              <a:extLst>
                <a:ext uri="{FF2B5EF4-FFF2-40B4-BE49-F238E27FC236}">
                  <a16:creationId xmlns:a16="http://schemas.microsoft.com/office/drawing/2014/main" id="{3712D967-1E7F-425A-87D5-BACFAE1E6CBB}"/>
                </a:ext>
              </a:extLst>
            </p:cNvPr>
            <p:cNvSpPr txBox="1"/>
            <p:nvPr/>
          </p:nvSpPr>
          <p:spPr>
            <a:xfrm>
              <a:off x="9569487" y="1335814"/>
              <a:ext cx="617477" cy="338554"/>
            </a:xfrm>
            <a:prstGeom prst="rect">
              <a:avLst/>
            </a:prstGeom>
            <a:noFill/>
          </p:spPr>
          <p:txBody>
            <a:bodyPr wrap="none" rtlCol="0">
              <a:spAutoFit/>
            </a:bodyPr>
            <a:lstStyle/>
            <a:p>
              <a:pPr algn="ctr"/>
              <a:r>
                <a:rPr lang="en-US" sz="1600" b="1">
                  <a:solidFill>
                    <a:schemeClr val="bg2"/>
                  </a:solidFill>
                </a:rPr>
                <a:t>65%</a:t>
              </a:r>
              <a:endParaRPr lang="ru-UA" sz="1600" b="1">
                <a:solidFill>
                  <a:schemeClr val="bg2"/>
                </a:solidFill>
              </a:endParaRPr>
            </a:p>
          </p:txBody>
        </p:sp>
      </p:grpSp>
      <p:grpSp>
        <p:nvGrpSpPr>
          <p:cNvPr id="42" name="Group 41">
            <a:extLst>
              <a:ext uri="{FF2B5EF4-FFF2-40B4-BE49-F238E27FC236}">
                <a16:creationId xmlns:a16="http://schemas.microsoft.com/office/drawing/2014/main" id="{C5C67F86-7B9E-452F-95AE-D105CA8DB075}"/>
              </a:ext>
            </a:extLst>
          </p:cNvPr>
          <p:cNvGrpSpPr/>
          <p:nvPr/>
        </p:nvGrpSpPr>
        <p:grpSpPr>
          <a:xfrm>
            <a:off x="7323953" y="3078593"/>
            <a:ext cx="744795" cy="591455"/>
            <a:chOff x="9495653" y="2773793"/>
            <a:chExt cx="744795" cy="591455"/>
          </a:xfrm>
        </p:grpSpPr>
        <p:sp>
          <p:nvSpPr>
            <p:cNvPr id="37" name="Freeform 5">
              <a:extLst>
                <a:ext uri="{FF2B5EF4-FFF2-40B4-BE49-F238E27FC236}">
                  <a16:creationId xmlns:a16="http://schemas.microsoft.com/office/drawing/2014/main" id="{CC2E06BD-DF15-4747-9184-C56A8478CB3B}"/>
                </a:ext>
              </a:extLst>
            </p:cNvPr>
            <p:cNvSpPr>
              <a:spLocks/>
            </p:cNvSpPr>
            <p:nvPr/>
          </p:nvSpPr>
          <p:spPr bwMode="auto">
            <a:xfrm>
              <a:off x="9495653" y="2773793"/>
              <a:ext cx="744795" cy="591455"/>
            </a:xfrm>
            <a:custGeom>
              <a:avLst/>
              <a:gdLst>
                <a:gd name="T0" fmla="*/ 452 w 499"/>
                <a:gd name="T1" fmla="*/ 0 h 396"/>
                <a:gd name="T2" fmla="*/ 47 w 499"/>
                <a:gd name="T3" fmla="*/ 0 h 396"/>
                <a:gd name="T4" fmla="*/ 0 w 499"/>
                <a:gd name="T5" fmla="*/ 47 h 396"/>
                <a:gd name="T6" fmla="*/ 0 w 499"/>
                <a:gd name="T7" fmla="*/ 242 h 396"/>
                <a:gd name="T8" fmla="*/ 47 w 499"/>
                <a:gd name="T9" fmla="*/ 289 h 396"/>
                <a:gd name="T10" fmla="*/ 159 w 499"/>
                <a:gd name="T11" fmla="*/ 289 h 396"/>
                <a:gd name="T12" fmla="*/ 234 w 499"/>
                <a:gd name="T13" fmla="*/ 386 h 396"/>
                <a:gd name="T14" fmla="*/ 264 w 499"/>
                <a:gd name="T15" fmla="*/ 386 h 396"/>
                <a:gd name="T16" fmla="*/ 340 w 499"/>
                <a:gd name="T17" fmla="*/ 289 h 396"/>
                <a:gd name="T18" fmla="*/ 452 w 499"/>
                <a:gd name="T19" fmla="*/ 289 h 396"/>
                <a:gd name="T20" fmla="*/ 499 w 499"/>
                <a:gd name="T21" fmla="*/ 242 h 396"/>
                <a:gd name="T22" fmla="*/ 499 w 499"/>
                <a:gd name="T23" fmla="*/ 47 h 396"/>
                <a:gd name="T24" fmla="*/ 452 w 499"/>
                <a:gd name="T25" fmla="*/ 0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99" h="396">
                  <a:moveTo>
                    <a:pt x="452" y="0"/>
                  </a:moveTo>
                  <a:cubicBezTo>
                    <a:pt x="47" y="0"/>
                    <a:pt x="47" y="0"/>
                    <a:pt x="47" y="0"/>
                  </a:cubicBezTo>
                  <a:cubicBezTo>
                    <a:pt x="21" y="0"/>
                    <a:pt x="0" y="21"/>
                    <a:pt x="0" y="47"/>
                  </a:cubicBezTo>
                  <a:cubicBezTo>
                    <a:pt x="0" y="242"/>
                    <a:pt x="0" y="242"/>
                    <a:pt x="0" y="242"/>
                  </a:cubicBezTo>
                  <a:cubicBezTo>
                    <a:pt x="0" y="268"/>
                    <a:pt x="21" y="289"/>
                    <a:pt x="47" y="289"/>
                  </a:cubicBezTo>
                  <a:cubicBezTo>
                    <a:pt x="159" y="289"/>
                    <a:pt x="159" y="289"/>
                    <a:pt x="159" y="289"/>
                  </a:cubicBezTo>
                  <a:cubicBezTo>
                    <a:pt x="234" y="386"/>
                    <a:pt x="234" y="386"/>
                    <a:pt x="234" y="386"/>
                  </a:cubicBezTo>
                  <a:cubicBezTo>
                    <a:pt x="242" y="396"/>
                    <a:pt x="257" y="396"/>
                    <a:pt x="264" y="386"/>
                  </a:cubicBezTo>
                  <a:cubicBezTo>
                    <a:pt x="340" y="289"/>
                    <a:pt x="340" y="289"/>
                    <a:pt x="340" y="289"/>
                  </a:cubicBezTo>
                  <a:cubicBezTo>
                    <a:pt x="452" y="289"/>
                    <a:pt x="452" y="289"/>
                    <a:pt x="452" y="289"/>
                  </a:cubicBezTo>
                  <a:cubicBezTo>
                    <a:pt x="478" y="289"/>
                    <a:pt x="499" y="268"/>
                    <a:pt x="499" y="242"/>
                  </a:cubicBezTo>
                  <a:cubicBezTo>
                    <a:pt x="499" y="47"/>
                    <a:pt x="499" y="47"/>
                    <a:pt x="499" y="47"/>
                  </a:cubicBezTo>
                  <a:cubicBezTo>
                    <a:pt x="499" y="21"/>
                    <a:pt x="478" y="0"/>
                    <a:pt x="452"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ru-UA"/>
            </a:p>
          </p:txBody>
        </p:sp>
        <p:sp>
          <p:nvSpPr>
            <p:cNvPr id="38" name="TextBox 37">
              <a:extLst>
                <a:ext uri="{FF2B5EF4-FFF2-40B4-BE49-F238E27FC236}">
                  <a16:creationId xmlns:a16="http://schemas.microsoft.com/office/drawing/2014/main" id="{E23DB94E-3048-4E16-A8DF-8A379AFCCD76}"/>
                </a:ext>
              </a:extLst>
            </p:cNvPr>
            <p:cNvSpPr txBox="1"/>
            <p:nvPr/>
          </p:nvSpPr>
          <p:spPr>
            <a:xfrm>
              <a:off x="9555862" y="2824551"/>
              <a:ext cx="644728" cy="338554"/>
            </a:xfrm>
            <a:prstGeom prst="rect">
              <a:avLst/>
            </a:prstGeom>
            <a:noFill/>
          </p:spPr>
          <p:txBody>
            <a:bodyPr wrap="none" rtlCol="0">
              <a:spAutoFit/>
            </a:bodyPr>
            <a:lstStyle/>
            <a:p>
              <a:pPr algn="ctr"/>
              <a:r>
                <a:rPr lang="en-US" sz="1600" b="1">
                  <a:solidFill>
                    <a:schemeClr val="bg2"/>
                  </a:solidFill>
                </a:rPr>
                <a:t>40%</a:t>
              </a:r>
              <a:endParaRPr lang="ru-UA" sz="1600" b="1">
                <a:solidFill>
                  <a:schemeClr val="bg2"/>
                </a:solidFill>
              </a:endParaRPr>
            </a:p>
          </p:txBody>
        </p:sp>
      </p:grpSp>
      <p:grpSp>
        <p:nvGrpSpPr>
          <p:cNvPr id="44" name="Group 43">
            <a:extLst>
              <a:ext uri="{FF2B5EF4-FFF2-40B4-BE49-F238E27FC236}">
                <a16:creationId xmlns:a16="http://schemas.microsoft.com/office/drawing/2014/main" id="{2C8ED3C6-9BBB-4CE1-B099-6A96E8429075}"/>
              </a:ext>
            </a:extLst>
          </p:cNvPr>
          <p:cNvGrpSpPr/>
          <p:nvPr/>
        </p:nvGrpSpPr>
        <p:grpSpPr>
          <a:xfrm>
            <a:off x="9495653" y="4563817"/>
            <a:ext cx="744795" cy="591455"/>
            <a:chOff x="9495653" y="4259017"/>
            <a:chExt cx="744795" cy="591455"/>
          </a:xfrm>
        </p:grpSpPr>
        <p:sp>
          <p:nvSpPr>
            <p:cNvPr id="40" name="Freeform 5">
              <a:extLst>
                <a:ext uri="{FF2B5EF4-FFF2-40B4-BE49-F238E27FC236}">
                  <a16:creationId xmlns:a16="http://schemas.microsoft.com/office/drawing/2014/main" id="{22E5D9F5-9931-4FEE-B527-9CFED49A8491}"/>
                </a:ext>
              </a:extLst>
            </p:cNvPr>
            <p:cNvSpPr>
              <a:spLocks/>
            </p:cNvSpPr>
            <p:nvPr/>
          </p:nvSpPr>
          <p:spPr bwMode="auto">
            <a:xfrm>
              <a:off x="9495653" y="4259017"/>
              <a:ext cx="744795" cy="591455"/>
            </a:xfrm>
            <a:custGeom>
              <a:avLst/>
              <a:gdLst>
                <a:gd name="T0" fmla="*/ 452 w 499"/>
                <a:gd name="T1" fmla="*/ 0 h 396"/>
                <a:gd name="T2" fmla="*/ 47 w 499"/>
                <a:gd name="T3" fmla="*/ 0 h 396"/>
                <a:gd name="T4" fmla="*/ 0 w 499"/>
                <a:gd name="T5" fmla="*/ 47 h 396"/>
                <a:gd name="T6" fmla="*/ 0 w 499"/>
                <a:gd name="T7" fmla="*/ 242 h 396"/>
                <a:gd name="T8" fmla="*/ 47 w 499"/>
                <a:gd name="T9" fmla="*/ 289 h 396"/>
                <a:gd name="T10" fmla="*/ 159 w 499"/>
                <a:gd name="T11" fmla="*/ 289 h 396"/>
                <a:gd name="T12" fmla="*/ 234 w 499"/>
                <a:gd name="T13" fmla="*/ 386 h 396"/>
                <a:gd name="T14" fmla="*/ 264 w 499"/>
                <a:gd name="T15" fmla="*/ 386 h 396"/>
                <a:gd name="T16" fmla="*/ 340 w 499"/>
                <a:gd name="T17" fmla="*/ 289 h 396"/>
                <a:gd name="T18" fmla="*/ 452 w 499"/>
                <a:gd name="T19" fmla="*/ 289 h 396"/>
                <a:gd name="T20" fmla="*/ 499 w 499"/>
                <a:gd name="T21" fmla="*/ 242 h 396"/>
                <a:gd name="T22" fmla="*/ 499 w 499"/>
                <a:gd name="T23" fmla="*/ 47 h 396"/>
                <a:gd name="T24" fmla="*/ 452 w 499"/>
                <a:gd name="T25" fmla="*/ 0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99" h="396">
                  <a:moveTo>
                    <a:pt x="452" y="0"/>
                  </a:moveTo>
                  <a:cubicBezTo>
                    <a:pt x="47" y="0"/>
                    <a:pt x="47" y="0"/>
                    <a:pt x="47" y="0"/>
                  </a:cubicBezTo>
                  <a:cubicBezTo>
                    <a:pt x="21" y="0"/>
                    <a:pt x="0" y="21"/>
                    <a:pt x="0" y="47"/>
                  </a:cubicBezTo>
                  <a:cubicBezTo>
                    <a:pt x="0" y="242"/>
                    <a:pt x="0" y="242"/>
                    <a:pt x="0" y="242"/>
                  </a:cubicBezTo>
                  <a:cubicBezTo>
                    <a:pt x="0" y="268"/>
                    <a:pt x="21" y="289"/>
                    <a:pt x="47" y="289"/>
                  </a:cubicBezTo>
                  <a:cubicBezTo>
                    <a:pt x="159" y="289"/>
                    <a:pt x="159" y="289"/>
                    <a:pt x="159" y="289"/>
                  </a:cubicBezTo>
                  <a:cubicBezTo>
                    <a:pt x="234" y="386"/>
                    <a:pt x="234" y="386"/>
                    <a:pt x="234" y="386"/>
                  </a:cubicBezTo>
                  <a:cubicBezTo>
                    <a:pt x="242" y="396"/>
                    <a:pt x="257" y="396"/>
                    <a:pt x="264" y="386"/>
                  </a:cubicBezTo>
                  <a:cubicBezTo>
                    <a:pt x="340" y="289"/>
                    <a:pt x="340" y="289"/>
                    <a:pt x="340" y="289"/>
                  </a:cubicBezTo>
                  <a:cubicBezTo>
                    <a:pt x="452" y="289"/>
                    <a:pt x="452" y="289"/>
                    <a:pt x="452" y="289"/>
                  </a:cubicBezTo>
                  <a:cubicBezTo>
                    <a:pt x="478" y="289"/>
                    <a:pt x="499" y="268"/>
                    <a:pt x="499" y="242"/>
                  </a:cubicBezTo>
                  <a:cubicBezTo>
                    <a:pt x="499" y="47"/>
                    <a:pt x="499" y="47"/>
                    <a:pt x="499" y="47"/>
                  </a:cubicBezTo>
                  <a:cubicBezTo>
                    <a:pt x="499" y="21"/>
                    <a:pt x="478" y="0"/>
                    <a:pt x="452" y="0"/>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ru-UA"/>
            </a:p>
          </p:txBody>
        </p:sp>
        <p:sp>
          <p:nvSpPr>
            <p:cNvPr id="41" name="TextBox 40">
              <a:extLst>
                <a:ext uri="{FF2B5EF4-FFF2-40B4-BE49-F238E27FC236}">
                  <a16:creationId xmlns:a16="http://schemas.microsoft.com/office/drawing/2014/main" id="{2B8AA6B5-9A3D-4EB5-9577-335E52C7978E}"/>
                </a:ext>
              </a:extLst>
            </p:cNvPr>
            <p:cNvSpPr txBox="1"/>
            <p:nvPr/>
          </p:nvSpPr>
          <p:spPr>
            <a:xfrm>
              <a:off x="9559068" y="4309775"/>
              <a:ext cx="638316" cy="338554"/>
            </a:xfrm>
            <a:prstGeom prst="rect">
              <a:avLst/>
            </a:prstGeom>
            <a:noFill/>
          </p:spPr>
          <p:txBody>
            <a:bodyPr wrap="none" rtlCol="0">
              <a:spAutoFit/>
            </a:bodyPr>
            <a:lstStyle/>
            <a:p>
              <a:pPr algn="ctr"/>
              <a:r>
                <a:rPr lang="en-US" sz="1600" b="1">
                  <a:solidFill>
                    <a:schemeClr val="bg2"/>
                  </a:solidFill>
                </a:rPr>
                <a:t>8</a:t>
              </a:r>
              <a:r>
                <a:rPr lang="ru-RU" sz="1600" b="1">
                  <a:solidFill>
                    <a:schemeClr val="bg2"/>
                  </a:solidFill>
                </a:rPr>
                <a:t>0</a:t>
              </a:r>
              <a:r>
                <a:rPr lang="en-US" sz="1600" b="1">
                  <a:solidFill>
                    <a:schemeClr val="bg2"/>
                  </a:solidFill>
                </a:rPr>
                <a:t>%</a:t>
              </a:r>
              <a:endParaRPr lang="ru-UA" sz="1600" b="1">
                <a:solidFill>
                  <a:schemeClr val="bg2"/>
                </a:solidFill>
              </a:endParaRPr>
            </a:p>
          </p:txBody>
        </p:sp>
      </p:grpSp>
      <p:grpSp>
        <p:nvGrpSpPr>
          <p:cNvPr id="3" name="Text 01">
            <a:extLst>
              <a:ext uri="{FF2B5EF4-FFF2-40B4-BE49-F238E27FC236}">
                <a16:creationId xmlns:a16="http://schemas.microsoft.com/office/drawing/2014/main" id="{32AA6180-4667-4811-AD98-0719E80B81E2}"/>
              </a:ext>
            </a:extLst>
          </p:cNvPr>
          <p:cNvGrpSpPr/>
          <p:nvPr/>
        </p:nvGrpSpPr>
        <p:grpSpPr>
          <a:xfrm>
            <a:off x="1544941" y="1700917"/>
            <a:ext cx="2874660" cy="908933"/>
            <a:chOff x="1544941" y="1700917"/>
            <a:chExt cx="2874660" cy="908933"/>
          </a:xfrm>
        </p:grpSpPr>
        <p:sp>
          <p:nvSpPr>
            <p:cNvPr id="45" name="TextBox 44">
              <a:extLst>
                <a:ext uri="{FF2B5EF4-FFF2-40B4-BE49-F238E27FC236}">
                  <a16:creationId xmlns:a16="http://schemas.microsoft.com/office/drawing/2014/main" id="{BDD74992-4FB6-463C-9F28-D85AF3295C9F}"/>
                </a:ext>
              </a:extLst>
            </p:cNvPr>
            <p:cNvSpPr txBox="1"/>
            <p:nvPr/>
          </p:nvSpPr>
          <p:spPr>
            <a:xfrm>
              <a:off x="1585143" y="1700917"/>
              <a:ext cx="1749197" cy="369332"/>
            </a:xfrm>
            <a:prstGeom prst="rect">
              <a:avLst/>
            </a:prstGeom>
            <a:noFill/>
          </p:spPr>
          <p:txBody>
            <a:bodyPr wrap="none" rtlCol="0">
              <a:spAutoFit/>
            </a:bodyPr>
            <a:lstStyle/>
            <a:p>
              <a:r>
                <a:rPr lang="en-US">
                  <a:solidFill>
                    <a:schemeClr val="accent1"/>
                  </a:solidFill>
                  <a:latin typeface="Montserrat Medium" panose="00000600000000000000" pitchFamily="50" charset="-52"/>
                </a:rPr>
                <a:t>INFODATA 01</a:t>
              </a:r>
              <a:endParaRPr lang="ru-UA">
                <a:solidFill>
                  <a:schemeClr val="accent1"/>
                </a:solidFill>
                <a:latin typeface="Montserrat Medium" panose="00000600000000000000" pitchFamily="50" charset="-52"/>
              </a:endParaRPr>
            </a:p>
          </p:txBody>
        </p:sp>
        <p:sp>
          <p:nvSpPr>
            <p:cNvPr id="46" name="Text Placeholder 33">
              <a:extLst>
                <a:ext uri="{FF2B5EF4-FFF2-40B4-BE49-F238E27FC236}">
                  <a16:creationId xmlns:a16="http://schemas.microsoft.com/office/drawing/2014/main" id="{798E446B-0613-4BA4-983D-3B1BD99C8F91}"/>
                </a:ext>
              </a:extLst>
            </p:cNvPr>
            <p:cNvSpPr txBox="1">
              <a:spLocks/>
            </p:cNvSpPr>
            <p:nvPr/>
          </p:nvSpPr>
          <p:spPr>
            <a:xfrm>
              <a:off x="1544941" y="1994071"/>
              <a:ext cx="2874660"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Lorem ipsum dolor sit amet, consectetur adipiscing elit, sed do eiusmod tempor incididunt ut labore et dolore magna</a:t>
              </a:r>
            </a:p>
          </p:txBody>
        </p:sp>
      </p:grpSp>
      <p:grpSp>
        <p:nvGrpSpPr>
          <p:cNvPr id="4" name="Text 02">
            <a:extLst>
              <a:ext uri="{FF2B5EF4-FFF2-40B4-BE49-F238E27FC236}">
                <a16:creationId xmlns:a16="http://schemas.microsoft.com/office/drawing/2014/main" id="{08CEB93F-0EBA-45CA-A75C-7FA1007D6A8B}"/>
              </a:ext>
            </a:extLst>
          </p:cNvPr>
          <p:cNvGrpSpPr/>
          <p:nvPr/>
        </p:nvGrpSpPr>
        <p:grpSpPr>
          <a:xfrm>
            <a:off x="1544941" y="3269467"/>
            <a:ext cx="2874660" cy="908933"/>
            <a:chOff x="1544941" y="3269467"/>
            <a:chExt cx="2874660" cy="908933"/>
          </a:xfrm>
        </p:grpSpPr>
        <p:sp>
          <p:nvSpPr>
            <p:cNvPr id="47" name="TextBox 46">
              <a:extLst>
                <a:ext uri="{FF2B5EF4-FFF2-40B4-BE49-F238E27FC236}">
                  <a16:creationId xmlns:a16="http://schemas.microsoft.com/office/drawing/2014/main" id="{72DFC35A-AE39-4E50-8870-7A1681AB703A}"/>
                </a:ext>
              </a:extLst>
            </p:cNvPr>
            <p:cNvSpPr txBox="1"/>
            <p:nvPr/>
          </p:nvSpPr>
          <p:spPr>
            <a:xfrm>
              <a:off x="1585143" y="3269467"/>
              <a:ext cx="1797287" cy="369332"/>
            </a:xfrm>
            <a:prstGeom prst="rect">
              <a:avLst/>
            </a:prstGeom>
            <a:noFill/>
          </p:spPr>
          <p:txBody>
            <a:bodyPr wrap="none" rtlCol="0">
              <a:spAutoFit/>
            </a:bodyPr>
            <a:lstStyle/>
            <a:p>
              <a:r>
                <a:rPr lang="en-US">
                  <a:solidFill>
                    <a:schemeClr val="accent3"/>
                  </a:solidFill>
                  <a:latin typeface="Montserrat Medium" panose="00000600000000000000" pitchFamily="50" charset="-52"/>
                </a:rPr>
                <a:t>INFODATA 02</a:t>
              </a:r>
              <a:endParaRPr lang="ru-UA">
                <a:solidFill>
                  <a:schemeClr val="accent3"/>
                </a:solidFill>
                <a:latin typeface="Montserrat Medium" panose="00000600000000000000" pitchFamily="50" charset="-52"/>
              </a:endParaRPr>
            </a:p>
          </p:txBody>
        </p:sp>
        <p:sp>
          <p:nvSpPr>
            <p:cNvPr id="48" name="Text Placeholder 33">
              <a:extLst>
                <a:ext uri="{FF2B5EF4-FFF2-40B4-BE49-F238E27FC236}">
                  <a16:creationId xmlns:a16="http://schemas.microsoft.com/office/drawing/2014/main" id="{8AD89636-0EBE-4217-8389-BFE5565D5A75}"/>
                </a:ext>
              </a:extLst>
            </p:cNvPr>
            <p:cNvSpPr txBox="1">
              <a:spLocks/>
            </p:cNvSpPr>
            <p:nvPr/>
          </p:nvSpPr>
          <p:spPr>
            <a:xfrm>
              <a:off x="1544941" y="3562621"/>
              <a:ext cx="2874660"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Lorem ipsum dolor sit amet, consectetur adipiscing elit, sed do eiusmod tempor incididunt ut labore et dolore magna</a:t>
              </a:r>
            </a:p>
          </p:txBody>
        </p:sp>
      </p:grpSp>
      <p:grpSp>
        <p:nvGrpSpPr>
          <p:cNvPr id="5" name="Text 03">
            <a:extLst>
              <a:ext uri="{FF2B5EF4-FFF2-40B4-BE49-F238E27FC236}">
                <a16:creationId xmlns:a16="http://schemas.microsoft.com/office/drawing/2014/main" id="{4E13009F-FB34-4695-9C6C-66E9104E37EE}"/>
              </a:ext>
            </a:extLst>
          </p:cNvPr>
          <p:cNvGrpSpPr/>
          <p:nvPr/>
        </p:nvGrpSpPr>
        <p:grpSpPr>
          <a:xfrm>
            <a:off x="1544941" y="4732542"/>
            <a:ext cx="2874660" cy="908933"/>
            <a:chOff x="1544941" y="4732542"/>
            <a:chExt cx="2874660" cy="908933"/>
          </a:xfrm>
        </p:grpSpPr>
        <p:sp>
          <p:nvSpPr>
            <p:cNvPr id="49" name="TextBox 48">
              <a:extLst>
                <a:ext uri="{FF2B5EF4-FFF2-40B4-BE49-F238E27FC236}">
                  <a16:creationId xmlns:a16="http://schemas.microsoft.com/office/drawing/2014/main" id="{D329704F-DFA8-413E-9A0B-90138171BDF8}"/>
                </a:ext>
              </a:extLst>
            </p:cNvPr>
            <p:cNvSpPr txBox="1"/>
            <p:nvPr/>
          </p:nvSpPr>
          <p:spPr>
            <a:xfrm>
              <a:off x="1585143" y="4732542"/>
              <a:ext cx="1795684" cy="369332"/>
            </a:xfrm>
            <a:prstGeom prst="rect">
              <a:avLst/>
            </a:prstGeom>
            <a:noFill/>
          </p:spPr>
          <p:txBody>
            <a:bodyPr wrap="none" rtlCol="0">
              <a:spAutoFit/>
            </a:bodyPr>
            <a:lstStyle/>
            <a:p>
              <a:r>
                <a:rPr lang="en-US">
                  <a:solidFill>
                    <a:schemeClr val="accent4"/>
                  </a:solidFill>
                  <a:latin typeface="Montserrat Medium" panose="00000600000000000000" pitchFamily="50" charset="-52"/>
                </a:rPr>
                <a:t>INFODATA 03</a:t>
              </a:r>
              <a:endParaRPr lang="ru-UA">
                <a:solidFill>
                  <a:schemeClr val="accent4"/>
                </a:solidFill>
                <a:latin typeface="Montserrat Medium" panose="00000600000000000000" pitchFamily="50" charset="-52"/>
              </a:endParaRPr>
            </a:p>
          </p:txBody>
        </p:sp>
        <p:sp>
          <p:nvSpPr>
            <p:cNvPr id="50" name="Text Placeholder 33">
              <a:extLst>
                <a:ext uri="{FF2B5EF4-FFF2-40B4-BE49-F238E27FC236}">
                  <a16:creationId xmlns:a16="http://schemas.microsoft.com/office/drawing/2014/main" id="{506A589E-A09A-42E2-A0FD-3158E203A750}"/>
                </a:ext>
              </a:extLst>
            </p:cNvPr>
            <p:cNvSpPr txBox="1">
              <a:spLocks/>
            </p:cNvSpPr>
            <p:nvPr/>
          </p:nvSpPr>
          <p:spPr>
            <a:xfrm>
              <a:off x="1544941" y="5025696"/>
              <a:ext cx="2874660"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Lorem ipsum dolor sit amet, consectetur adipiscing elit, sed do eiusmod tempor incididunt ut labore et dolore magna</a:t>
              </a:r>
            </a:p>
          </p:txBody>
        </p:sp>
      </p:grpSp>
      <p:sp>
        <p:nvSpPr>
          <p:cNvPr id="21" name="TextBox 20">
            <a:extLst>
              <a:ext uri="{FF2B5EF4-FFF2-40B4-BE49-F238E27FC236}">
                <a16:creationId xmlns:a16="http://schemas.microsoft.com/office/drawing/2014/main" id="{747EA982-60CF-42D2-861C-7D22938335A8}"/>
              </a:ext>
            </a:extLst>
          </p:cNvPr>
          <p:cNvSpPr txBox="1"/>
          <p:nvPr/>
        </p:nvSpPr>
        <p:spPr>
          <a:xfrm>
            <a:off x="4098394" y="333188"/>
            <a:ext cx="4166525" cy="461665"/>
          </a:xfrm>
          <a:prstGeom prst="rect">
            <a:avLst/>
          </a:prstGeom>
          <a:noFill/>
        </p:spPr>
        <p:txBody>
          <a:bodyPr wrap="none" rtlCol="0">
            <a:spAutoFit/>
          </a:bodyPr>
          <a:lstStyle/>
          <a:p>
            <a:pPr algn="ctr"/>
            <a:r>
              <a:rPr lang="en-US" sz="2400">
                <a:latin typeface="Montserrat SemiBold" panose="00000700000000000000" pitchFamily="50" charset="-52"/>
              </a:rPr>
              <a:t>EDITABLE STACKED BAR</a:t>
            </a:r>
            <a:endParaRPr lang="ru-UA" sz="2400">
              <a:latin typeface="Montserrat SemiBold" panose="00000700000000000000" pitchFamily="50" charset="-52"/>
            </a:endParaRPr>
          </a:p>
        </p:txBody>
      </p:sp>
      <p:sp>
        <p:nvSpPr>
          <p:cNvPr id="22" name="TextBox 21">
            <a:extLst>
              <a:ext uri="{FF2B5EF4-FFF2-40B4-BE49-F238E27FC236}">
                <a16:creationId xmlns:a16="http://schemas.microsoft.com/office/drawing/2014/main" id="{5C017317-4B07-4C32-8A96-D8CE939DF752}"/>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3194347452"/>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750"/>
                                            <p:tgtEl>
                                              <p:spTgt spid="25"/>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36"/>
                                            </p:tgtEl>
                                            <p:attrNameLst>
                                              <p:attrName>style.visibility</p:attrName>
                                            </p:attrNameLst>
                                          </p:cBhvr>
                                          <p:to>
                                            <p:strVal val="visible"/>
                                          </p:to>
                                        </p:set>
                                        <p:animEffect transition="in" filter="wipe(left)">
                                          <p:cBhvr>
                                            <p:cTn id="10" dur="750"/>
                                            <p:tgtEl>
                                              <p:spTgt spid="36"/>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39"/>
                                            </p:tgtEl>
                                            <p:attrNameLst>
                                              <p:attrName>style.visibility</p:attrName>
                                            </p:attrNameLst>
                                          </p:cBhvr>
                                          <p:to>
                                            <p:strVal val="visible"/>
                                          </p:to>
                                        </p:set>
                                        <p:animEffect transition="in" filter="wipe(left)">
                                          <p:cBhvr>
                                            <p:cTn id="13" dur="750"/>
                                            <p:tgtEl>
                                              <p:spTgt spid="39"/>
                                            </p:tgtEl>
                                          </p:cBhvr>
                                        </p:animEffect>
                                      </p:childTnLst>
                                    </p:cTn>
                                  </p:par>
                                  <p:par>
                                    <p:cTn id="14" presetID="47" presetClass="entr" presetSubtype="0" fill="hold" nodeType="withEffect">
                                      <p:stCondLst>
                                        <p:cond delay="250"/>
                                      </p:stCondLst>
                                      <p:childTnLst>
                                        <p:set>
                                          <p:cBhvr>
                                            <p:cTn id="15" dur="1" fill="hold">
                                              <p:stCondLst>
                                                <p:cond delay="0"/>
                                              </p:stCondLst>
                                            </p:cTn>
                                            <p:tgtEl>
                                              <p:spTgt spid="43"/>
                                            </p:tgtEl>
                                            <p:attrNameLst>
                                              <p:attrName>style.visibility</p:attrName>
                                            </p:attrNameLst>
                                          </p:cBhvr>
                                          <p:to>
                                            <p:strVal val="visible"/>
                                          </p:to>
                                        </p:set>
                                        <p:animEffect transition="in" filter="fade">
                                          <p:cBhvr>
                                            <p:cTn id="16" dur="500"/>
                                            <p:tgtEl>
                                              <p:spTgt spid="43"/>
                                            </p:tgtEl>
                                          </p:cBhvr>
                                        </p:animEffect>
                                        <p:anim calcmode="lin" valueType="num">
                                          <p:cBhvr>
                                            <p:cTn id="17" dur="500" fill="hold"/>
                                            <p:tgtEl>
                                              <p:spTgt spid="43"/>
                                            </p:tgtEl>
                                            <p:attrNameLst>
                                              <p:attrName>ppt_x</p:attrName>
                                            </p:attrNameLst>
                                          </p:cBhvr>
                                          <p:tavLst>
                                            <p:tav tm="0">
                                              <p:val>
                                                <p:strVal val="#ppt_x"/>
                                              </p:val>
                                            </p:tav>
                                            <p:tav tm="100000">
                                              <p:val>
                                                <p:strVal val="#ppt_x"/>
                                              </p:val>
                                            </p:tav>
                                          </p:tavLst>
                                        </p:anim>
                                        <p:anim calcmode="lin" valueType="num">
                                          <p:cBhvr>
                                            <p:cTn id="18" dur="500" fill="hold"/>
                                            <p:tgtEl>
                                              <p:spTgt spid="43"/>
                                            </p:tgtEl>
                                            <p:attrNameLst>
                                              <p:attrName>ppt_y</p:attrName>
                                            </p:attrNameLst>
                                          </p:cBhvr>
                                          <p:tavLst>
                                            <p:tav tm="0">
                                              <p:val>
                                                <p:strVal val="#ppt_y-.1"/>
                                              </p:val>
                                            </p:tav>
                                            <p:tav tm="100000">
                                              <p:val>
                                                <p:strVal val="#ppt_y"/>
                                              </p:val>
                                            </p:tav>
                                          </p:tavLst>
                                        </p:anim>
                                      </p:childTnLst>
                                    </p:cTn>
                                  </p:par>
                                  <p:par>
                                    <p:cTn id="19" presetID="47" presetClass="entr" presetSubtype="0" fill="hold" nodeType="withEffect">
                                      <p:stCondLst>
                                        <p:cond delay="500"/>
                                      </p:stCondLst>
                                      <p:childTnLst>
                                        <p:set>
                                          <p:cBhvr>
                                            <p:cTn id="20" dur="1" fill="hold">
                                              <p:stCondLst>
                                                <p:cond delay="0"/>
                                              </p:stCondLst>
                                            </p:cTn>
                                            <p:tgtEl>
                                              <p:spTgt spid="42"/>
                                            </p:tgtEl>
                                            <p:attrNameLst>
                                              <p:attrName>style.visibility</p:attrName>
                                            </p:attrNameLst>
                                          </p:cBhvr>
                                          <p:to>
                                            <p:strVal val="visible"/>
                                          </p:to>
                                        </p:set>
                                        <p:animEffect transition="in" filter="fade">
                                          <p:cBhvr>
                                            <p:cTn id="21" dur="500"/>
                                            <p:tgtEl>
                                              <p:spTgt spid="42"/>
                                            </p:tgtEl>
                                          </p:cBhvr>
                                        </p:animEffect>
                                        <p:anim calcmode="lin" valueType="num">
                                          <p:cBhvr>
                                            <p:cTn id="22" dur="500" fill="hold"/>
                                            <p:tgtEl>
                                              <p:spTgt spid="42"/>
                                            </p:tgtEl>
                                            <p:attrNameLst>
                                              <p:attrName>ppt_x</p:attrName>
                                            </p:attrNameLst>
                                          </p:cBhvr>
                                          <p:tavLst>
                                            <p:tav tm="0">
                                              <p:val>
                                                <p:strVal val="#ppt_x"/>
                                              </p:val>
                                            </p:tav>
                                            <p:tav tm="100000">
                                              <p:val>
                                                <p:strVal val="#ppt_x"/>
                                              </p:val>
                                            </p:tav>
                                          </p:tavLst>
                                        </p:anim>
                                        <p:anim calcmode="lin" valueType="num">
                                          <p:cBhvr>
                                            <p:cTn id="23" dur="500" fill="hold"/>
                                            <p:tgtEl>
                                              <p:spTgt spid="42"/>
                                            </p:tgtEl>
                                            <p:attrNameLst>
                                              <p:attrName>ppt_y</p:attrName>
                                            </p:attrNameLst>
                                          </p:cBhvr>
                                          <p:tavLst>
                                            <p:tav tm="0">
                                              <p:val>
                                                <p:strVal val="#ppt_y-.1"/>
                                              </p:val>
                                            </p:tav>
                                            <p:tav tm="100000">
                                              <p:val>
                                                <p:strVal val="#ppt_y"/>
                                              </p:val>
                                            </p:tav>
                                          </p:tavLst>
                                        </p:anim>
                                      </p:childTnLst>
                                    </p:cTn>
                                  </p:par>
                                  <p:par>
                                    <p:cTn id="24" presetID="47" presetClass="entr" presetSubtype="0" fill="hold" nodeType="withEffect">
                                      <p:stCondLst>
                                        <p:cond delay="750"/>
                                      </p:stCondLst>
                                      <p:childTnLst>
                                        <p:set>
                                          <p:cBhvr>
                                            <p:cTn id="25" dur="1" fill="hold">
                                              <p:stCondLst>
                                                <p:cond delay="0"/>
                                              </p:stCondLst>
                                            </p:cTn>
                                            <p:tgtEl>
                                              <p:spTgt spid="44"/>
                                            </p:tgtEl>
                                            <p:attrNameLst>
                                              <p:attrName>style.visibility</p:attrName>
                                            </p:attrNameLst>
                                          </p:cBhvr>
                                          <p:to>
                                            <p:strVal val="visible"/>
                                          </p:to>
                                        </p:set>
                                        <p:animEffect transition="in" filter="fade">
                                          <p:cBhvr>
                                            <p:cTn id="26" dur="500"/>
                                            <p:tgtEl>
                                              <p:spTgt spid="44"/>
                                            </p:tgtEl>
                                          </p:cBhvr>
                                        </p:animEffect>
                                        <p:anim calcmode="lin" valueType="num">
                                          <p:cBhvr>
                                            <p:cTn id="27" dur="500" fill="hold"/>
                                            <p:tgtEl>
                                              <p:spTgt spid="44"/>
                                            </p:tgtEl>
                                            <p:attrNameLst>
                                              <p:attrName>ppt_x</p:attrName>
                                            </p:attrNameLst>
                                          </p:cBhvr>
                                          <p:tavLst>
                                            <p:tav tm="0">
                                              <p:val>
                                                <p:strVal val="#ppt_x"/>
                                              </p:val>
                                            </p:tav>
                                            <p:tav tm="100000">
                                              <p:val>
                                                <p:strVal val="#ppt_x"/>
                                              </p:val>
                                            </p:tav>
                                          </p:tavLst>
                                        </p:anim>
                                        <p:anim calcmode="lin" valueType="num">
                                          <p:cBhvr>
                                            <p:cTn id="28" dur="500" fill="hold"/>
                                            <p:tgtEl>
                                              <p:spTgt spid="44"/>
                                            </p:tgtEl>
                                            <p:attrNameLst>
                                              <p:attrName>ppt_y</p:attrName>
                                            </p:attrNameLst>
                                          </p:cBhvr>
                                          <p:tavLst>
                                            <p:tav tm="0">
                                              <p:val>
                                                <p:strVal val="#ppt_y-.1"/>
                                              </p:val>
                                            </p:tav>
                                            <p:tav tm="100000">
                                              <p:val>
                                                <p:strVal val="#ppt_y"/>
                                              </p:val>
                                            </p:tav>
                                          </p:tavLst>
                                        </p:anim>
                                      </p:childTnLst>
                                    </p:cTn>
                                  </p:par>
                                  <p:par>
                                    <p:cTn id="29" presetID="2" presetClass="entr" presetSubtype="8" fill="hold" nodeType="withEffect" p14:presetBounceEnd="67000">
                                      <p:stCondLst>
                                        <p:cond delay="250"/>
                                      </p:stCondLst>
                                      <p:childTnLst>
                                        <p:set>
                                          <p:cBhvr>
                                            <p:cTn id="30" dur="1" fill="hold">
                                              <p:stCondLst>
                                                <p:cond delay="0"/>
                                              </p:stCondLst>
                                            </p:cTn>
                                            <p:tgtEl>
                                              <p:spTgt spid="3"/>
                                            </p:tgtEl>
                                            <p:attrNameLst>
                                              <p:attrName>style.visibility</p:attrName>
                                            </p:attrNameLst>
                                          </p:cBhvr>
                                          <p:to>
                                            <p:strVal val="visible"/>
                                          </p:to>
                                        </p:set>
                                        <p:anim calcmode="lin" valueType="num" p14:bounceEnd="67000">
                                          <p:cBhvr additive="base">
                                            <p:cTn id="31" dur="1000" fill="hold"/>
                                            <p:tgtEl>
                                              <p:spTgt spid="3"/>
                                            </p:tgtEl>
                                            <p:attrNameLst>
                                              <p:attrName>ppt_x</p:attrName>
                                            </p:attrNameLst>
                                          </p:cBhvr>
                                          <p:tavLst>
                                            <p:tav tm="0">
                                              <p:val>
                                                <p:strVal val="0-#ppt_w/2"/>
                                              </p:val>
                                            </p:tav>
                                            <p:tav tm="100000">
                                              <p:val>
                                                <p:strVal val="#ppt_x"/>
                                              </p:val>
                                            </p:tav>
                                          </p:tavLst>
                                        </p:anim>
                                        <p:anim calcmode="lin" valueType="num" p14:bounceEnd="67000">
                                          <p:cBhvr additive="base">
                                            <p:cTn id="32" dur="1000" fill="hold"/>
                                            <p:tgtEl>
                                              <p:spTgt spid="3"/>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14:presetBounceEnd="67000">
                                      <p:stCondLst>
                                        <p:cond delay="500"/>
                                      </p:stCondLst>
                                      <p:childTnLst>
                                        <p:set>
                                          <p:cBhvr>
                                            <p:cTn id="34" dur="1" fill="hold">
                                              <p:stCondLst>
                                                <p:cond delay="0"/>
                                              </p:stCondLst>
                                            </p:cTn>
                                            <p:tgtEl>
                                              <p:spTgt spid="4"/>
                                            </p:tgtEl>
                                            <p:attrNameLst>
                                              <p:attrName>style.visibility</p:attrName>
                                            </p:attrNameLst>
                                          </p:cBhvr>
                                          <p:to>
                                            <p:strVal val="visible"/>
                                          </p:to>
                                        </p:set>
                                        <p:anim calcmode="lin" valueType="num" p14:bounceEnd="67000">
                                          <p:cBhvr additive="base">
                                            <p:cTn id="35" dur="1000" fill="hold"/>
                                            <p:tgtEl>
                                              <p:spTgt spid="4"/>
                                            </p:tgtEl>
                                            <p:attrNameLst>
                                              <p:attrName>ppt_x</p:attrName>
                                            </p:attrNameLst>
                                          </p:cBhvr>
                                          <p:tavLst>
                                            <p:tav tm="0">
                                              <p:val>
                                                <p:strVal val="0-#ppt_w/2"/>
                                              </p:val>
                                            </p:tav>
                                            <p:tav tm="100000">
                                              <p:val>
                                                <p:strVal val="#ppt_x"/>
                                              </p:val>
                                            </p:tav>
                                          </p:tavLst>
                                        </p:anim>
                                        <p:anim calcmode="lin" valueType="num" p14:bounceEnd="67000">
                                          <p:cBhvr additive="base">
                                            <p:cTn id="36" dur="1000" fill="hold"/>
                                            <p:tgtEl>
                                              <p:spTgt spid="4"/>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14:presetBounceEnd="67000">
                                      <p:stCondLst>
                                        <p:cond delay="750"/>
                                      </p:stCondLst>
                                      <p:childTnLst>
                                        <p:set>
                                          <p:cBhvr>
                                            <p:cTn id="38" dur="1" fill="hold">
                                              <p:stCondLst>
                                                <p:cond delay="0"/>
                                              </p:stCondLst>
                                            </p:cTn>
                                            <p:tgtEl>
                                              <p:spTgt spid="5"/>
                                            </p:tgtEl>
                                            <p:attrNameLst>
                                              <p:attrName>style.visibility</p:attrName>
                                            </p:attrNameLst>
                                          </p:cBhvr>
                                          <p:to>
                                            <p:strVal val="visible"/>
                                          </p:to>
                                        </p:set>
                                        <p:anim calcmode="lin" valueType="num" p14:bounceEnd="67000">
                                          <p:cBhvr additive="base">
                                            <p:cTn id="39" dur="1000" fill="hold"/>
                                            <p:tgtEl>
                                              <p:spTgt spid="5"/>
                                            </p:tgtEl>
                                            <p:attrNameLst>
                                              <p:attrName>ppt_x</p:attrName>
                                            </p:attrNameLst>
                                          </p:cBhvr>
                                          <p:tavLst>
                                            <p:tav tm="0">
                                              <p:val>
                                                <p:strVal val="0-#ppt_w/2"/>
                                              </p:val>
                                            </p:tav>
                                            <p:tav tm="100000">
                                              <p:val>
                                                <p:strVal val="#ppt_x"/>
                                              </p:val>
                                            </p:tav>
                                          </p:tavLst>
                                        </p:anim>
                                        <p:anim calcmode="lin" valueType="num" p14:bounceEnd="67000">
                                          <p:cBhvr additive="base">
                                            <p:cTn id="40"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9" grpId="0">
            <p:bldAsOne/>
          </p:bldGraphic>
          <p:bldGraphic spid="36" grpId="0">
            <p:bldAsOne/>
          </p:bldGraphic>
          <p:bldGraphic spid="25" grpId="0">
            <p:bldAsOne/>
          </p:bldGraphic>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750"/>
                                            <p:tgtEl>
                                              <p:spTgt spid="25"/>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36"/>
                                            </p:tgtEl>
                                            <p:attrNameLst>
                                              <p:attrName>style.visibility</p:attrName>
                                            </p:attrNameLst>
                                          </p:cBhvr>
                                          <p:to>
                                            <p:strVal val="visible"/>
                                          </p:to>
                                        </p:set>
                                        <p:animEffect transition="in" filter="wipe(left)">
                                          <p:cBhvr>
                                            <p:cTn id="10" dur="750"/>
                                            <p:tgtEl>
                                              <p:spTgt spid="36"/>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39"/>
                                            </p:tgtEl>
                                            <p:attrNameLst>
                                              <p:attrName>style.visibility</p:attrName>
                                            </p:attrNameLst>
                                          </p:cBhvr>
                                          <p:to>
                                            <p:strVal val="visible"/>
                                          </p:to>
                                        </p:set>
                                        <p:animEffect transition="in" filter="wipe(left)">
                                          <p:cBhvr>
                                            <p:cTn id="13" dur="750"/>
                                            <p:tgtEl>
                                              <p:spTgt spid="39"/>
                                            </p:tgtEl>
                                          </p:cBhvr>
                                        </p:animEffect>
                                      </p:childTnLst>
                                    </p:cTn>
                                  </p:par>
                                  <p:par>
                                    <p:cTn id="14" presetID="47" presetClass="entr" presetSubtype="0" fill="hold" nodeType="withEffect">
                                      <p:stCondLst>
                                        <p:cond delay="250"/>
                                      </p:stCondLst>
                                      <p:childTnLst>
                                        <p:set>
                                          <p:cBhvr>
                                            <p:cTn id="15" dur="1" fill="hold">
                                              <p:stCondLst>
                                                <p:cond delay="0"/>
                                              </p:stCondLst>
                                            </p:cTn>
                                            <p:tgtEl>
                                              <p:spTgt spid="43"/>
                                            </p:tgtEl>
                                            <p:attrNameLst>
                                              <p:attrName>style.visibility</p:attrName>
                                            </p:attrNameLst>
                                          </p:cBhvr>
                                          <p:to>
                                            <p:strVal val="visible"/>
                                          </p:to>
                                        </p:set>
                                        <p:animEffect transition="in" filter="fade">
                                          <p:cBhvr>
                                            <p:cTn id="16" dur="500"/>
                                            <p:tgtEl>
                                              <p:spTgt spid="43"/>
                                            </p:tgtEl>
                                          </p:cBhvr>
                                        </p:animEffect>
                                        <p:anim calcmode="lin" valueType="num">
                                          <p:cBhvr>
                                            <p:cTn id="17" dur="500" fill="hold"/>
                                            <p:tgtEl>
                                              <p:spTgt spid="43"/>
                                            </p:tgtEl>
                                            <p:attrNameLst>
                                              <p:attrName>ppt_x</p:attrName>
                                            </p:attrNameLst>
                                          </p:cBhvr>
                                          <p:tavLst>
                                            <p:tav tm="0">
                                              <p:val>
                                                <p:strVal val="#ppt_x"/>
                                              </p:val>
                                            </p:tav>
                                            <p:tav tm="100000">
                                              <p:val>
                                                <p:strVal val="#ppt_x"/>
                                              </p:val>
                                            </p:tav>
                                          </p:tavLst>
                                        </p:anim>
                                        <p:anim calcmode="lin" valueType="num">
                                          <p:cBhvr>
                                            <p:cTn id="18" dur="500" fill="hold"/>
                                            <p:tgtEl>
                                              <p:spTgt spid="43"/>
                                            </p:tgtEl>
                                            <p:attrNameLst>
                                              <p:attrName>ppt_y</p:attrName>
                                            </p:attrNameLst>
                                          </p:cBhvr>
                                          <p:tavLst>
                                            <p:tav tm="0">
                                              <p:val>
                                                <p:strVal val="#ppt_y-.1"/>
                                              </p:val>
                                            </p:tav>
                                            <p:tav tm="100000">
                                              <p:val>
                                                <p:strVal val="#ppt_y"/>
                                              </p:val>
                                            </p:tav>
                                          </p:tavLst>
                                        </p:anim>
                                      </p:childTnLst>
                                    </p:cTn>
                                  </p:par>
                                  <p:par>
                                    <p:cTn id="19" presetID="47" presetClass="entr" presetSubtype="0" fill="hold" nodeType="withEffect">
                                      <p:stCondLst>
                                        <p:cond delay="500"/>
                                      </p:stCondLst>
                                      <p:childTnLst>
                                        <p:set>
                                          <p:cBhvr>
                                            <p:cTn id="20" dur="1" fill="hold">
                                              <p:stCondLst>
                                                <p:cond delay="0"/>
                                              </p:stCondLst>
                                            </p:cTn>
                                            <p:tgtEl>
                                              <p:spTgt spid="42"/>
                                            </p:tgtEl>
                                            <p:attrNameLst>
                                              <p:attrName>style.visibility</p:attrName>
                                            </p:attrNameLst>
                                          </p:cBhvr>
                                          <p:to>
                                            <p:strVal val="visible"/>
                                          </p:to>
                                        </p:set>
                                        <p:animEffect transition="in" filter="fade">
                                          <p:cBhvr>
                                            <p:cTn id="21" dur="500"/>
                                            <p:tgtEl>
                                              <p:spTgt spid="42"/>
                                            </p:tgtEl>
                                          </p:cBhvr>
                                        </p:animEffect>
                                        <p:anim calcmode="lin" valueType="num">
                                          <p:cBhvr>
                                            <p:cTn id="22" dur="500" fill="hold"/>
                                            <p:tgtEl>
                                              <p:spTgt spid="42"/>
                                            </p:tgtEl>
                                            <p:attrNameLst>
                                              <p:attrName>ppt_x</p:attrName>
                                            </p:attrNameLst>
                                          </p:cBhvr>
                                          <p:tavLst>
                                            <p:tav tm="0">
                                              <p:val>
                                                <p:strVal val="#ppt_x"/>
                                              </p:val>
                                            </p:tav>
                                            <p:tav tm="100000">
                                              <p:val>
                                                <p:strVal val="#ppt_x"/>
                                              </p:val>
                                            </p:tav>
                                          </p:tavLst>
                                        </p:anim>
                                        <p:anim calcmode="lin" valueType="num">
                                          <p:cBhvr>
                                            <p:cTn id="23" dur="500" fill="hold"/>
                                            <p:tgtEl>
                                              <p:spTgt spid="42"/>
                                            </p:tgtEl>
                                            <p:attrNameLst>
                                              <p:attrName>ppt_y</p:attrName>
                                            </p:attrNameLst>
                                          </p:cBhvr>
                                          <p:tavLst>
                                            <p:tav tm="0">
                                              <p:val>
                                                <p:strVal val="#ppt_y-.1"/>
                                              </p:val>
                                            </p:tav>
                                            <p:tav tm="100000">
                                              <p:val>
                                                <p:strVal val="#ppt_y"/>
                                              </p:val>
                                            </p:tav>
                                          </p:tavLst>
                                        </p:anim>
                                      </p:childTnLst>
                                    </p:cTn>
                                  </p:par>
                                  <p:par>
                                    <p:cTn id="24" presetID="47" presetClass="entr" presetSubtype="0" fill="hold" nodeType="withEffect">
                                      <p:stCondLst>
                                        <p:cond delay="750"/>
                                      </p:stCondLst>
                                      <p:childTnLst>
                                        <p:set>
                                          <p:cBhvr>
                                            <p:cTn id="25" dur="1" fill="hold">
                                              <p:stCondLst>
                                                <p:cond delay="0"/>
                                              </p:stCondLst>
                                            </p:cTn>
                                            <p:tgtEl>
                                              <p:spTgt spid="44"/>
                                            </p:tgtEl>
                                            <p:attrNameLst>
                                              <p:attrName>style.visibility</p:attrName>
                                            </p:attrNameLst>
                                          </p:cBhvr>
                                          <p:to>
                                            <p:strVal val="visible"/>
                                          </p:to>
                                        </p:set>
                                        <p:animEffect transition="in" filter="fade">
                                          <p:cBhvr>
                                            <p:cTn id="26" dur="500"/>
                                            <p:tgtEl>
                                              <p:spTgt spid="44"/>
                                            </p:tgtEl>
                                          </p:cBhvr>
                                        </p:animEffect>
                                        <p:anim calcmode="lin" valueType="num">
                                          <p:cBhvr>
                                            <p:cTn id="27" dur="500" fill="hold"/>
                                            <p:tgtEl>
                                              <p:spTgt spid="44"/>
                                            </p:tgtEl>
                                            <p:attrNameLst>
                                              <p:attrName>ppt_x</p:attrName>
                                            </p:attrNameLst>
                                          </p:cBhvr>
                                          <p:tavLst>
                                            <p:tav tm="0">
                                              <p:val>
                                                <p:strVal val="#ppt_x"/>
                                              </p:val>
                                            </p:tav>
                                            <p:tav tm="100000">
                                              <p:val>
                                                <p:strVal val="#ppt_x"/>
                                              </p:val>
                                            </p:tav>
                                          </p:tavLst>
                                        </p:anim>
                                        <p:anim calcmode="lin" valueType="num">
                                          <p:cBhvr>
                                            <p:cTn id="28" dur="500" fill="hold"/>
                                            <p:tgtEl>
                                              <p:spTgt spid="44"/>
                                            </p:tgtEl>
                                            <p:attrNameLst>
                                              <p:attrName>ppt_y</p:attrName>
                                            </p:attrNameLst>
                                          </p:cBhvr>
                                          <p:tavLst>
                                            <p:tav tm="0">
                                              <p:val>
                                                <p:strVal val="#ppt_y-.1"/>
                                              </p:val>
                                            </p:tav>
                                            <p:tav tm="100000">
                                              <p:val>
                                                <p:strVal val="#ppt_y"/>
                                              </p:val>
                                            </p:tav>
                                          </p:tavLst>
                                        </p:anim>
                                      </p:childTnLst>
                                    </p:cTn>
                                  </p:par>
                                  <p:par>
                                    <p:cTn id="29" presetID="2" presetClass="entr" presetSubtype="8" fill="hold" nodeType="withEffect">
                                      <p:stCondLst>
                                        <p:cond delay="25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1000" fill="hold"/>
                                            <p:tgtEl>
                                              <p:spTgt spid="3"/>
                                            </p:tgtEl>
                                            <p:attrNameLst>
                                              <p:attrName>ppt_x</p:attrName>
                                            </p:attrNameLst>
                                          </p:cBhvr>
                                          <p:tavLst>
                                            <p:tav tm="0">
                                              <p:val>
                                                <p:strVal val="0-#ppt_w/2"/>
                                              </p:val>
                                            </p:tav>
                                            <p:tav tm="100000">
                                              <p:val>
                                                <p:strVal val="#ppt_x"/>
                                              </p:val>
                                            </p:tav>
                                          </p:tavLst>
                                        </p:anim>
                                        <p:anim calcmode="lin" valueType="num">
                                          <p:cBhvr additive="base">
                                            <p:cTn id="32" dur="1000" fill="hold"/>
                                            <p:tgtEl>
                                              <p:spTgt spid="3"/>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stCondLst>
                                        <p:cond delay="50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1000" fill="hold"/>
                                            <p:tgtEl>
                                              <p:spTgt spid="4"/>
                                            </p:tgtEl>
                                            <p:attrNameLst>
                                              <p:attrName>ppt_x</p:attrName>
                                            </p:attrNameLst>
                                          </p:cBhvr>
                                          <p:tavLst>
                                            <p:tav tm="0">
                                              <p:val>
                                                <p:strVal val="0-#ppt_w/2"/>
                                              </p:val>
                                            </p:tav>
                                            <p:tav tm="100000">
                                              <p:val>
                                                <p:strVal val="#ppt_x"/>
                                              </p:val>
                                            </p:tav>
                                          </p:tavLst>
                                        </p:anim>
                                        <p:anim calcmode="lin" valueType="num">
                                          <p:cBhvr additive="base">
                                            <p:cTn id="36" dur="1000" fill="hold"/>
                                            <p:tgtEl>
                                              <p:spTgt spid="4"/>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stCondLst>
                                        <p:cond delay="75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1000" fill="hold"/>
                                            <p:tgtEl>
                                              <p:spTgt spid="5"/>
                                            </p:tgtEl>
                                            <p:attrNameLst>
                                              <p:attrName>ppt_x</p:attrName>
                                            </p:attrNameLst>
                                          </p:cBhvr>
                                          <p:tavLst>
                                            <p:tav tm="0">
                                              <p:val>
                                                <p:strVal val="0-#ppt_w/2"/>
                                              </p:val>
                                            </p:tav>
                                            <p:tav tm="100000">
                                              <p:val>
                                                <p:strVal val="#ppt_x"/>
                                              </p:val>
                                            </p:tav>
                                          </p:tavLst>
                                        </p:anim>
                                        <p:anim calcmode="lin" valueType="num">
                                          <p:cBhvr additive="base">
                                            <p:cTn id="40"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9" grpId="0">
            <p:bldAsOne/>
          </p:bldGraphic>
          <p:bldGraphic spid="36" grpId="0">
            <p:bldAsOne/>
          </p:bldGraphic>
          <p:bldGraphic spid="25" grpId="0">
            <p:bldAsOne/>
          </p:bldGraphic>
        </p:bldLst>
      </p:timing>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a:extLst>
              <a:ext uri="{FF2B5EF4-FFF2-40B4-BE49-F238E27FC236}">
                <a16:creationId xmlns:a16="http://schemas.microsoft.com/office/drawing/2014/main" id="{5C7855FC-B67A-4A4F-B991-397C68D4FEFB}"/>
              </a:ext>
            </a:extLst>
          </p:cNvPr>
          <p:cNvGraphicFramePr/>
          <p:nvPr/>
        </p:nvGraphicFramePr>
        <p:xfrm>
          <a:off x="2822832" y="1314450"/>
          <a:ext cx="6546336" cy="50165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4FFDC8EF-19C6-4992-B03E-882F68BB4CDF}"/>
              </a:ext>
            </a:extLst>
          </p:cNvPr>
          <p:cNvGraphicFramePr/>
          <p:nvPr/>
        </p:nvGraphicFramePr>
        <p:xfrm>
          <a:off x="3025459" y="1673818"/>
          <a:ext cx="6141078" cy="429776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4381ECD5-D63C-41F6-B889-6E62C36B23A9}"/>
              </a:ext>
            </a:extLst>
          </p:cNvPr>
          <p:cNvGraphicFramePr/>
          <p:nvPr/>
        </p:nvGraphicFramePr>
        <p:xfrm>
          <a:off x="3483008" y="2059068"/>
          <a:ext cx="5225980" cy="352726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Chart 3">
            <a:extLst>
              <a:ext uri="{FF2B5EF4-FFF2-40B4-BE49-F238E27FC236}">
                <a16:creationId xmlns:a16="http://schemas.microsoft.com/office/drawing/2014/main" id="{C140EC40-F363-4526-80DF-6780AF66A680}"/>
              </a:ext>
            </a:extLst>
          </p:cNvPr>
          <p:cNvGraphicFramePr/>
          <p:nvPr/>
        </p:nvGraphicFramePr>
        <p:xfrm>
          <a:off x="3918506" y="2444541"/>
          <a:ext cx="4354984" cy="2756319"/>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Box 8">
            <a:extLst>
              <a:ext uri="{FF2B5EF4-FFF2-40B4-BE49-F238E27FC236}">
                <a16:creationId xmlns:a16="http://schemas.microsoft.com/office/drawing/2014/main" id="{1A485CDE-F503-4FFA-ACA5-466E1E26650A}"/>
              </a:ext>
            </a:extLst>
          </p:cNvPr>
          <p:cNvSpPr txBox="1"/>
          <p:nvPr/>
        </p:nvSpPr>
        <p:spPr>
          <a:xfrm>
            <a:off x="3708970" y="333188"/>
            <a:ext cx="4774064" cy="461665"/>
          </a:xfrm>
          <a:prstGeom prst="rect">
            <a:avLst/>
          </a:prstGeom>
          <a:noFill/>
        </p:spPr>
        <p:txBody>
          <a:bodyPr wrap="none" rtlCol="0">
            <a:spAutoFit/>
          </a:bodyPr>
          <a:lstStyle/>
          <a:p>
            <a:pPr algn="ctr"/>
            <a:r>
              <a:rPr lang="en-US" sz="2400">
                <a:latin typeface="Montserrat SemiBold" panose="00000700000000000000" pitchFamily="50" charset="-52"/>
              </a:rPr>
              <a:t>EDITABLE PIE INFOGRAPHIC</a:t>
            </a:r>
            <a:endParaRPr lang="ru-UA" sz="2400">
              <a:latin typeface="Montserrat SemiBold" panose="00000700000000000000" pitchFamily="50" charset="-52"/>
            </a:endParaRPr>
          </a:p>
        </p:txBody>
      </p:sp>
      <p:sp>
        <p:nvSpPr>
          <p:cNvPr id="10" name="Rectangle 29">
            <a:extLst>
              <a:ext uri="{FF2B5EF4-FFF2-40B4-BE49-F238E27FC236}">
                <a16:creationId xmlns:a16="http://schemas.microsoft.com/office/drawing/2014/main" id="{490A0EC9-DD34-45BE-9AE1-A0D26D3CB88F}"/>
              </a:ext>
            </a:extLst>
          </p:cNvPr>
          <p:cNvSpPr>
            <a:spLocks noChangeArrowheads="1"/>
          </p:cNvSpPr>
          <p:nvPr/>
        </p:nvSpPr>
        <p:spPr bwMode="auto">
          <a:xfrm>
            <a:off x="5446691" y="1465263"/>
            <a:ext cx="43922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ru-RU" altLang="ru-UA" sz="1600" b="1" i="0" u="none" strike="noStrike" cap="none" normalizeH="0" baseline="0">
                <a:ln>
                  <a:noFill/>
                </a:ln>
                <a:solidFill>
                  <a:schemeClr val="accent4"/>
                </a:solidFill>
                <a:effectLst/>
                <a:latin typeface="Montserrat SemiBold" panose="00000700000000000000" pitchFamily="50" charset="-52"/>
              </a:rPr>
              <a:t>70%</a:t>
            </a:r>
            <a:endParaRPr kumimoji="0" lang="ru-UA" altLang="ru-UA" sz="1800" b="0" i="0" u="none" strike="noStrike" cap="none" normalizeH="0" baseline="0">
              <a:ln>
                <a:noFill/>
              </a:ln>
              <a:solidFill>
                <a:schemeClr val="accent4"/>
              </a:solidFill>
              <a:effectLst/>
            </a:endParaRPr>
          </a:p>
        </p:txBody>
      </p:sp>
      <p:sp>
        <p:nvSpPr>
          <p:cNvPr id="11" name="Rectangle 29">
            <a:extLst>
              <a:ext uri="{FF2B5EF4-FFF2-40B4-BE49-F238E27FC236}">
                <a16:creationId xmlns:a16="http://schemas.microsoft.com/office/drawing/2014/main" id="{8E2F26ED-3FD2-4B40-99E2-3205099E17DC}"/>
              </a:ext>
            </a:extLst>
          </p:cNvPr>
          <p:cNvSpPr>
            <a:spLocks noChangeArrowheads="1"/>
          </p:cNvSpPr>
          <p:nvPr/>
        </p:nvSpPr>
        <p:spPr bwMode="auto">
          <a:xfrm>
            <a:off x="5455920" y="1831680"/>
            <a:ext cx="44242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ru-RU" altLang="ru-UA" sz="1600" b="1" i="0" u="none" strike="noStrike" cap="none" normalizeH="0" baseline="0">
                <a:ln>
                  <a:noFill/>
                </a:ln>
                <a:solidFill>
                  <a:schemeClr val="accent3"/>
                </a:solidFill>
                <a:effectLst/>
                <a:latin typeface="Montserrat SemiBold" panose="00000700000000000000" pitchFamily="50" charset="-52"/>
              </a:rPr>
              <a:t>60%</a:t>
            </a:r>
            <a:endParaRPr kumimoji="0" lang="ru-UA" altLang="ru-UA" sz="1800" b="0" i="0" u="none" strike="noStrike" cap="none" normalizeH="0" baseline="0">
              <a:ln>
                <a:noFill/>
              </a:ln>
              <a:solidFill>
                <a:schemeClr val="accent3"/>
              </a:solidFill>
              <a:effectLst/>
            </a:endParaRPr>
          </a:p>
        </p:txBody>
      </p:sp>
      <p:sp>
        <p:nvSpPr>
          <p:cNvPr id="12" name="Rectangle 29">
            <a:extLst>
              <a:ext uri="{FF2B5EF4-FFF2-40B4-BE49-F238E27FC236}">
                <a16:creationId xmlns:a16="http://schemas.microsoft.com/office/drawing/2014/main" id="{CE4B9611-55AF-4135-B422-894A9AF2C308}"/>
              </a:ext>
            </a:extLst>
          </p:cNvPr>
          <p:cNvSpPr>
            <a:spLocks noChangeArrowheads="1"/>
          </p:cNvSpPr>
          <p:nvPr/>
        </p:nvSpPr>
        <p:spPr bwMode="auto">
          <a:xfrm>
            <a:off x="5455920" y="2215429"/>
            <a:ext cx="4344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ru-RU" altLang="ru-UA" sz="1600" b="1" i="0" u="none" strike="noStrike" cap="none" normalizeH="0" baseline="0">
                <a:ln>
                  <a:noFill/>
                </a:ln>
                <a:solidFill>
                  <a:schemeClr val="accent2"/>
                </a:solidFill>
                <a:effectLst/>
                <a:latin typeface="Montserrat SemiBold" panose="00000700000000000000" pitchFamily="50" charset="-52"/>
              </a:rPr>
              <a:t>50%</a:t>
            </a:r>
            <a:endParaRPr kumimoji="0" lang="ru-UA" altLang="ru-UA" sz="1800" b="0" i="0" u="none" strike="noStrike" cap="none" normalizeH="0" baseline="0">
              <a:ln>
                <a:noFill/>
              </a:ln>
              <a:solidFill>
                <a:schemeClr val="accent2"/>
              </a:solidFill>
              <a:effectLst/>
            </a:endParaRPr>
          </a:p>
        </p:txBody>
      </p:sp>
      <p:sp>
        <p:nvSpPr>
          <p:cNvPr id="13" name="Rectangle 29">
            <a:extLst>
              <a:ext uri="{FF2B5EF4-FFF2-40B4-BE49-F238E27FC236}">
                <a16:creationId xmlns:a16="http://schemas.microsoft.com/office/drawing/2014/main" id="{64249B56-2506-485B-AD5C-E8A728A1CEE2}"/>
              </a:ext>
            </a:extLst>
          </p:cNvPr>
          <p:cNvSpPr>
            <a:spLocks noChangeArrowheads="1"/>
          </p:cNvSpPr>
          <p:nvPr/>
        </p:nvSpPr>
        <p:spPr bwMode="auto">
          <a:xfrm>
            <a:off x="5455920" y="2600679"/>
            <a:ext cx="43281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UA" sz="1600" b="1" i="0" u="none" strike="noStrike" cap="none" normalizeH="0" baseline="0">
                <a:ln>
                  <a:noFill/>
                </a:ln>
                <a:solidFill>
                  <a:schemeClr val="accent1"/>
                </a:solidFill>
                <a:effectLst/>
                <a:latin typeface="Montserrat SemiBold" panose="00000700000000000000" pitchFamily="50" charset="-52"/>
              </a:rPr>
              <a:t>30%</a:t>
            </a:r>
            <a:endParaRPr kumimoji="0" lang="ru-UA" altLang="ru-UA" sz="1800" b="0" i="0" u="none" strike="noStrike" cap="none" normalizeH="0" baseline="0">
              <a:ln>
                <a:noFill/>
              </a:ln>
              <a:solidFill>
                <a:schemeClr val="accent1"/>
              </a:solidFill>
              <a:effectLst/>
            </a:endParaRPr>
          </a:p>
        </p:txBody>
      </p:sp>
      <p:sp>
        <p:nvSpPr>
          <p:cNvPr id="14" name="Rectangle 13">
            <a:extLst>
              <a:ext uri="{FF2B5EF4-FFF2-40B4-BE49-F238E27FC236}">
                <a16:creationId xmlns:a16="http://schemas.microsoft.com/office/drawing/2014/main" id="{C6248B95-266A-4D74-ABF0-69675FBD8215}"/>
              </a:ext>
            </a:extLst>
          </p:cNvPr>
          <p:cNvSpPr>
            <a:spLocks noChangeArrowheads="1"/>
          </p:cNvSpPr>
          <p:nvPr/>
        </p:nvSpPr>
        <p:spPr bwMode="auto">
          <a:xfrm>
            <a:off x="8801100" y="2081213"/>
            <a:ext cx="14507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accent3"/>
                </a:solidFill>
                <a:effectLst/>
                <a:latin typeface="Montserrat SemiBold" panose="00000700000000000000" pitchFamily="50" charset="-52"/>
              </a:rPr>
              <a:t>IN</a:t>
            </a:r>
            <a:r>
              <a:rPr kumimoji="0" lang="en-US" altLang="ru-UA" sz="1600" b="1" i="0" u="none" strike="noStrike" cap="none" normalizeH="0" baseline="0">
                <a:ln>
                  <a:noFill/>
                </a:ln>
                <a:solidFill>
                  <a:schemeClr val="accent3"/>
                </a:solidFill>
                <a:effectLst/>
                <a:latin typeface="Montserrat SemiBold" panose="00000700000000000000" pitchFamily="50" charset="-52"/>
              </a:rPr>
              <a:t>FODATA 03</a:t>
            </a:r>
            <a:endParaRPr kumimoji="0" lang="ru-UA" altLang="ru-UA" sz="1800" b="0" i="0" u="none" strike="noStrike" cap="none" normalizeH="0" baseline="0">
              <a:ln>
                <a:noFill/>
              </a:ln>
              <a:solidFill>
                <a:schemeClr val="accent3"/>
              </a:solidFill>
              <a:effectLst/>
            </a:endParaRPr>
          </a:p>
        </p:txBody>
      </p:sp>
      <p:sp>
        <p:nvSpPr>
          <p:cNvPr id="15" name="Freeform 21">
            <a:extLst>
              <a:ext uri="{FF2B5EF4-FFF2-40B4-BE49-F238E27FC236}">
                <a16:creationId xmlns:a16="http://schemas.microsoft.com/office/drawing/2014/main" id="{0DBED485-F0C4-46A6-BA45-BB02061E7915}"/>
              </a:ext>
            </a:extLst>
          </p:cNvPr>
          <p:cNvSpPr>
            <a:spLocks noEditPoints="1"/>
          </p:cNvSpPr>
          <p:nvPr/>
        </p:nvSpPr>
        <p:spPr bwMode="auto">
          <a:xfrm>
            <a:off x="9263063" y="1504950"/>
            <a:ext cx="501650" cy="525463"/>
          </a:xfrm>
          <a:custGeom>
            <a:avLst/>
            <a:gdLst>
              <a:gd name="T0" fmla="*/ 51 w 137"/>
              <a:gd name="T1" fmla="*/ 15 h 143"/>
              <a:gd name="T2" fmla="*/ 120 w 137"/>
              <a:gd name="T3" fmla="*/ 57 h 143"/>
              <a:gd name="T4" fmla="*/ 137 w 137"/>
              <a:gd name="T5" fmla="*/ 92 h 143"/>
              <a:gd name="T6" fmla="*/ 123 w 137"/>
              <a:gd name="T7" fmla="*/ 92 h 143"/>
              <a:gd name="T8" fmla="*/ 123 w 137"/>
              <a:gd name="T9" fmla="*/ 115 h 143"/>
              <a:gd name="T10" fmla="*/ 115 w 137"/>
              <a:gd name="T11" fmla="*/ 123 h 143"/>
              <a:gd name="T12" fmla="*/ 100 w 137"/>
              <a:gd name="T13" fmla="*/ 123 h 143"/>
              <a:gd name="T14" fmla="*/ 100 w 137"/>
              <a:gd name="T15" fmla="*/ 143 h 143"/>
              <a:gd name="T16" fmla="*/ 36 w 137"/>
              <a:gd name="T17" fmla="*/ 143 h 143"/>
              <a:gd name="T18" fmla="*/ 36 w 137"/>
              <a:gd name="T19" fmla="*/ 122 h 143"/>
              <a:gd name="T20" fmla="*/ 30 w 137"/>
              <a:gd name="T21" fmla="*/ 108 h 143"/>
              <a:gd name="T22" fmla="*/ 77 w 137"/>
              <a:gd name="T23" fmla="*/ 65 h 143"/>
              <a:gd name="T24" fmla="*/ 77 w 137"/>
              <a:gd name="T25" fmla="*/ 55 h 143"/>
              <a:gd name="T26" fmla="*/ 66 w 137"/>
              <a:gd name="T27" fmla="*/ 51 h 143"/>
              <a:gd name="T28" fmla="*/ 64 w 137"/>
              <a:gd name="T29" fmla="*/ 47 h 143"/>
              <a:gd name="T30" fmla="*/ 69 w 137"/>
              <a:gd name="T31" fmla="*/ 36 h 143"/>
              <a:gd name="T32" fmla="*/ 62 w 137"/>
              <a:gd name="T33" fmla="*/ 29 h 143"/>
              <a:gd name="T34" fmla="*/ 51 w 137"/>
              <a:gd name="T35" fmla="*/ 34 h 143"/>
              <a:gd name="T36" fmla="*/ 47 w 137"/>
              <a:gd name="T37" fmla="*/ 32 h 143"/>
              <a:gd name="T38" fmla="*/ 43 w 137"/>
              <a:gd name="T39" fmla="*/ 21 h 143"/>
              <a:gd name="T40" fmla="*/ 33 w 137"/>
              <a:gd name="T41" fmla="*/ 21 h 143"/>
              <a:gd name="T42" fmla="*/ 29 w 137"/>
              <a:gd name="T43" fmla="*/ 32 h 143"/>
              <a:gd name="T44" fmla="*/ 25 w 137"/>
              <a:gd name="T45" fmla="*/ 34 h 143"/>
              <a:gd name="T46" fmla="*/ 14 w 137"/>
              <a:gd name="T47" fmla="*/ 29 h 143"/>
              <a:gd name="T48" fmla="*/ 7 w 137"/>
              <a:gd name="T49" fmla="*/ 36 h 143"/>
              <a:gd name="T50" fmla="*/ 12 w 137"/>
              <a:gd name="T51" fmla="*/ 47 h 143"/>
              <a:gd name="T52" fmla="*/ 11 w 137"/>
              <a:gd name="T53" fmla="*/ 51 h 143"/>
              <a:gd name="T54" fmla="*/ 0 w 137"/>
              <a:gd name="T55" fmla="*/ 55 h 143"/>
              <a:gd name="T56" fmla="*/ 0 w 137"/>
              <a:gd name="T57" fmla="*/ 65 h 143"/>
              <a:gd name="T58" fmla="*/ 11 w 137"/>
              <a:gd name="T59" fmla="*/ 69 h 143"/>
              <a:gd name="T60" fmla="*/ 12 w 137"/>
              <a:gd name="T61" fmla="*/ 73 h 143"/>
              <a:gd name="T62" fmla="*/ 7 w 137"/>
              <a:gd name="T63" fmla="*/ 84 h 143"/>
              <a:gd name="T64" fmla="*/ 14 w 137"/>
              <a:gd name="T65" fmla="*/ 90 h 143"/>
              <a:gd name="T66" fmla="*/ 25 w 137"/>
              <a:gd name="T67" fmla="*/ 86 h 143"/>
              <a:gd name="T68" fmla="*/ 29 w 137"/>
              <a:gd name="T69" fmla="*/ 87 h 143"/>
              <a:gd name="T70" fmla="*/ 33 w 137"/>
              <a:gd name="T71" fmla="*/ 98 h 143"/>
              <a:gd name="T72" fmla="*/ 43 w 137"/>
              <a:gd name="T73" fmla="*/ 98 h 143"/>
              <a:gd name="T74" fmla="*/ 47 w 137"/>
              <a:gd name="T75" fmla="*/ 87 h 143"/>
              <a:gd name="T76" fmla="*/ 51 w 137"/>
              <a:gd name="T77" fmla="*/ 86 h 143"/>
              <a:gd name="T78" fmla="*/ 62 w 137"/>
              <a:gd name="T79" fmla="*/ 90 h 143"/>
              <a:gd name="T80" fmla="*/ 69 w 137"/>
              <a:gd name="T81" fmla="*/ 84 h 143"/>
              <a:gd name="T82" fmla="*/ 64 w 137"/>
              <a:gd name="T83" fmla="*/ 73 h 143"/>
              <a:gd name="T84" fmla="*/ 66 w 137"/>
              <a:gd name="T85" fmla="*/ 69 h 143"/>
              <a:gd name="T86" fmla="*/ 77 w 137"/>
              <a:gd name="T87" fmla="*/ 65 h 143"/>
              <a:gd name="T88" fmla="*/ 38 w 137"/>
              <a:gd name="T89" fmla="*/ 44 h 143"/>
              <a:gd name="T90" fmla="*/ 22 w 137"/>
              <a:gd name="T91" fmla="*/ 60 h 143"/>
              <a:gd name="T92" fmla="*/ 38 w 137"/>
              <a:gd name="T93" fmla="*/ 76 h 143"/>
              <a:gd name="T94" fmla="*/ 54 w 137"/>
              <a:gd name="T95" fmla="*/ 60 h 143"/>
              <a:gd name="T96" fmla="*/ 38 w 137"/>
              <a:gd name="T97" fmla="*/ 44 h 143"/>
              <a:gd name="T98" fmla="*/ 100 w 137"/>
              <a:gd name="T99" fmla="*/ 123 h 143"/>
              <a:gd name="T100" fmla="*/ 91 w 137"/>
              <a:gd name="T101" fmla="*/ 12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7" h="143">
                <a:moveTo>
                  <a:pt x="51" y="15"/>
                </a:moveTo>
                <a:cubicBezTo>
                  <a:pt x="127" y="0"/>
                  <a:pt x="120" y="57"/>
                  <a:pt x="120" y="57"/>
                </a:cubicBezTo>
                <a:cubicBezTo>
                  <a:pt x="137" y="92"/>
                  <a:pt x="137" y="92"/>
                  <a:pt x="137" y="92"/>
                </a:cubicBezTo>
                <a:cubicBezTo>
                  <a:pt x="123" y="92"/>
                  <a:pt x="123" y="92"/>
                  <a:pt x="123" y="92"/>
                </a:cubicBezTo>
                <a:cubicBezTo>
                  <a:pt x="123" y="115"/>
                  <a:pt x="123" y="115"/>
                  <a:pt x="123" y="115"/>
                </a:cubicBezTo>
                <a:cubicBezTo>
                  <a:pt x="123" y="120"/>
                  <a:pt x="120" y="123"/>
                  <a:pt x="115" y="123"/>
                </a:cubicBezTo>
                <a:cubicBezTo>
                  <a:pt x="100" y="123"/>
                  <a:pt x="100" y="123"/>
                  <a:pt x="100" y="123"/>
                </a:cubicBezTo>
                <a:cubicBezTo>
                  <a:pt x="100" y="143"/>
                  <a:pt x="100" y="143"/>
                  <a:pt x="100" y="143"/>
                </a:cubicBezTo>
                <a:moveTo>
                  <a:pt x="36" y="143"/>
                </a:moveTo>
                <a:cubicBezTo>
                  <a:pt x="36" y="122"/>
                  <a:pt x="36" y="122"/>
                  <a:pt x="36" y="122"/>
                </a:cubicBezTo>
                <a:cubicBezTo>
                  <a:pt x="30" y="108"/>
                  <a:pt x="30" y="108"/>
                  <a:pt x="30" y="108"/>
                </a:cubicBezTo>
                <a:moveTo>
                  <a:pt x="77" y="65"/>
                </a:moveTo>
                <a:cubicBezTo>
                  <a:pt x="77" y="55"/>
                  <a:pt x="77" y="55"/>
                  <a:pt x="77" y="55"/>
                </a:cubicBezTo>
                <a:cubicBezTo>
                  <a:pt x="66" y="51"/>
                  <a:pt x="66" y="51"/>
                  <a:pt x="66" y="51"/>
                </a:cubicBezTo>
                <a:cubicBezTo>
                  <a:pt x="65" y="49"/>
                  <a:pt x="65" y="48"/>
                  <a:pt x="64" y="47"/>
                </a:cubicBezTo>
                <a:cubicBezTo>
                  <a:pt x="69" y="36"/>
                  <a:pt x="69" y="36"/>
                  <a:pt x="69" y="36"/>
                </a:cubicBezTo>
                <a:cubicBezTo>
                  <a:pt x="62" y="29"/>
                  <a:pt x="62" y="29"/>
                  <a:pt x="62" y="29"/>
                </a:cubicBezTo>
                <a:cubicBezTo>
                  <a:pt x="51" y="34"/>
                  <a:pt x="51" y="34"/>
                  <a:pt x="51" y="34"/>
                </a:cubicBezTo>
                <a:cubicBezTo>
                  <a:pt x="50" y="33"/>
                  <a:pt x="49" y="33"/>
                  <a:pt x="47" y="32"/>
                </a:cubicBezTo>
                <a:cubicBezTo>
                  <a:pt x="43" y="21"/>
                  <a:pt x="43" y="21"/>
                  <a:pt x="43" y="21"/>
                </a:cubicBezTo>
                <a:cubicBezTo>
                  <a:pt x="33" y="21"/>
                  <a:pt x="33" y="21"/>
                  <a:pt x="33" y="21"/>
                </a:cubicBezTo>
                <a:cubicBezTo>
                  <a:pt x="29" y="32"/>
                  <a:pt x="29" y="32"/>
                  <a:pt x="29" y="32"/>
                </a:cubicBezTo>
                <a:cubicBezTo>
                  <a:pt x="28" y="33"/>
                  <a:pt x="26" y="33"/>
                  <a:pt x="25" y="34"/>
                </a:cubicBezTo>
                <a:cubicBezTo>
                  <a:pt x="14" y="29"/>
                  <a:pt x="14" y="29"/>
                  <a:pt x="14" y="29"/>
                </a:cubicBezTo>
                <a:cubicBezTo>
                  <a:pt x="7" y="36"/>
                  <a:pt x="7" y="36"/>
                  <a:pt x="7" y="36"/>
                </a:cubicBezTo>
                <a:cubicBezTo>
                  <a:pt x="12" y="47"/>
                  <a:pt x="12" y="47"/>
                  <a:pt x="12" y="47"/>
                </a:cubicBezTo>
                <a:cubicBezTo>
                  <a:pt x="12" y="48"/>
                  <a:pt x="11" y="49"/>
                  <a:pt x="11" y="51"/>
                </a:cubicBezTo>
                <a:cubicBezTo>
                  <a:pt x="0" y="55"/>
                  <a:pt x="0" y="55"/>
                  <a:pt x="0" y="55"/>
                </a:cubicBezTo>
                <a:cubicBezTo>
                  <a:pt x="0" y="65"/>
                  <a:pt x="0" y="65"/>
                  <a:pt x="0" y="65"/>
                </a:cubicBezTo>
                <a:cubicBezTo>
                  <a:pt x="11" y="69"/>
                  <a:pt x="11" y="69"/>
                  <a:pt x="11" y="69"/>
                </a:cubicBezTo>
                <a:cubicBezTo>
                  <a:pt x="11" y="70"/>
                  <a:pt x="12" y="72"/>
                  <a:pt x="12" y="73"/>
                </a:cubicBezTo>
                <a:cubicBezTo>
                  <a:pt x="7" y="84"/>
                  <a:pt x="7" y="84"/>
                  <a:pt x="7" y="84"/>
                </a:cubicBezTo>
                <a:cubicBezTo>
                  <a:pt x="14" y="90"/>
                  <a:pt x="14" y="90"/>
                  <a:pt x="14" y="90"/>
                </a:cubicBezTo>
                <a:cubicBezTo>
                  <a:pt x="25" y="86"/>
                  <a:pt x="25" y="86"/>
                  <a:pt x="25" y="86"/>
                </a:cubicBezTo>
                <a:cubicBezTo>
                  <a:pt x="26" y="86"/>
                  <a:pt x="28" y="87"/>
                  <a:pt x="29" y="87"/>
                </a:cubicBezTo>
                <a:cubicBezTo>
                  <a:pt x="33" y="98"/>
                  <a:pt x="33" y="98"/>
                  <a:pt x="33" y="98"/>
                </a:cubicBezTo>
                <a:cubicBezTo>
                  <a:pt x="43" y="98"/>
                  <a:pt x="43" y="98"/>
                  <a:pt x="43" y="98"/>
                </a:cubicBezTo>
                <a:cubicBezTo>
                  <a:pt x="47" y="87"/>
                  <a:pt x="47" y="87"/>
                  <a:pt x="47" y="87"/>
                </a:cubicBezTo>
                <a:cubicBezTo>
                  <a:pt x="49" y="87"/>
                  <a:pt x="50" y="86"/>
                  <a:pt x="51" y="86"/>
                </a:cubicBezTo>
                <a:cubicBezTo>
                  <a:pt x="62" y="90"/>
                  <a:pt x="62" y="90"/>
                  <a:pt x="62" y="90"/>
                </a:cubicBezTo>
                <a:cubicBezTo>
                  <a:pt x="69" y="84"/>
                  <a:pt x="69" y="84"/>
                  <a:pt x="69" y="84"/>
                </a:cubicBezTo>
                <a:cubicBezTo>
                  <a:pt x="64" y="73"/>
                  <a:pt x="64" y="73"/>
                  <a:pt x="64" y="73"/>
                </a:cubicBezTo>
                <a:cubicBezTo>
                  <a:pt x="65" y="72"/>
                  <a:pt x="65" y="70"/>
                  <a:pt x="66" y="69"/>
                </a:cubicBezTo>
                <a:lnTo>
                  <a:pt x="77" y="65"/>
                </a:lnTo>
                <a:close/>
                <a:moveTo>
                  <a:pt x="38" y="44"/>
                </a:moveTo>
                <a:cubicBezTo>
                  <a:pt x="29" y="44"/>
                  <a:pt x="22" y="51"/>
                  <a:pt x="22" y="60"/>
                </a:cubicBezTo>
                <a:cubicBezTo>
                  <a:pt x="22" y="69"/>
                  <a:pt x="29" y="76"/>
                  <a:pt x="38" y="76"/>
                </a:cubicBezTo>
                <a:cubicBezTo>
                  <a:pt x="47" y="76"/>
                  <a:pt x="54" y="69"/>
                  <a:pt x="54" y="60"/>
                </a:cubicBezTo>
                <a:cubicBezTo>
                  <a:pt x="54" y="51"/>
                  <a:pt x="47" y="44"/>
                  <a:pt x="38" y="44"/>
                </a:cubicBezTo>
                <a:close/>
                <a:moveTo>
                  <a:pt x="100" y="123"/>
                </a:moveTo>
                <a:cubicBezTo>
                  <a:pt x="91" y="123"/>
                  <a:pt x="91" y="123"/>
                  <a:pt x="91" y="123"/>
                </a:cubicBezTo>
              </a:path>
            </a:pathLst>
          </a:custGeom>
          <a:noFill/>
          <a:ln w="14288"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16" name="Rectangle 22">
            <a:extLst>
              <a:ext uri="{FF2B5EF4-FFF2-40B4-BE49-F238E27FC236}">
                <a16:creationId xmlns:a16="http://schemas.microsoft.com/office/drawing/2014/main" id="{E474C86D-2A95-4FF8-B337-AE70772B1AD4}"/>
              </a:ext>
            </a:extLst>
          </p:cNvPr>
          <p:cNvSpPr>
            <a:spLocks noChangeArrowheads="1"/>
          </p:cNvSpPr>
          <p:nvPr/>
        </p:nvSpPr>
        <p:spPr bwMode="auto">
          <a:xfrm>
            <a:off x="8801100" y="4845050"/>
            <a:ext cx="147155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accent4"/>
                </a:solidFill>
                <a:effectLst/>
                <a:latin typeface="Montserrat SemiBold" panose="00000700000000000000" pitchFamily="50" charset="-52"/>
              </a:rPr>
              <a:t>IN</a:t>
            </a:r>
            <a:r>
              <a:rPr kumimoji="0" lang="en-US" altLang="ru-UA" sz="1600" b="1" i="0" u="none" strike="noStrike" cap="none" normalizeH="0" baseline="0">
                <a:ln>
                  <a:noFill/>
                </a:ln>
                <a:solidFill>
                  <a:schemeClr val="accent4"/>
                </a:solidFill>
                <a:effectLst/>
                <a:latin typeface="Montserrat SemiBold" panose="00000700000000000000" pitchFamily="50" charset="-52"/>
              </a:rPr>
              <a:t>FODATA 04</a:t>
            </a:r>
            <a:endParaRPr kumimoji="0" lang="ru-UA" altLang="ru-UA" sz="1800" b="0" i="0" u="none" strike="noStrike" cap="none" normalizeH="0" baseline="0">
              <a:ln>
                <a:noFill/>
              </a:ln>
              <a:solidFill>
                <a:schemeClr val="accent4"/>
              </a:solidFill>
              <a:effectLst/>
            </a:endParaRPr>
          </a:p>
        </p:txBody>
      </p:sp>
      <p:sp>
        <p:nvSpPr>
          <p:cNvPr id="17" name="Freeform 28">
            <a:extLst>
              <a:ext uri="{FF2B5EF4-FFF2-40B4-BE49-F238E27FC236}">
                <a16:creationId xmlns:a16="http://schemas.microsoft.com/office/drawing/2014/main" id="{FB1BBD42-3161-4CC8-AD97-CF09476B563D}"/>
              </a:ext>
            </a:extLst>
          </p:cNvPr>
          <p:cNvSpPr>
            <a:spLocks noEditPoints="1"/>
          </p:cNvSpPr>
          <p:nvPr/>
        </p:nvSpPr>
        <p:spPr bwMode="auto">
          <a:xfrm>
            <a:off x="9232900" y="4276725"/>
            <a:ext cx="531813" cy="430213"/>
          </a:xfrm>
          <a:custGeom>
            <a:avLst/>
            <a:gdLst>
              <a:gd name="T0" fmla="*/ 145 w 145"/>
              <a:gd name="T1" fmla="*/ 117 h 117"/>
              <a:gd name="T2" fmla="*/ 0 w 145"/>
              <a:gd name="T3" fmla="*/ 117 h 117"/>
              <a:gd name="T4" fmla="*/ 35 w 145"/>
              <a:gd name="T5" fmla="*/ 85 h 117"/>
              <a:gd name="T6" fmla="*/ 15 w 145"/>
              <a:gd name="T7" fmla="*/ 85 h 117"/>
              <a:gd name="T8" fmla="*/ 15 w 145"/>
              <a:gd name="T9" fmla="*/ 117 h 117"/>
              <a:gd name="T10" fmla="*/ 35 w 145"/>
              <a:gd name="T11" fmla="*/ 117 h 117"/>
              <a:gd name="T12" fmla="*/ 35 w 145"/>
              <a:gd name="T13" fmla="*/ 85 h 117"/>
              <a:gd name="T14" fmla="*/ 66 w 145"/>
              <a:gd name="T15" fmla="*/ 54 h 117"/>
              <a:gd name="T16" fmla="*/ 46 w 145"/>
              <a:gd name="T17" fmla="*/ 54 h 117"/>
              <a:gd name="T18" fmla="*/ 46 w 145"/>
              <a:gd name="T19" fmla="*/ 117 h 117"/>
              <a:gd name="T20" fmla="*/ 66 w 145"/>
              <a:gd name="T21" fmla="*/ 117 h 117"/>
              <a:gd name="T22" fmla="*/ 66 w 145"/>
              <a:gd name="T23" fmla="*/ 54 h 117"/>
              <a:gd name="T24" fmla="*/ 98 w 145"/>
              <a:gd name="T25" fmla="*/ 68 h 117"/>
              <a:gd name="T26" fmla="*/ 78 w 145"/>
              <a:gd name="T27" fmla="*/ 68 h 117"/>
              <a:gd name="T28" fmla="*/ 78 w 145"/>
              <a:gd name="T29" fmla="*/ 117 h 117"/>
              <a:gd name="T30" fmla="*/ 98 w 145"/>
              <a:gd name="T31" fmla="*/ 117 h 117"/>
              <a:gd name="T32" fmla="*/ 98 w 145"/>
              <a:gd name="T33" fmla="*/ 68 h 117"/>
              <a:gd name="T34" fmla="*/ 129 w 145"/>
              <a:gd name="T35" fmla="*/ 36 h 117"/>
              <a:gd name="T36" fmla="*/ 109 w 145"/>
              <a:gd name="T37" fmla="*/ 36 h 117"/>
              <a:gd name="T38" fmla="*/ 109 w 145"/>
              <a:gd name="T39" fmla="*/ 117 h 117"/>
              <a:gd name="T40" fmla="*/ 129 w 145"/>
              <a:gd name="T41" fmla="*/ 117 h 117"/>
              <a:gd name="T42" fmla="*/ 129 w 145"/>
              <a:gd name="T43" fmla="*/ 36 h 117"/>
              <a:gd name="T44" fmla="*/ 25 w 145"/>
              <a:gd name="T45" fmla="*/ 51 h 117"/>
              <a:gd name="T46" fmla="*/ 19 w 145"/>
              <a:gd name="T47" fmla="*/ 56 h 117"/>
              <a:gd name="T48" fmla="*/ 25 w 145"/>
              <a:gd name="T49" fmla="*/ 62 h 117"/>
              <a:gd name="T50" fmla="*/ 31 w 145"/>
              <a:gd name="T51" fmla="*/ 56 h 117"/>
              <a:gd name="T52" fmla="*/ 25 w 145"/>
              <a:gd name="T53" fmla="*/ 51 h 117"/>
              <a:gd name="T54" fmla="*/ 56 w 145"/>
              <a:gd name="T55" fmla="*/ 21 h 117"/>
              <a:gd name="T56" fmla="*/ 51 w 145"/>
              <a:gd name="T57" fmla="*/ 27 h 117"/>
              <a:gd name="T58" fmla="*/ 56 w 145"/>
              <a:gd name="T59" fmla="*/ 32 h 117"/>
              <a:gd name="T60" fmla="*/ 62 w 145"/>
              <a:gd name="T61" fmla="*/ 27 h 117"/>
              <a:gd name="T62" fmla="*/ 56 w 145"/>
              <a:gd name="T63" fmla="*/ 21 h 117"/>
              <a:gd name="T64" fmla="*/ 88 w 145"/>
              <a:gd name="T65" fmla="*/ 36 h 117"/>
              <a:gd name="T66" fmla="*/ 82 w 145"/>
              <a:gd name="T67" fmla="*/ 42 h 117"/>
              <a:gd name="T68" fmla="*/ 88 w 145"/>
              <a:gd name="T69" fmla="*/ 47 h 117"/>
              <a:gd name="T70" fmla="*/ 94 w 145"/>
              <a:gd name="T71" fmla="*/ 42 h 117"/>
              <a:gd name="T72" fmla="*/ 88 w 145"/>
              <a:gd name="T73" fmla="*/ 36 h 117"/>
              <a:gd name="T74" fmla="*/ 119 w 145"/>
              <a:gd name="T75" fmla="*/ 0 h 117"/>
              <a:gd name="T76" fmla="*/ 113 w 145"/>
              <a:gd name="T77" fmla="*/ 6 h 117"/>
              <a:gd name="T78" fmla="*/ 119 w 145"/>
              <a:gd name="T79" fmla="*/ 12 h 117"/>
              <a:gd name="T80" fmla="*/ 125 w 145"/>
              <a:gd name="T81" fmla="*/ 6 h 117"/>
              <a:gd name="T82" fmla="*/ 119 w 145"/>
              <a:gd name="T83" fmla="*/ 0 h 117"/>
              <a:gd name="T84" fmla="*/ 92 w 145"/>
              <a:gd name="T85" fmla="*/ 37 h 117"/>
              <a:gd name="T86" fmla="*/ 115 w 145"/>
              <a:gd name="T87" fmla="*/ 10 h 117"/>
              <a:gd name="T88" fmla="*/ 62 w 145"/>
              <a:gd name="T89" fmla="*/ 29 h 117"/>
              <a:gd name="T90" fmla="*/ 83 w 145"/>
              <a:gd name="T91" fmla="*/ 39 h 117"/>
              <a:gd name="T92" fmla="*/ 52 w 145"/>
              <a:gd name="T93" fmla="*/ 31 h 117"/>
              <a:gd name="T94" fmla="*/ 29 w 145"/>
              <a:gd name="T95" fmla="*/ 53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5" h="117">
                <a:moveTo>
                  <a:pt x="145" y="117"/>
                </a:moveTo>
                <a:cubicBezTo>
                  <a:pt x="0" y="117"/>
                  <a:pt x="0" y="117"/>
                  <a:pt x="0" y="117"/>
                </a:cubicBezTo>
                <a:moveTo>
                  <a:pt x="35" y="85"/>
                </a:moveTo>
                <a:cubicBezTo>
                  <a:pt x="15" y="85"/>
                  <a:pt x="15" y="85"/>
                  <a:pt x="15" y="85"/>
                </a:cubicBezTo>
                <a:cubicBezTo>
                  <a:pt x="15" y="117"/>
                  <a:pt x="15" y="117"/>
                  <a:pt x="15" y="117"/>
                </a:cubicBezTo>
                <a:cubicBezTo>
                  <a:pt x="35" y="117"/>
                  <a:pt x="35" y="117"/>
                  <a:pt x="35" y="117"/>
                </a:cubicBezTo>
                <a:lnTo>
                  <a:pt x="35" y="85"/>
                </a:lnTo>
                <a:close/>
                <a:moveTo>
                  <a:pt x="66" y="54"/>
                </a:moveTo>
                <a:cubicBezTo>
                  <a:pt x="46" y="54"/>
                  <a:pt x="46" y="54"/>
                  <a:pt x="46" y="54"/>
                </a:cubicBezTo>
                <a:cubicBezTo>
                  <a:pt x="46" y="117"/>
                  <a:pt x="46" y="117"/>
                  <a:pt x="46" y="117"/>
                </a:cubicBezTo>
                <a:cubicBezTo>
                  <a:pt x="66" y="117"/>
                  <a:pt x="66" y="117"/>
                  <a:pt x="66" y="117"/>
                </a:cubicBezTo>
                <a:lnTo>
                  <a:pt x="66" y="54"/>
                </a:lnTo>
                <a:close/>
                <a:moveTo>
                  <a:pt x="98" y="68"/>
                </a:moveTo>
                <a:cubicBezTo>
                  <a:pt x="78" y="68"/>
                  <a:pt x="78" y="68"/>
                  <a:pt x="78" y="68"/>
                </a:cubicBezTo>
                <a:cubicBezTo>
                  <a:pt x="78" y="117"/>
                  <a:pt x="78" y="117"/>
                  <a:pt x="78" y="117"/>
                </a:cubicBezTo>
                <a:cubicBezTo>
                  <a:pt x="98" y="117"/>
                  <a:pt x="98" y="117"/>
                  <a:pt x="98" y="117"/>
                </a:cubicBezTo>
                <a:lnTo>
                  <a:pt x="98" y="68"/>
                </a:lnTo>
                <a:close/>
                <a:moveTo>
                  <a:pt x="129" y="36"/>
                </a:moveTo>
                <a:cubicBezTo>
                  <a:pt x="109" y="36"/>
                  <a:pt x="109" y="36"/>
                  <a:pt x="109" y="36"/>
                </a:cubicBezTo>
                <a:cubicBezTo>
                  <a:pt x="109" y="117"/>
                  <a:pt x="109" y="117"/>
                  <a:pt x="109" y="117"/>
                </a:cubicBezTo>
                <a:cubicBezTo>
                  <a:pt x="129" y="117"/>
                  <a:pt x="129" y="117"/>
                  <a:pt x="129" y="117"/>
                </a:cubicBezTo>
                <a:lnTo>
                  <a:pt x="129" y="36"/>
                </a:lnTo>
                <a:close/>
                <a:moveTo>
                  <a:pt x="25" y="51"/>
                </a:moveTo>
                <a:cubicBezTo>
                  <a:pt x="22" y="51"/>
                  <a:pt x="19" y="53"/>
                  <a:pt x="19" y="56"/>
                </a:cubicBezTo>
                <a:cubicBezTo>
                  <a:pt x="19" y="60"/>
                  <a:pt x="22" y="62"/>
                  <a:pt x="25" y="62"/>
                </a:cubicBezTo>
                <a:cubicBezTo>
                  <a:pt x="28" y="62"/>
                  <a:pt x="31" y="60"/>
                  <a:pt x="31" y="56"/>
                </a:cubicBezTo>
                <a:cubicBezTo>
                  <a:pt x="31" y="53"/>
                  <a:pt x="28" y="51"/>
                  <a:pt x="25" y="51"/>
                </a:cubicBezTo>
                <a:close/>
                <a:moveTo>
                  <a:pt x="56" y="21"/>
                </a:moveTo>
                <a:cubicBezTo>
                  <a:pt x="53" y="21"/>
                  <a:pt x="51" y="23"/>
                  <a:pt x="51" y="27"/>
                </a:cubicBezTo>
                <a:cubicBezTo>
                  <a:pt x="51" y="30"/>
                  <a:pt x="53" y="32"/>
                  <a:pt x="56" y="32"/>
                </a:cubicBezTo>
                <a:cubicBezTo>
                  <a:pt x="60" y="32"/>
                  <a:pt x="62" y="30"/>
                  <a:pt x="62" y="27"/>
                </a:cubicBezTo>
                <a:cubicBezTo>
                  <a:pt x="62" y="23"/>
                  <a:pt x="60" y="21"/>
                  <a:pt x="56" y="21"/>
                </a:cubicBezTo>
                <a:close/>
                <a:moveTo>
                  <a:pt x="88" y="36"/>
                </a:moveTo>
                <a:cubicBezTo>
                  <a:pt x="85" y="36"/>
                  <a:pt x="82" y="38"/>
                  <a:pt x="82" y="42"/>
                </a:cubicBezTo>
                <a:cubicBezTo>
                  <a:pt x="82" y="45"/>
                  <a:pt x="85" y="47"/>
                  <a:pt x="88" y="47"/>
                </a:cubicBezTo>
                <a:cubicBezTo>
                  <a:pt x="91" y="47"/>
                  <a:pt x="94" y="45"/>
                  <a:pt x="94" y="42"/>
                </a:cubicBezTo>
                <a:cubicBezTo>
                  <a:pt x="94" y="38"/>
                  <a:pt x="91" y="36"/>
                  <a:pt x="88" y="36"/>
                </a:cubicBezTo>
                <a:close/>
                <a:moveTo>
                  <a:pt x="119" y="0"/>
                </a:moveTo>
                <a:cubicBezTo>
                  <a:pt x="116" y="0"/>
                  <a:pt x="113" y="3"/>
                  <a:pt x="113" y="6"/>
                </a:cubicBezTo>
                <a:cubicBezTo>
                  <a:pt x="113" y="9"/>
                  <a:pt x="116" y="12"/>
                  <a:pt x="119" y="12"/>
                </a:cubicBezTo>
                <a:cubicBezTo>
                  <a:pt x="122" y="12"/>
                  <a:pt x="125" y="9"/>
                  <a:pt x="125" y="6"/>
                </a:cubicBezTo>
                <a:cubicBezTo>
                  <a:pt x="125" y="3"/>
                  <a:pt x="122" y="0"/>
                  <a:pt x="119" y="0"/>
                </a:cubicBezTo>
                <a:close/>
                <a:moveTo>
                  <a:pt x="92" y="37"/>
                </a:moveTo>
                <a:cubicBezTo>
                  <a:pt x="115" y="10"/>
                  <a:pt x="115" y="10"/>
                  <a:pt x="115" y="10"/>
                </a:cubicBezTo>
                <a:moveTo>
                  <a:pt x="62" y="29"/>
                </a:moveTo>
                <a:cubicBezTo>
                  <a:pt x="83" y="39"/>
                  <a:pt x="83" y="39"/>
                  <a:pt x="83" y="39"/>
                </a:cubicBezTo>
                <a:moveTo>
                  <a:pt x="52" y="31"/>
                </a:moveTo>
                <a:cubicBezTo>
                  <a:pt x="29" y="53"/>
                  <a:pt x="29" y="53"/>
                  <a:pt x="29" y="53"/>
                </a:cubicBezTo>
              </a:path>
            </a:pathLst>
          </a:custGeom>
          <a:noFill/>
          <a:ln w="14288"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18" name="Rectangle 29">
            <a:extLst>
              <a:ext uri="{FF2B5EF4-FFF2-40B4-BE49-F238E27FC236}">
                <a16:creationId xmlns:a16="http://schemas.microsoft.com/office/drawing/2014/main" id="{2FDF87B6-769B-46A8-8C0C-DC9FC139B35F}"/>
              </a:ext>
            </a:extLst>
          </p:cNvPr>
          <p:cNvSpPr>
            <a:spLocks noChangeArrowheads="1"/>
          </p:cNvSpPr>
          <p:nvPr/>
        </p:nvSpPr>
        <p:spPr bwMode="auto">
          <a:xfrm>
            <a:off x="1911350" y="2081213"/>
            <a:ext cx="14507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accent2"/>
                </a:solidFill>
                <a:effectLst/>
                <a:latin typeface="Montserrat SemiBold" panose="00000700000000000000" pitchFamily="50" charset="-52"/>
              </a:rPr>
              <a:t>IN</a:t>
            </a:r>
            <a:r>
              <a:rPr kumimoji="0" lang="en-US" altLang="ru-UA" sz="1600" b="1" i="0" u="none" strike="noStrike" cap="none" normalizeH="0" baseline="0">
                <a:ln>
                  <a:noFill/>
                </a:ln>
                <a:solidFill>
                  <a:schemeClr val="accent2"/>
                </a:solidFill>
                <a:effectLst/>
                <a:latin typeface="Montserrat SemiBold" panose="00000700000000000000" pitchFamily="50" charset="-52"/>
              </a:rPr>
              <a:t>FODATA 02</a:t>
            </a:r>
            <a:endParaRPr kumimoji="0" lang="ru-UA" altLang="ru-UA" sz="1800" b="0" i="0" u="none" strike="noStrike" cap="none" normalizeH="0" baseline="0">
              <a:ln>
                <a:noFill/>
              </a:ln>
              <a:solidFill>
                <a:schemeClr val="accent2"/>
              </a:solidFill>
              <a:effectLst/>
            </a:endParaRPr>
          </a:p>
        </p:txBody>
      </p:sp>
      <p:sp>
        <p:nvSpPr>
          <p:cNvPr id="19" name="Rectangle 37">
            <a:extLst>
              <a:ext uri="{FF2B5EF4-FFF2-40B4-BE49-F238E27FC236}">
                <a16:creationId xmlns:a16="http://schemas.microsoft.com/office/drawing/2014/main" id="{52E035F3-4BC1-43E3-A672-87EA84327714}"/>
              </a:ext>
            </a:extLst>
          </p:cNvPr>
          <p:cNvSpPr>
            <a:spLocks noChangeArrowheads="1"/>
          </p:cNvSpPr>
          <p:nvPr/>
        </p:nvSpPr>
        <p:spPr bwMode="auto">
          <a:xfrm>
            <a:off x="1951038" y="4845050"/>
            <a:ext cx="141064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rgbClr val="FF0000"/>
                </a:solidFill>
                <a:effectLst/>
                <a:latin typeface="Montserrat SemiBold" panose="00000700000000000000" pitchFamily="50" charset="-52"/>
              </a:rPr>
              <a:t>IN</a:t>
            </a:r>
            <a:r>
              <a:rPr kumimoji="0" lang="en-US" altLang="ru-UA" sz="1600" b="1" i="0" u="none" strike="noStrike" cap="none" normalizeH="0" baseline="0">
                <a:ln>
                  <a:noFill/>
                </a:ln>
                <a:solidFill>
                  <a:srgbClr val="FF0000"/>
                </a:solidFill>
                <a:effectLst/>
                <a:latin typeface="Montserrat SemiBold" panose="00000700000000000000" pitchFamily="50" charset="-52"/>
              </a:rPr>
              <a:t>FODATA 01</a:t>
            </a:r>
            <a:endParaRPr kumimoji="0" lang="ru-UA" altLang="ru-UA" sz="1800" b="0" i="0" u="none" strike="noStrike" cap="none" normalizeH="0" baseline="0">
              <a:ln>
                <a:noFill/>
              </a:ln>
              <a:solidFill>
                <a:srgbClr val="FF0000"/>
              </a:solidFill>
              <a:effectLst/>
            </a:endParaRPr>
          </a:p>
        </p:txBody>
      </p:sp>
      <p:sp>
        <p:nvSpPr>
          <p:cNvPr id="20" name="Freeform 45">
            <a:extLst>
              <a:ext uri="{FF2B5EF4-FFF2-40B4-BE49-F238E27FC236}">
                <a16:creationId xmlns:a16="http://schemas.microsoft.com/office/drawing/2014/main" id="{92DA8BD0-4F1C-43D6-BCD2-5B3679F4DB4F}"/>
              </a:ext>
            </a:extLst>
          </p:cNvPr>
          <p:cNvSpPr>
            <a:spLocks noEditPoints="1"/>
          </p:cNvSpPr>
          <p:nvPr/>
        </p:nvSpPr>
        <p:spPr bwMode="auto">
          <a:xfrm>
            <a:off x="2466975" y="4184650"/>
            <a:ext cx="439738" cy="522288"/>
          </a:xfrm>
          <a:custGeom>
            <a:avLst/>
            <a:gdLst>
              <a:gd name="T0" fmla="*/ 277 w 277"/>
              <a:gd name="T1" fmla="*/ 134 h 329"/>
              <a:gd name="T2" fmla="*/ 277 w 277"/>
              <a:gd name="T3" fmla="*/ 329 h 329"/>
              <a:gd name="T4" fmla="*/ 0 w 277"/>
              <a:gd name="T5" fmla="*/ 329 h 329"/>
              <a:gd name="T6" fmla="*/ 0 w 277"/>
              <a:gd name="T7" fmla="*/ 134 h 329"/>
              <a:gd name="T8" fmla="*/ 277 w 277"/>
              <a:gd name="T9" fmla="*/ 329 h 329"/>
              <a:gd name="T10" fmla="*/ 139 w 277"/>
              <a:gd name="T11" fmla="*/ 231 h 329"/>
              <a:gd name="T12" fmla="*/ 0 w 277"/>
              <a:gd name="T13" fmla="*/ 329 h 329"/>
              <a:gd name="T14" fmla="*/ 277 w 277"/>
              <a:gd name="T15" fmla="*/ 134 h 329"/>
              <a:gd name="T16" fmla="*/ 185 w 277"/>
              <a:gd name="T17" fmla="*/ 234 h 329"/>
              <a:gd name="T18" fmla="*/ 0 w 277"/>
              <a:gd name="T19" fmla="*/ 134 h 329"/>
              <a:gd name="T20" fmla="*/ 95 w 277"/>
              <a:gd name="T21" fmla="*/ 234 h 329"/>
              <a:gd name="T22" fmla="*/ 243 w 277"/>
              <a:gd name="T23" fmla="*/ 130 h 329"/>
              <a:gd name="T24" fmla="*/ 243 w 277"/>
              <a:gd name="T25" fmla="*/ 60 h 329"/>
              <a:gd name="T26" fmla="*/ 183 w 277"/>
              <a:gd name="T27" fmla="*/ 0 h 329"/>
              <a:gd name="T28" fmla="*/ 35 w 277"/>
              <a:gd name="T29" fmla="*/ 0 h 329"/>
              <a:gd name="T30" fmla="*/ 35 w 277"/>
              <a:gd name="T31" fmla="*/ 130 h 329"/>
              <a:gd name="T32" fmla="*/ 243 w 277"/>
              <a:gd name="T33" fmla="*/ 60 h 329"/>
              <a:gd name="T34" fmla="*/ 183 w 277"/>
              <a:gd name="T35" fmla="*/ 0 h 329"/>
              <a:gd name="T36" fmla="*/ 183 w 277"/>
              <a:gd name="T37" fmla="*/ 60 h 329"/>
              <a:gd name="T38" fmla="*/ 243 w 277"/>
              <a:gd name="T39" fmla="*/ 60 h 329"/>
              <a:gd name="T40" fmla="*/ 93 w 277"/>
              <a:gd name="T41" fmla="*/ 95 h 329"/>
              <a:gd name="T42" fmla="*/ 65 w 277"/>
              <a:gd name="T43" fmla="*/ 95 h 329"/>
              <a:gd name="T44" fmla="*/ 206 w 277"/>
              <a:gd name="T45" fmla="*/ 95 h 329"/>
              <a:gd name="T46" fmla="*/ 123 w 277"/>
              <a:gd name="T47" fmla="*/ 95 h 329"/>
              <a:gd name="T48" fmla="*/ 65 w 277"/>
              <a:gd name="T49" fmla="*/ 127 h 329"/>
              <a:gd name="T50" fmla="*/ 143 w 277"/>
              <a:gd name="T51" fmla="*/ 127 h 329"/>
              <a:gd name="T52" fmla="*/ 206 w 277"/>
              <a:gd name="T53" fmla="*/ 127 h 329"/>
              <a:gd name="T54" fmla="*/ 176 w 277"/>
              <a:gd name="T55" fmla="*/ 127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7" h="329">
                <a:moveTo>
                  <a:pt x="277" y="134"/>
                </a:moveTo>
                <a:lnTo>
                  <a:pt x="277" y="329"/>
                </a:lnTo>
                <a:lnTo>
                  <a:pt x="0" y="329"/>
                </a:lnTo>
                <a:lnTo>
                  <a:pt x="0" y="134"/>
                </a:lnTo>
                <a:moveTo>
                  <a:pt x="277" y="329"/>
                </a:moveTo>
                <a:lnTo>
                  <a:pt x="139" y="231"/>
                </a:lnTo>
                <a:lnTo>
                  <a:pt x="0" y="329"/>
                </a:lnTo>
                <a:moveTo>
                  <a:pt x="277" y="134"/>
                </a:moveTo>
                <a:lnTo>
                  <a:pt x="185" y="234"/>
                </a:lnTo>
                <a:moveTo>
                  <a:pt x="0" y="134"/>
                </a:moveTo>
                <a:lnTo>
                  <a:pt x="95" y="234"/>
                </a:lnTo>
                <a:moveTo>
                  <a:pt x="243" y="130"/>
                </a:moveTo>
                <a:lnTo>
                  <a:pt x="243" y="60"/>
                </a:lnTo>
                <a:moveTo>
                  <a:pt x="183" y="0"/>
                </a:moveTo>
                <a:lnTo>
                  <a:pt x="35" y="0"/>
                </a:lnTo>
                <a:lnTo>
                  <a:pt x="35" y="130"/>
                </a:lnTo>
                <a:moveTo>
                  <a:pt x="243" y="60"/>
                </a:moveTo>
                <a:lnTo>
                  <a:pt x="183" y="0"/>
                </a:lnTo>
                <a:lnTo>
                  <a:pt x="183" y="60"/>
                </a:lnTo>
                <a:lnTo>
                  <a:pt x="243" y="60"/>
                </a:lnTo>
                <a:moveTo>
                  <a:pt x="93" y="95"/>
                </a:moveTo>
                <a:lnTo>
                  <a:pt x="65" y="95"/>
                </a:lnTo>
                <a:moveTo>
                  <a:pt x="206" y="95"/>
                </a:moveTo>
                <a:lnTo>
                  <a:pt x="123" y="95"/>
                </a:lnTo>
                <a:moveTo>
                  <a:pt x="65" y="127"/>
                </a:moveTo>
                <a:lnTo>
                  <a:pt x="143" y="127"/>
                </a:lnTo>
                <a:moveTo>
                  <a:pt x="206" y="127"/>
                </a:moveTo>
                <a:lnTo>
                  <a:pt x="176" y="127"/>
                </a:lnTo>
              </a:path>
            </a:pathLst>
          </a:custGeom>
          <a:noFill/>
          <a:ln w="14288"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21" name="Freeform 46">
            <a:extLst>
              <a:ext uri="{FF2B5EF4-FFF2-40B4-BE49-F238E27FC236}">
                <a16:creationId xmlns:a16="http://schemas.microsoft.com/office/drawing/2014/main" id="{74DB0B8A-05DD-4FD2-933A-55784B445A74}"/>
              </a:ext>
            </a:extLst>
          </p:cNvPr>
          <p:cNvSpPr>
            <a:spLocks noEditPoints="1"/>
          </p:cNvSpPr>
          <p:nvPr/>
        </p:nvSpPr>
        <p:spPr bwMode="auto">
          <a:xfrm>
            <a:off x="2185988" y="1549400"/>
            <a:ext cx="762000" cy="433388"/>
          </a:xfrm>
          <a:custGeom>
            <a:avLst/>
            <a:gdLst>
              <a:gd name="T0" fmla="*/ 49 w 208"/>
              <a:gd name="T1" fmla="*/ 96 h 118"/>
              <a:gd name="T2" fmla="*/ 48 w 208"/>
              <a:gd name="T3" fmla="*/ 87 h 118"/>
              <a:gd name="T4" fmla="*/ 60 w 208"/>
              <a:gd name="T5" fmla="*/ 76 h 118"/>
              <a:gd name="T6" fmla="*/ 67 w 208"/>
              <a:gd name="T7" fmla="*/ 82 h 118"/>
              <a:gd name="T8" fmla="*/ 57 w 208"/>
              <a:gd name="T9" fmla="*/ 95 h 118"/>
              <a:gd name="T10" fmla="*/ 126 w 208"/>
              <a:gd name="T11" fmla="*/ 85 h 118"/>
              <a:gd name="T12" fmla="*/ 151 w 208"/>
              <a:gd name="T13" fmla="*/ 96 h 118"/>
              <a:gd name="T14" fmla="*/ 153 w 208"/>
              <a:gd name="T15" fmla="*/ 85 h 118"/>
              <a:gd name="T16" fmla="*/ 127 w 208"/>
              <a:gd name="T17" fmla="*/ 105 h 118"/>
              <a:gd name="T18" fmla="*/ 138 w 208"/>
              <a:gd name="T19" fmla="*/ 105 h 118"/>
              <a:gd name="T20" fmla="*/ 141 w 208"/>
              <a:gd name="T21" fmla="*/ 96 h 118"/>
              <a:gd name="T22" fmla="*/ 113 w 208"/>
              <a:gd name="T23" fmla="*/ 113 h 118"/>
              <a:gd name="T24" fmla="*/ 125 w 208"/>
              <a:gd name="T25" fmla="*/ 113 h 118"/>
              <a:gd name="T26" fmla="*/ 127 w 208"/>
              <a:gd name="T27" fmla="*/ 105 h 118"/>
              <a:gd name="T28" fmla="*/ 97 w 208"/>
              <a:gd name="T29" fmla="*/ 115 h 118"/>
              <a:gd name="T30" fmla="*/ 110 w 208"/>
              <a:gd name="T31" fmla="*/ 114 h 118"/>
              <a:gd name="T32" fmla="*/ 66 w 208"/>
              <a:gd name="T33" fmla="*/ 105 h 118"/>
              <a:gd name="T34" fmla="*/ 80 w 208"/>
              <a:gd name="T35" fmla="*/ 80 h 118"/>
              <a:gd name="T36" fmla="*/ 71 w 208"/>
              <a:gd name="T37" fmla="*/ 81 h 118"/>
              <a:gd name="T38" fmla="*/ 57 w 208"/>
              <a:gd name="T39" fmla="*/ 105 h 118"/>
              <a:gd name="T40" fmla="*/ 66 w 208"/>
              <a:gd name="T41" fmla="*/ 105 h 118"/>
              <a:gd name="T42" fmla="*/ 91 w 208"/>
              <a:gd name="T43" fmla="*/ 96 h 118"/>
              <a:gd name="T44" fmla="*/ 85 w 208"/>
              <a:gd name="T45" fmla="*/ 85 h 118"/>
              <a:gd name="T46" fmla="*/ 68 w 208"/>
              <a:gd name="T47" fmla="*/ 102 h 118"/>
              <a:gd name="T48" fmla="*/ 74 w 208"/>
              <a:gd name="T49" fmla="*/ 112 h 118"/>
              <a:gd name="T50" fmla="*/ 96 w 208"/>
              <a:gd name="T51" fmla="*/ 109 h 118"/>
              <a:gd name="T52" fmla="*/ 97 w 208"/>
              <a:gd name="T53" fmla="*/ 98 h 118"/>
              <a:gd name="T54" fmla="*/ 88 w 208"/>
              <a:gd name="T55" fmla="*/ 99 h 118"/>
              <a:gd name="T56" fmla="*/ 81 w 208"/>
              <a:gd name="T57" fmla="*/ 116 h 118"/>
              <a:gd name="T58" fmla="*/ 90 w 208"/>
              <a:gd name="T59" fmla="*/ 115 h 118"/>
              <a:gd name="T60" fmla="*/ 178 w 208"/>
              <a:gd name="T61" fmla="*/ 1 h 118"/>
              <a:gd name="T62" fmla="*/ 173 w 208"/>
              <a:gd name="T63" fmla="*/ 70 h 118"/>
              <a:gd name="T64" fmla="*/ 208 w 208"/>
              <a:gd name="T65" fmla="*/ 56 h 118"/>
              <a:gd name="T66" fmla="*/ 112 w 208"/>
              <a:gd name="T67" fmla="*/ 30 h 118"/>
              <a:gd name="T68" fmla="*/ 102 w 208"/>
              <a:gd name="T69" fmla="*/ 31 h 118"/>
              <a:gd name="T70" fmla="*/ 71 w 208"/>
              <a:gd name="T71" fmla="*/ 46 h 118"/>
              <a:gd name="T72" fmla="*/ 98 w 208"/>
              <a:gd name="T73" fmla="*/ 53 h 118"/>
              <a:gd name="T74" fmla="*/ 152 w 208"/>
              <a:gd name="T75" fmla="*/ 85 h 118"/>
              <a:gd name="T76" fmla="*/ 161 w 208"/>
              <a:gd name="T77" fmla="*/ 74 h 118"/>
              <a:gd name="T78" fmla="*/ 152 w 208"/>
              <a:gd name="T79" fmla="*/ 85 h 118"/>
              <a:gd name="T80" fmla="*/ 52 w 208"/>
              <a:gd name="T81" fmla="*/ 84 h 118"/>
              <a:gd name="T82" fmla="*/ 30 w 208"/>
              <a:gd name="T83" fmla="*/ 78 h 118"/>
              <a:gd name="T84" fmla="*/ 43 w 208"/>
              <a:gd name="T85" fmla="*/ 0 h 118"/>
              <a:gd name="T86" fmla="*/ 50 w 208"/>
              <a:gd name="T87" fmla="*/ 85 h 118"/>
              <a:gd name="T88" fmla="*/ 69 w 208"/>
              <a:gd name="T89" fmla="*/ 29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08" h="118">
                <a:moveTo>
                  <a:pt x="54" y="97"/>
                </a:moveTo>
                <a:cubicBezTo>
                  <a:pt x="52" y="98"/>
                  <a:pt x="50" y="97"/>
                  <a:pt x="49" y="96"/>
                </a:cubicBezTo>
                <a:cubicBezTo>
                  <a:pt x="47" y="95"/>
                  <a:pt x="47" y="93"/>
                  <a:pt x="47" y="92"/>
                </a:cubicBezTo>
                <a:cubicBezTo>
                  <a:pt x="47" y="90"/>
                  <a:pt x="47" y="88"/>
                  <a:pt x="48" y="87"/>
                </a:cubicBezTo>
                <a:cubicBezTo>
                  <a:pt x="56" y="78"/>
                  <a:pt x="56" y="78"/>
                  <a:pt x="56" y="78"/>
                </a:cubicBezTo>
                <a:cubicBezTo>
                  <a:pt x="57" y="77"/>
                  <a:pt x="59" y="76"/>
                  <a:pt x="60" y="76"/>
                </a:cubicBezTo>
                <a:cubicBezTo>
                  <a:pt x="62" y="76"/>
                  <a:pt x="64" y="76"/>
                  <a:pt x="65" y="78"/>
                </a:cubicBezTo>
                <a:cubicBezTo>
                  <a:pt x="66" y="79"/>
                  <a:pt x="67" y="80"/>
                  <a:pt x="67" y="82"/>
                </a:cubicBezTo>
                <a:cubicBezTo>
                  <a:pt x="67" y="84"/>
                  <a:pt x="67" y="85"/>
                  <a:pt x="66" y="86"/>
                </a:cubicBezTo>
                <a:cubicBezTo>
                  <a:pt x="57" y="95"/>
                  <a:pt x="57" y="95"/>
                  <a:pt x="57" y="95"/>
                </a:cubicBezTo>
                <a:cubicBezTo>
                  <a:pt x="57" y="97"/>
                  <a:pt x="55" y="97"/>
                  <a:pt x="54" y="97"/>
                </a:cubicBezTo>
                <a:close/>
                <a:moveTo>
                  <a:pt x="126" y="85"/>
                </a:moveTo>
                <a:cubicBezTo>
                  <a:pt x="126" y="85"/>
                  <a:pt x="141" y="98"/>
                  <a:pt x="145" y="98"/>
                </a:cubicBezTo>
                <a:cubicBezTo>
                  <a:pt x="149" y="99"/>
                  <a:pt x="150" y="98"/>
                  <a:pt x="151" y="96"/>
                </a:cubicBezTo>
                <a:cubicBezTo>
                  <a:pt x="153" y="95"/>
                  <a:pt x="154" y="92"/>
                  <a:pt x="154" y="90"/>
                </a:cubicBezTo>
                <a:cubicBezTo>
                  <a:pt x="154" y="88"/>
                  <a:pt x="153" y="87"/>
                  <a:pt x="153" y="85"/>
                </a:cubicBezTo>
                <a:moveTo>
                  <a:pt x="114" y="93"/>
                </a:moveTo>
                <a:cubicBezTo>
                  <a:pt x="127" y="105"/>
                  <a:pt x="127" y="105"/>
                  <a:pt x="127" y="105"/>
                </a:cubicBezTo>
                <a:cubicBezTo>
                  <a:pt x="128" y="106"/>
                  <a:pt x="130" y="107"/>
                  <a:pt x="133" y="107"/>
                </a:cubicBezTo>
                <a:cubicBezTo>
                  <a:pt x="135" y="107"/>
                  <a:pt x="137" y="107"/>
                  <a:pt x="138" y="105"/>
                </a:cubicBezTo>
                <a:cubicBezTo>
                  <a:pt x="140" y="104"/>
                  <a:pt x="141" y="101"/>
                  <a:pt x="141" y="99"/>
                </a:cubicBezTo>
                <a:cubicBezTo>
                  <a:pt x="141" y="98"/>
                  <a:pt x="141" y="97"/>
                  <a:pt x="141" y="96"/>
                </a:cubicBezTo>
                <a:moveTo>
                  <a:pt x="107" y="107"/>
                </a:moveTo>
                <a:cubicBezTo>
                  <a:pt x="113" y="113"/>
                  <a:pt x="113" y="113"/>
                  <a:pt x="113" y="113"/>
                </a:cubicBezTo>
                <a:cubicBezTo>
                  <a:pt x="114" y="114"/>
                  <a:pt x="116" y="115"/>
                  <a:pt x="119" y="115"/>
                </a:cubicBezTo>
                <a:cubicBezTo>
                  <a:pt x="121" y="116"/>
                  <a:pt x="123" y="115"/>
                  <a:pt x="125" y="113"/>
                </a:cubicBezTo>
                <a:cubicBezTo>
                  <a:pt x="126" y="112"/>
                  <a:pt x="127" y="109"/>
                  <a:pt x="127" y="107"/>
                </a:cubicBezTo>
                <a:cubicBezTo>
                  <a:pt x="127" y="106"/>
                  <a:pt x="127" y="105"/>
                  <a:pt x="127" y="105"/>
                </a:cubicBezTo>
                <a:moveTo>
                  <a:pt x="92" y="113"/>
                </a:moveTo>
                <a:cubicBezTo>
                  <a:pt x="97" y="115"/>
                  <a:pt x="97" y="115"/>
                  <a:pt x="97" y="115"/>
                </a:cubicBezTo>
                <a:cubicBezTo>
                  <a:pt x="98" y="116"/>
                  <a:pt x="101" y="116"/>
                  <a:pt x="104" y="116"/>
                </a:cubicBezTo>
                <a:cubicBezTo>
                  <a:pt x="107" y="116"/>
                  <a:pt x="109" y="115"/>
                  <a:pt x="110" y="114"/>
                </a:cubicBezTo>
                <a:cubicBezTo>
                  <a:pt x="111" y="113"/>
                  <a:pt x="112" y="113"/>
                  <a:pt x="112" y="112"/>
                </a:cubicBezTo>
                <a:moveTo>
                  <a:pt x="66" y="105"/>
                </a:moveTo>
                <a:cubicBezTo>
                  <a:pt x="80" y="89"/>
                  <a:pt x="80" y="89"/>
                  <a:pt x="80" y="89"/>
                </a:cubicBezTo>
                <a:cubicBezTo>
                  <a:pt x="82" y="86"/>
                  <a:pt x="82" y="82"/>
                  <a:pt x="80" y="80"/>
                </a:cubicBezTo>
                <a:cubicBezTo>
                  <a:pt x="78" y="79"/>
                  <a:pt x="76" y="78"/>
                  <a:pt x="75" y="79"/>
                </a:cubicBezTo>
                <a:cubicBezTo>
                  <a:pt x="73" y="79"/>
                  <a:pt x="72" y="80"/>
                  <a:pt x="71" y="81"/>
                </a:cubicBezTo>
                <a:cubicBezTo>
                  <a:pt x="57" y="96"/>
                  <a:pt x="57" y="96"/>
                  <a:pt x="57" y="96"/>
                </a:cubicBezTo>
                <a:cubicBezTo>
                  <a:pt x="54" y="99"/>
                  <a:pt x="54" y="103"/>
                  <a:pt x="57" y="105"/>
                </a:cubicBezTo>
                <a:cubicBezTo>
                  <a:pt x="58" y="107"/>
                  <a:pt x="60" y="107"/>
                  <a:pt x="62" y="107"/>
                </a:cubicBezTo>
                <a:cubicBezTo>
                  <a:pt x="64" y="107"/>
                  <a:pt x="65" y="106"/>
                  <a:pt x="66" y="105"/>
                </a:cubicBezTo>
                <a:close/>
                <a:moveTo>
                  <a:pt x="78" y="110"/>
                </a:moveTo>
                <a:cubicBezTo>
                  <a:pt x="91" y="96"/>
                  <a:pt x="91" y="96"/>
                  <a:pt x="91" y="96"/>
                </a:cubicBezTo>
                <a:cubicBezTo>
                  <a:pt x="93" y="93"/>
                  <a:pt x="93" y="89"/>
                  <a:pt x="90" y="87"/>
                </a:cubicBezTo>
                <a:cubicBezTo>
                  <a:pt x="89" y="86"/>
                  <a:pt x="87" y="85"/>
                  <a:pt x="85" y="85"/>
                </a:cubicBezTo>
                <a:cubicBezTo>
                  <a:pt x="84" y="86"/>
                  <a:pt x="82" y="86"/>
                  <a:pt x="81" y="87"/>
                </a:cubicBezTo>
                <a:cubicBezTo>
                  <a:pt x="68" y="102"/>
                  <a:pt x="68" y="102"/>
                  <a:pt x="68" y="102"/>
                </a:cubicBezTo>
                <a:cubicBezTo>
                  <a:pt x="66" y="105"/>
                  <a:pt x="66" y="109"/>
                  <a:pt x="69" y="111"/>
                </a:cubicBezTo>
                <a:cubicBezTo>
                  <a:pt x="70" y="112"/>
                  <a:pt x="72" y="113"/>
                  <a:pt x="74" y="112"/>
                </a:cubicBezTo>
                <a:cubicBezTo>
                  <a:pt x="75" y="112"/>
                  <a:pt x="77" y="112"/>
                  <a:pt x="78" y="110"/>
                </a:cubicBezTo>
                <a:close/>
                <a:moveTo>
                  <a:pt x="96" y="109"/>
                </a:moveTo>
                <a:cubicBezTo>
                  <a:pt x="97" y="107"/>
                  <a:pt x="97" y="107"/>
                  <a:pt x="97" y="107"/>
                </a:cubicBezTo>
                <a:cubicBezTo>
                  <a:pt x="100" y="104"/>
                  <a:pt x="100" y="100"/>
                  <a:pt x="97" y="98"/>
                </a:cubicBezTo>
                <a:cubicBezTo>
                  <a:pt x="96" y="97"/>
                  <a:pt x="94" y="96"/>
                  <a:pt x="92" y="97"/>
                </a:cubicBezTo>
                <a:cubicBezTo>
                  <a:pt x="91" y="97"/>
                  <a:pt x="89" y="97"/>
                  <a:pt x="88" y="99"/>
                </a:cubicBezTo>
                <a:cubicBezTo>
                  <a:pt x="81" y="107"/>
                  <a:pt x="81" y="107"/>
                  <a:pt x="81" y="107"/>
                </a:cubicBezTo>
                <a:cubicBezTo>
                  <a:pt x="78" y="110"/>
                  <a:pt x="79" y="114"/>
                  <a:pt x="81" y="116"/>
                </a:cubicBezTo>
                <a:cubicBezTo>
                  <a:pt x="82" y="117"/>
                  <a:pt x="84" y="118"/>
                  <a:pt x="86" y="117"/>
                </a:cubicBezTo>
                <a:cubicBezTo>
                  <a:pt x="88" y="117"/>
                  <a:pt x="89" y="116"/>
                  <a:pt x="90" y="115"/>
                </a:cubicBezTo>
                <a:lnTo>
                  <a:pt x="96" y="109"/>
                </a:lnTo>
                <a:close/>
                <a:moveTo>
                  <a:pt x="178" y="1"/>
                </a:moveTo>
                <a:cubicBezTo>
                  <a:pt x="165" y="8"/>
                  <a:pt x="146" y="18"/>
                  <a:pt x="143" y="20"/>
                </a:cubicBezTo>
                <a:cubicBezTo>
                  <a:pt x="145" y="24"/>
                  <a:pt x="158" y="45"/>
                  <a:pt x="173" y="70"/>
                </a:cubicBezTo>
                <a:cubicBezTo>
                  <a:pt x="174" y="74"/>
                  <a:pt x="174" y="74"/>
                  <a:pt x="174" y="74"/>
                </a:cubicBezTo>
                <a:cubicBezTo>
                  <a:pt x="208" y="56"/>
                  <a:pt x="208" y="56"/>
                  <a:pt x="208" y="56"/>
                </a:cubicBezTo>
                <a:moveTo>
                  <a:pt x="147" y="27"/>
                </a:moveTo>
                <a:cubicBezTo>
                  <a:pt x="131" y="21"/>
                  <a:pt x="122" y="30"/>
                  <a:pt x="112" y="30"/>
                </a:cubicBezTo>
                <a:cubicBezTo>
                  <a:pt x="108" y="30"/>
                  <a:pt x="105" y="31"/>
                  <a:pt x="103" y="31"/>
                </a:cubicBezTo>
                <a:cubicBezTo>
                  <a:pt x="102" y="31"/>
                  <a:pt x="102" y="31"/>
                  <a:pt x="102" y="31"/>
                </a:cubicBezTo>
                <a:cubicBezTo>
                  <a:pt x="101" y="31"/>
                  <a:pt x="100" y="31"/>
                  <a:pt x="99" y="32"/>
                </a:cubicBezTo>
                <a:cubicBezTo>
                  <a:pt x="71" y="46"/>
                  <a:pt x="71" y="46"/>
                  <a:pt x="71" y="46"/>
                </a:cubicBezTo>
                <a:cubicBezTo>
                  <a:pt x="58" y="53"/>
                  <a:pt x="71" y="62"/>
                  <a:pt x="75" y="61"/>
                </a:cubicBezTo>
                <a:cubicBezTo>
                  <a:pt x="80" y="60"/>
                  <a:pt x="91" y="56"/>
                  <a:pt x="98" y="53"/>
                </a:cubicBezTo>
                <a:cubicBezTo>
                  <a:pt x="103" y="51"/>
                  <a:pt x="108" y="52"/>
                  <a:pt x="112" y="55"/>
                </a:cubicBezTo>
                <a:cubicBezTo>
                  <a:pt x="124" y="64"/>
                  <a:pt x="151" y="83"/>
                  <a:pt x="152" y="85"/>
                </a:cubicBezTo>
                <a:moveTo>
                  <a:pt x="171" y="68"/>
                </a:moveTo>
                <a:cubicBezTo>
                  <a:pt x="169" y="69"/>
                  <a:pt x="163" y="72"/>
                  <a:pt x="161" y="74"/>
                </a:cubicBezTo>
                <a:cubicBezTo>
                  <a:pt x="161" y="74"/>
                  <a:pt x="160" y="76"/>
                  <a:pt x="159" y="78"/>
                </a:cubicBezTo>
                <a:cubicBezTo>
                  <a:pt x="157" y="80"/>
                  <a:pt x="155" y="84"/>
                  <a:pt x="152" y="85"/>
                </a:cubicBezTo>
                <a:moveTo>
                  <a:pt x="52" y="84"/>
                </a:moveTo>
                <a:cubicBezTo>
                  <a:pt x="52" y="84"/>
                  <a:pt x="52" y="84"/>
                  <a:pt x="52" y="84"/>
                </a:cubicBezTo>
                <a:moveTo>
                  <a:pt x="0" y="53"/>
                </a:moveTo>
                <a:cubicBezTo>
                  <a:pt x="30" y="78"/>
                  <a:pt x="30" y="78"/>
                  <a:pt x="30" y="78"/>
                </a:cubicBezTo>
                <a:cubicBezTo>
                  <a:pt x="72" y="24"/>
                  <a:pt x="72" y="24"/>
                  <a:pt x="72" y="24"/>
                </a:cubicBezTo>
                <a:cubicBezTo>
                  <a:pt x="43" y="0"/>
                  <a:pt x="43" y="0"/>
                  <a:pt x="43" y="0"/>
                </a:cubicBezTo>
                <a:moveTo>
                  <a:pt x="33" y="74"/>
                </a:moveTo>
                <a:cubicBezTo>
                  <a:pt x="41" y="81"/>
                  <a:pt x="50" y="85"/>
                  <a:pt x="50" y="85"/>
                </a:cubicBezTo>
                <a:moveTo>
                  <a:pt x="89" y="37"/>
                </a:moveTo>
                <a:cubicBezTo>
                  <a:pt x="85" y="35"/>
                  <a:pt x="76" y="31"/>
                  <a:pt x="69" y="29"/>
                </a:cubicBezTo>
              </a:path>
            </a:pathLst>
          </a:custGeom>
          <a:noFill/>
          <a:ln w="14288"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22" name="Text Placeholder 33">
            <a:extLst>
              <a:ext uri="{FF2B5EF4-FFF2-40B4-BE49-F238E27FC236}">
                <a16:creationId xmlns:a16="http://schemas.microsoft.com/office/drawing/2014/main" id="{30AC9E0C-FAA9-4FE2-AC73-B68A60B34DF5}"/>
              </a:ext>
            </a:extLst>
          </p:cNvPr>
          <p:cNvSpPr txBox="1">
            <a:spLocks/>
          </p:cNvSpPr>
          <p:nvPr/>
        </p:nvSpPr>
        <p:spPr>
          <a:xfrm>
            <a:off x="1089660" y="2365460"/>
            <a:ext cx="2343174"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latin typeface="Montserrat Light" panose="00000400000000000000" pitchFamily="50" charset="-52"/>
              </a:rPr>
              <a:t>Lorem ipsum dolor sit amet, consectetur adipiscing elit, sed do eiusmod tempor incididunt ut labore et dolore magna</a:t>
            </a:r>
          </a:p>
        </p:txBody>
      </p:sp>
      <p:sp>
        <p:nvSpPr>
          <p:cNvPr id="23" name="Text Placeholder 33">
            <a:extLst>
              <a:ext uri="{FF2B5EF4-FFF2-40B4-BE49-F238E27FC236}">
                <a16:creationId xmlns:a16="http://schemas.microsoft.com/office/drawing/2014/main" id="{3123A517-17AF-4707-A5C1-F8BC0B6D7FC5}"/>
              </a:ext>
            </a:extLst>
          </p:cNvPr>
          <p:cNvSpPr txBox="1">
            <a:spLocks/>
          </p:cNvSpPr>
          <p:nvPr/>
        </p:nvSpPr>
        <p:spPr>
          <a:xfrm>
            <a:off x="1089660" y="5139033"/>
            <a:ext cx="2343174"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latin typeface="Montserrat Light" panose="00000400000000000000" pitchFamily="50" charset="-52"/>
              </a:rPr>
              <a:t>Lorem ipsum dolor sit amet, consectetur adipiscing elit, sed do eiusmod tempor incididunt ut labore et dolore magna</a:t>
            </a:r>
          </a:p>
        </p:txBody>
      </p:sp>
      <p:sp>
        <p:nvSpPr>
          <p:cNvPr id="24" name="Text Placeholder 33">
            <a:extLst>
              <a:ext uri="{FF2B5EF4-FFF2-40B4-BE49-F238E27FC236}">
                <a16:creationId xmlns:a16="http://schemas.microsoft.com/office/drawing/2014/main" id="{78652E2F-8C7E-41C7-B4C5-38D425455B74}"/>
              </a:ext>
            </a:extLst>
          </p:cNvPr>
          <p:cNvSpPr txBox="1">
            <a:spLocks/>
          </p:cNvSpPr>
          <p:nvPr/>
        </p:nvSpPr>
        <p:spPr>
          <a:xfrm>
            <a:off x="8711734" y="2365460"/>
            <a:ext cx="2343174"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 incididunt ut labore et dolore magna</a:t>
            </a:r>
          </a:p>
        </p:txBody>
      </p:sp>
      <p:sp>
        <p:nvSpPr>
          <p:cNvPr id="25" name="Text Placeholder 33">
            <a:extLst>
              <a:ext uri="{FF2B5EF4-FFF2-40B4-BE49-F238E27FC236}">
                <a16:creationId xmlns:a16="http://schemas.microsoft.com/office/drawing/2014/main" id="{7FF77505-CAAF-4FDB-A4D1-210711F49699}"/>
              </a:ext>
            </a:extLst>
          </p:cNvPr>
          <p:cNvSpPr txBox="1">
            <a:spLocks/>
          </p:cNvSpPr>
          <p:nvPr/>
        </p:nvSpPr>
        <p:spPr>
          <a:xfrm>
            <a:off x="8711734" y="5139033"/>
            <a:ext cx="2343174"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 incididunt ut labore et dolore magna</a:t>
            </a:r>
          </a:p>
        </p:txBody>
      </p:sp>
      <p:sp>
        <p:nvSpPr>
          <p:cNvPr id="26" name="TextBox 25">
            <a:extLst>
              <a:ext uri="{FF2B5EF4-FFF2-40B4-BE49-F238E27FC236}">
                <a16:creationId xmlns:a16="http://schemas.microsoft.com/office/drawing/2014/main" id="{251ACED5-7850-4406-81B7-7766F9D0F551}"/>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4205241949"/>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1250"/>
                                            <p:tgtEl>
                                              <p:spTgt spid="4"/>
                                            </p:tgtEl>
                                          </p:cBhvr>
                                        </p:animEffect>
                                      </p:childTnLst>
                                    </p:cTn>
                                  </p:par>
                                  <p:par>
                                    <p:cTn id="8" presetID="21" presetClass="entr" presetSubtype="1"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wheel(1)">
                                          <p:cBhvr>
                                            <p:cTn id="10" dur="1250"/>
                                            <p:tgtEl>
                                              <p:spTgt spid="5"/>
                                            </p:tgtEl>
                                          </p:cBhvr>
                                        </p:animEffect>
                                      </p:childTnLst>
                                    </p:cTn>
                                  </p:par>
                                  <p:par>
                                    <p:cTn id="11" presetID="21" presetClass="entr" presetSubtype="1" fill="hold" grpId="0" nodeType="with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wheel(1)">
                                          <p:cBhvr>
                                            <p:cTn id="13" dur="1250"/>
                                            <p:tgtEl>
                                              <p:spTgt spid="6"/>
                                            </p:tgtEl>
                                          </p:cBhvr>
                                        </p:animEffect>
                                      </p:childTnLst>
                                    </p:cTn>
                                  </p:par>
                                  <p:par>
                                    <p:cTn id="14" presetID="21" presetClass="entr" presetSubtype="1" fill="hold" grpId="0" nodeType="withEffect">
                                      <p:stCondLst>
                                        <p:cond delay="750"/>
                                      </p:stCondLst>
                                      <p:childTnLst>
                                        <p:set>
                                          <p:cBhvr>
                                            <p:cTn id="15" dur="1" fill="hold">
                                              <p:stCondLst>
                                                <p:cond delay="0"/>
                                              </p:stCondLst>
                                            </p:cTn>
                                            <p:tgtEl>
                                              <p:spTgt spid="7"/>
                                            </p:tgtEl>
                                            <p:attrNameLst>
                                              <p:attrName>style.visibility</p:attrName>
                                            </p:attrNameLst>
                                          </p:cBhvr>
                                          <p:to>
                                            <p:strVal val="visible"/>
                                          </p:to>
                                        </p:set>
                                        <p:animEffect transition="in" filter="wheel(1)">
                                          <p:cBhvr>
                                            <p:cTn id="16" dur="1250"/>
                                            <p:tgtEl>
                                              <p:spTgt spid="7"/>
                                            </p:tgtEl>
                                          </p:cBhvr>
                                        </p:animEffect>
                                      </p:childTnLst>
                                    </p:cTn>
                                  </p:par>
                                  <p:par>
                                    <p:cTn id="17" presetID="2" presetClass="entr" presetSubtype="8" fill="hold" grpId="0" nodeType="withEffect" p14:presetBounceEnd="67000">
                                      <p:stCondLst>
                                        <p:cond delay="250"/>
                                      </p:stCondLst>
                                      <p:childTnLst>
                                        <p:set>
                                          <p:cBhvr>
                                            <p:cTn id="18" dur="1" fill="hold">
                                              <p:stCondLst>
                                                <p:cond delay="0"/>
                                              </p:stCondLst>
                                            </p:cTn>
                                            <p:tgtEl>
                                              <p:spTgt spid="13"/>
                                            </p:tgtEl>
                                            <p:attrNameLst>
                                              <p:attrName>style.visibility</p:attrName>
                                            </p:attrNameLst>
                                          </p:cBhvr>
                                          <p:to>
                                            <p:strVal val="visible"/>
                                          </p:to>
                                        </p:set>
                                        <p:anim calcmode="lin" valueType="num" p14:bounceEnd="67000">
                                          <p:cBhvr additive="base">
                                            <p:cTn id="19" dur="1000" fill="hold"/>
                                            <p:tgtEl>
                                              <p:spTgt spid="13"/>
                                            </p:tgtEl>
                                            <p:attrNameLst>
                                              <p:attrName>ppt_x</p:attrName>
                                            </p:attrNameLst>
                                          </p:cBhvr>
                                          <p:tavLst>
                                            <p:tav tm="0">
                                              <p:val>
                                                <p:strVal val="0-#ppt_w/2"/>
                                              </p:val>
                                            </p:tav>
                                            <p:tav tm="100000">
                                              <p:val>
                                                <p:strVal val="#ppt_x"/>
                                              </p:val>
                                            </p:tav>
                                          </p:tavLst>
                                        </p:anim>
                                        <p:anim calcmode="lin" valueType="num" p14:bounceEnd="67000">
                                          <p:cBhvr additive="base">
                                            <p:cTn id="20" dur="1000" fill="hold"/>
                                            <p:tgtEl>
                                              <p:spTgt spid="13"/>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14:presetBounceEnd="67000">
                                      <p:stCondLst>
                                        <p:cond delay="500"/>
                                      </p:stCondLst>
                                      <p:childTnLst>
                                        <p:set>
                                          <p:cBhvr>
                                            <p:cTn id="22" dur="1" fill="hold">
                                              <p:stCondLst>
                                                <p:cond delay="0"/>
                                              </p:stCondLst>
                                            </p:cTn>
                                            <p:tgtEl>
                                              <p:spTgt spid="12"/>
                                            </p:tgtEl>
                                            <p:attrNameLst>
                                              <p:attrName>style.visibility</p:attrName>
                                            </p:attrNameLst>
                                          </p:cBhvr>
                                          <p:to>
                                            <p:strVal val="visible"/>
                                          </p:to>
                                        </p:set>
                                        <p:anim calcmode="lin" valueType="num" p14:bounceEnd="67000">
                                          <p:cBhvr additive="base">
                                            <p:cTn id="23" dur="1000" fill="hold"/>
                                            <p:tgtEl>
                                              <p:spTgt spid="12"/>
                                            </p:tgtEl>
                                            <p:attrNameLst>
                                              <p:attrName>ppt_x</p:attrName>
                                            </p:attrNameLst>
                                          </p:cBhvr>
                                          <p:tavLst>
                                            <p:tav tm="0">
                                              <p:val>
                                                <p:strVal val="0-#ppt_w/2"/>
                                              </p:val>
                                            </p:tav>
                                            <p:tav tm="100000">
                                              <p:val>
                                                <p:strVal val="#ppt_x"/>
                                              </p:val>
                                            </p:tav>
                                          </p:tavLst>
                                        </p:anim>
                                        <p:anim calcmode="lin" valueType="num" p14:bounceEnd="67000">
                                          <p:cBhvr additive="base">
                                            <p:cTn id="24" dur="10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14:presetBounceEnd="67000">
                                      <p:stCondLst>
                                        <p:cond delay="750"/>
                                      </p:stCondLst>
                                      <p:childTnLst>
                                        <p:set>
                                          <p:cBhvr>
                                            <p:cTn id="26" dur="1" fill="hold">
                                              <p:stCondLst>
                                                <p:cond delay="0"/>
                                              </p:stCondLst>
                                            </p:cTn>
                                            <p:tgtEl>
                                              <p:spTgt spid="11"/>
                                            </p:tgtEl>
                                            <p:attrNameLst>
                                              <p:attrName>style.visibility</p:attrName>
                                            </p:attrNameLst>
                                          </p:cBhvr>
                                          <p:to>
                                            <p:strVal val="visible"/>
                                          </p:to>
                                        </p:set>
                                        <p:anim calcmode="lin" valueType="num" p14:bounceEnd="67000">
                                          <p:cBhvr additive="base">
                                            <p:cTn id="27" dur="1000" fill="hold"/>
                                            <p:tgtEl>
                                              <p:spTgt spid="11"/>
                                            </p:tgtEl>
                                            <p:attrNameLst>
                                              <p:attrName>ppt_x</p:attrName>
                                            </p:attrNameLst>
                                          </p:cBhvr>
                                          <p:tavLst>
                                            <p:tav tm="0">
                                              <p:val>
                                                <p:strVal val="0-#ppt_w/2"/>
                                              </p:val>
                                            </p:tav>
                                            <p:tav tm="100000">
                                              <p:val>
                                                <p:strVal val="#ppt_x"/>
                                              </p:val>
                                            </p:tav>
                                          </p:tavLst>
                                        </p:anim>
                                        <p:anim calcmode="lin" valueType="num" p14:bounceEnd="67000">
                                          <p:cBhvr additive="base">
                                            <p:cTn id="28" dur="1000" fill="hold"/>
                                            <p:tgtEl>
                                              <p:spTgt spid="11"/>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14:presetBounceEnd="67000">
                                      <p:stCondLst>
                                        <p:cond delay="1000"/>
                                      </p:stCondLst>
                                      <p:childTnLst>
                                        <p:set>
                                          <p:cBhvr>
                                            <p:cTn id="30" dur="1" fill="hold">
                                              <p:stCondLst>
                                                <p:cond delay="0"/>
                                              </p:stCondLst>
                                            </p:cTn>
                                            <p:tgtEl>
                                              <p:spTgt spid="10"/>
                                            </p:tgtEl>
                                            <p:attrNameLst>
                                              <p:attrName>style.visibility</p:attrName>
                                            </p:attrNameLst>
                                          </p:cBhvr>
                                          <p:to>
                                            <p:strVal val="visible"/>
                                          </p:to>
                                        </p:set>
                                        <p:anim calcmode="lin" valueType="num" p14:bounceEnd="67000">
                                          <p:cBhvr additive="base">
                                            <p:cTn id="31" dur="1000" fill="hold"/>
                                            <p:tgtEl>
                                              <p:spTgt spid="10"/>
                                            </p:tgtEl>
                                            <p:attrNameLst>
                                              <p:attrName>ppt_x</p:attrName>
                                            </p:attrNameLst>
                                          </p:cBhvr>
                                          <p:tavLst>
                                            <p:tav tm="0">
                                              <p:val>
                                                <p:strVal val="0-#ppt_w/2"/>
                                              </p:val>
                                            </p:tav>
                                            <p:tav tm="100000">
                                              <p:val>
                                                <p:strVal val="#ppt_x"/>
                                              </p:val>
                                            </p:tav>
                                          </p:tavLst>
                                        </p:anim>
                                        <p:anim calcmode="lin" valueType="num" p14:bounceEnd="67000">
                                          <p:cBhvr additive="base">
                                            <p:cTn id="32" dur="10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14:presetBounceEnd="67000">
                                      <p:stCondLst>
                                        <p:cond delay="500"/>
                                      </p:stCondLst>
                                      <p:childTnLst>
                                        <p:set>
                                          <p:cBhvr>
                                            <p:cTn id="34" dur="1" fill="hold">
                                              <p:stCondLst>
                                                <p:cond delay="0"/>
                                              </p:stCondLst>
                                            </p:cTn>
                                            <p:tgtEl>
                                              <p:spTgt spid="19"/>
                                            </p:tgtEl>
                                            <p:attrNameLst>
                                              <p:attrName>style.visibility</p:attrName>
                                            </p:attrNameLst>
                                          </p:cBhvr>
                                          <p:to>
                                            <p:strVal val="visible"/>
                                          </p:to>
                                        </p:set>
                                        <p:anim calcmode="lin" valueType="num" p14:bounceEnd="67000">
                                          <p:cBhvr additive="base">
                                            <p:cTn id="35" dur="1000" fill="hold"/>
                                            <p:tgtEl>
                                              <p:spTgt spid="19"/>
                                            </p:tgtEl>
                                            <p:attrNameLst>
                                              <p:attrName>ppt_x</p:attrName>
                                            </p:attrNameLst>
                                          </p:cBhvr>
                                          <p:tavLst>
                                            <p:tav tm="0">
                                              <p:val>
                                                <p:strVal val="0-#ppt_w/2"/>
                                              </p:val>
                                            </p:tav>
                                            <p:tav tm="100000">
                                              <p:val>
                                                <p:strVal val="#ppt_x"/>
                                              </p:val>
                                            </p:tav>
                                          </p:tavLst>
                                        </p:anim>
                                        <p:anim calcmode="lin" valueType="num" p14:bounceEnd="67000">
                                          <p:cBhvr additive="base">
                                            <p:cTn id="36" dur="1000" fill="hold"/>
                                            <p:tgtEl>
                                              <p:spTgt spid="19"/>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14:presetBounceEnd="67000">
                                      <p:stCondLst>
                                        <p:cond delay="500"/>
                                      </p:stCondLst>
                                      <p:childTnLst>
                                        <p:set>
                                          <p:cBhvr>
                                            <p:cTn id="38" dur="1" fill="hold">
                                              <p:stCondLst>
                                                <p:cond delay="0"/>
                                              </p:stCondLst>
                                            </p:cTn>
                                            <p:tgtEl>
                                              <p:spTgt spid="20"/>
                                            </p:tgtEl>
                                            <p:attrNameLst>
                                              <p:attrName>style.visibility</p:attrName>
                                            </p:attrNameLst>
                                          </p:cBhvr>
                                          <p:to>
                                            <p:strVal val="visible"/>
                                          </p:to>
                                        </p:set>
                                        <p:anim calcmode="lin" valueType="num" p14:bounceEnd="67000">
                                          <p:cBhvr additive="base">
                                            <p:cTn id="39" dur="1000" fill="hold"/>
                                            <p:tgtEl>
                                              <p:spTgt spid="20"/>
                                            </p:tgtEl>
                                            <p:attrNameLst>
                                              <p:attrName>ppt_x</p:attrName>
                                            </p:attrNameLst>
                                          </p:cBhvr>
                                          <p:tavLst>
                                            <p:tav tm="0">
                                              <p:val>
                                                <p:strVal val="0-#ppt_w/2"/>
                                              </p:val>
                                            </p:tav>
                                            <p:tav tm="100000">
                                              <p:val>
                                                <p:strVal val="#ppt_x"/>
                                              </p:val>
                                            </p:tav>
                                          </p:tavLst>
                                        </p:anim>
                                        <p:anim calcmode="lin" valueType="num" p14:bounceEnd="67000">
                                          <p:cBhvr additive="base">
                                            <p:cTn id="40" dur="1000" fill="hold"/>
                                            <p:tgtEl>
                                              <p:spTgt spid="20"/>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14:presetBounceEnd="67000">
                                      <p:stCondLst>
                                        <p:cond delay="500"/>
                                      </p:stCondLst>
                                      <p:childTnLst>
                                        <p:set>
                                          <p:cBhvr>
                                            <p:cTn id="42" dur="1" fill="hold">
                                              <p:stCondLst>
                                                <p:cond delay="0"/>
                                              </p:stCondLst>
                                            </p:cTn>
                                            <p:tgtEl>
                                              <p:spTgt spid="23"/>
                                            </p:tgtEl>
                                            <p:attrNameLst>
                                              <p:attrName>style.visibility</p:attrName>
                                            </p:attrNameLst>
                                          </p:cBhvr>
                                          <p:to>
                                            <p:strVal val="visible"/>
                                          </p:to>
                                        </p:set>
                                        <p:anim calcmode="lin" valueType="num" p14:bounceEnd="67000">
                                          <p:cBhvr additive="base">
                                            <p:cTn id="43" dur="1000" fill="hold"/>
                                            <p:tgtEl>
                                              <p:spTgt spid="23"/>
                                            </p:tgtEl>
                                            <p:attrNameLst>
                                              <p:attrName>ppt_x</p:attrName>
                                            </p:attrNameLst>
                                          </p:cBhvr>
                                          <p:tavLst>
                                            <p:tav tm="0">
                                              <p:val>
                                                <p:strVal val="0-#ppt_w/2"/>
                                              </p:val>
                                            </p:tav>
                                            <p:tav tm="100000">
                                              <p:val>
                                                <p:strVal val="#ppt_x"/>
                                              </p:val>
                                            </p:tav>
                                          </p:tavLst>
                                        </p:anim>
                                        <p:anim calcmode="lin" valueType="num" p14:bounceEnd="67000">
                                          <p:cBhvr additive="base">
                                            <p:cTn id="44" dur="1000" fill="hold"/>
                                            <p:tgtEl>
                                              <p:spTgt spid="23"/>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14:presetBounceEnd="67000">
                                      <p:stCondLst>
                                        <p:cond delay="750"/>
                                      </p:stCondLst>
                                      <p:childTnLst>
                                        <p:set>
                                          <p:cBhvr>
                                            <p:cTn id="46" dur="1" fill="hold">
                                              <p:stCondLst>
                                                <p:cond delay="0"/>
                                              </p:stCondLst>
                                            </p:cTn>
                                            <p:tgtEl>
                                              <p:spTgt spid="18"/>
                                            </p:tgtEl>
                                            <p:attrNameLst>
                                              <p:attrName>style.visibility</p:attrName>
                                            </p:attrNameLst>
                                          </p:cBhvr>
                                          <p:to>
                                            <p:strVal val="visible"/>
                                          </p:to>
                                        </p:set>
                                        <p:anim calcmode="lin" valueType="num" p14:bounceEnd="67000">
                                          <p:cBhvr additive="base">
                                            <p:cTn id="47" dur="1000" fill="hold"/>
                                            <p:tgtEl>
                                              <p:spTgt spid="18"/>
                                            </p:tgtEl>
                                            <p:attrNameLst>
                                              <p:attrName>ppt_x</p:attrName>
                                            </p:attrNameLst>
                                          </p:cBhvr>
                                          <p:tavLst>
                                            <p:tav tm="0">
                                              <p:val>
                                                <p:strVal val="0-#ppt_w/2"/>
                                              </p:val>
                                            </p:tav>
                                            <p:tav tm="100000">
                                              <p:val>
                                                <p:strVal val="#ppt_x"/>
                                              </p:val>
                                            </p:tav>
                                          </p:tavLst>
                                        </p:anim>
                                        <p:anim calcmode="lin" valueType="num" p14:bounceEnd="67000">
                                          <p:cBhvr additive="base">
                                            <p:cTn id="48" dur="1000" fill="hold"/>
                                            <p:tgtEl>
                                              <p:spTgt spid="18"/>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14:presetBounceEnd="67000">
                                      <p:stCondLst>
                                        <p:cond delay="750"/>
                                      </p:stCondLst>
                                      <p:childTnLst>
                                        <p:set>
                                          <p:cBhvr>
                                            <p:cTn id="50" dur="1" fill="hold">
                                              <p:stCondLst>
                                                <p:cond delay="0"/>
                                              </p:stCondLst>
                                            </p:cTn>
                                            <p:tgtEl>
                                              <p:spTgt spid="21"/>
                                            </p:tgtEl>
                                            <p:attrNameLst>
                                              <p:attrName>style.visibility</p:attrName>
                                            </p:attrNameLst>
                                          </p:cBhvr>
                                          <p:to>
                                            <p:strVal val="visible"/>
                                          </p:to>
                                        </p:set>
                                        <p:anim calcmode="lin" valueType="num" p14:bounceEnd="67000">
                                          <p:cBhvr additive="base">
                                            <p:cTn id="51" dur="1000" fill="hold"/>
                                            <p:tgtEl>
                                              <p:spTgt spid="21"/>
                                            </p:tgtEl>
                                            <p:attrNameLst>
                                              <p:attrName>ppt_x</p:attrName>
                                            </p:attrNameLst>
                                          </p:cBhvr>
                                          <p:tavLst>
                                            <p:tav tm="0">
                                              <p:val>
                                                <p:strVal val="0-#ppt_w/2"/>
                                              </p:val>
                                            </p:tav>
                                            <p:tav tm="100000">
                                              <p:val>
                                                <p:strVal val="#ppt_x"/>
                                              </p:val>
                                            </p:tav>
                                          </p:tavLst>
                                        </p:anim>
                                        <p:anim calcmode="lin" valueType="num" p14:bounceEnd="67000">
                                          <p:cBhvr additive="base">
                                            <p:cTn id="52" dur="1000" fill="hold"/>
                                            <p:tgtEl>
                                              <p:spTgt spid="21"/>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14:presetBounceEnd="67000">
                                      <p:stCondLst>
                                        <p:cond delay="750"/>
                                      </p:stCondLst>
                                      <p:childTnLst>
                                        <p:set>
                                          <p:cBhvr>
                                            <p:cTn id="54" dur="1" fill="hold">
                                              <p:stCondLst>
                                                <p:cond delay="0"/>
                                              </p:stCondLst>
                                            </p:cTn>
                                            <p:tgtEl>
                                              <p:spTgt spid="22"/>
                                            </p:tgtEl>
                                            <p:attrNameLst>
                                              <p:attrName>style.visibility</p:attrName>
                                            </p:attrNameLst>
                                          </p:cBhvr>
                                          <p:to>
                                            <p:strVal val="visible"/>
                                          </p:to>
                                        </p:set>
                                        <p:anim calcmode="lin" valueType="num" p14:bounceEnd="67000">
                                          <p:cBhvr additive="base">
                                            <p:cTn id="55" dur="1000" fill="hold"/>
                                            <p:tgtEl>
                                              <p:spTgt spid="22"/>
                                            </p:tgtEl>
                                            <p:attrNameLst>
                                              <p:attrName>ppt_x</p:attrName>
                                            </p:attrNameLst>
                                          </p:cBhvr>
                                          <p:tavLst>
                                            <p:tav tm="0">
                                              <p:val>
                                                <p:strVal val="0-#ppt_w/2"/>
                                              </p:val>
                                            </p:tav>
                                            <p:tav tm="100000">
                                              <p:val>
                                                <p:strVal val="#ppt_x"/>
                                              </p:val>
                                            </p:tav>
                                          </p:tavLst>
                                        </p:anim>
                                        <p:anim calcmode="lin" valueType="num" p14:bounceEnd="67000">
                                          <p:cBhvr additive="base">
                                            <p:cTn id="56" dur="1000" fill="hold"/>
                                            <p:tgtEl>
                                              <p:spTgt spid="22"/>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14:presetBounceEnd="67000">
                                      <p:stCondLst>
                                        <p:cond delay="1000"/>
                                      </p:stCondLst>
                                      <p:childTnLst>
                                        <p:set>
                                          <p:cBhvr>
                                            <p:cTn id="58" dur="1" fill="hold">
                                              <p:stCondLst>
                                                <p:cond delay="0"/>
                                              </p:stCondLst>
                                            </p:cTn>
                                            <p:tgtEl>
                                              <p:spTgt spid="14"/>
                                            </p:tgtEl>
                                            <p:attrNameLst>
                                              <p:attrName>style.visibility</p:attrName>
                                            </p:attrNameLst>
                                          </p:cBhvr>
                                          <p:to>
                                            <p:strVal val="visible"/>
                                          </p:to>
                                        </p:set>
                                        <p:anim calcmode="lin" valueType="num" p14:bounceEnd="67000">
                                          <p:cBhvr additive="base">
                                            <p:cTn id="59" dur="1000" fill="hold"/>
                                            <p:tgtEl>
                                              <p:spTgt spid="14"/>
                                            </p:tgtEl>
                                            <p:attrNameLst>
                                              <p:attrName>ppt_x</p:attrName>
                                            </p:attrNameLst>
                                          </p:cBhvr>
                                          <p:tavLst>
                                            <p:tav tm="0">
                                              <p:val>
                                                <p:strVal val="1+#ppt_w/2"/>
                                              </p:val>
                                            </p:tav>
                                            <p:tav tm="100000">
                                              <p:val>
                                                <p:strVal val="#ppt_x"/>
                                              </p:val>
                                            </p:tav>
                                          </p:tavLst>
                                        </p:anim>
                                        <p:anim calcmode="lin" valueType="num" p14:bounceEnd="67000">
                                          <p:cBhvr additive="base">
                                            <p:cTn id="60" dur="1000" fill="hold"/>
                                            <p:tgtEl>
                                              <p:spTgt spid="14"/>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14:presetBounceEnd="67000">
                                      <p:stCondLst>
                                        <p:cond delay="1000"/>
                                      </p:stCondLst>
                                      <p:childTnLst>
                                        <p:set>
                                          <p:cBhvr>
                                            <p:cTn id="62" dur="1" fill="hold">
                                              <p:stCondLst>
                                                <p:cond delay="0"/>
                                              </p:stCondLst>
                                            </p:cTn>
                                            <p:tgtEl>
                                              <p:spTgt spid="15"/>
                                            </p:tgtEl>
                                            <p:attrNameLst>
                                              <p:attrName>style.visibility</p:attrName>
                                            </p:attrNameLst>
                                          </p:cBhvr>
                                          <p:to>
                                            <p:strVal val="visible"/>
                                          </p:to>
                                        </p:set>
                                        <p:anim calcmode="lin" valueType="num" p14:bounceEnd="67000">
                                          <p:cBhvr additive="base">
                                            <p:cTn id="63" dur="1000" fill="hold"/>
                                            <p:tgtEl>
                                              <p:spTgt spid="15"/>
                                            </p:tgtEl>
                                            <p:attrNameLst>
                                              <p:attrName>ppt_x</p:attrName>
                                            </p:attrNameLst>
                                          </p:cBhvr>
                                          <p:tavLst>
                                            <p:tav tm="0">
                                              <p:val>
                                                <p:strVal val="1+#ppt_w/2"/>
                                              </p:val>
                                            </p:tav>
                                            <p:tav tm="100000">
                                              <p:val>
                                                <p:strVal val="#ppt_x"/>
                                              </p:val>
                                            </p:tav>
                                          </p:tavLst>
                                        </p:anim>
                                        <p:anim calcmode="lin" valueType="num" p14:bounceEnd="67000">
                                          <p:cBhvr additive="base">
                                            <p:cTn id="64" dur="1000" fill="hold"/>
                                            <p:tgtEl>
                                              <p:spTgt spid="15"/>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14:presetBounceEnd="67000">
                                      <p:stCondLst>
                                        <p:cond delay="1000"/>
                                      </p:stCondLst>
                                      <p:childTnLst>
                                        <p:set>
                                          <p:cBhvr>
                                            <p:cTn id="66" dur="1" fill="hold">
                                              <p:stCondLst>
                                                <p:cond delay="0"/>
                                              </p:stCondLst>
                                            </p:cTn>
                                            <p:tgtEl>
                                              <p:spTgt spid="24"/>
                                            </p:tgtEl>
                                            <p:attrNameLst>
                                              <p:attrName>style.visibility</p:attrName>
                                            </p:attrNameLst>
                                          </p:cBhvr>
                                          <p:to>
                                            <p:strVal val="visible"/>
                                          </p:to>
                                        </p:set>
                                        <p:anim calcmode="lin" valueType="num" p14:bounceEnd="67000">
                                          <p:cBhvr additive="base">
                                            <p:cTn id="67" dur="1000" fill="hold"/>
                                            <p:tgtEl>
                                              <p:spTgt spid="24"/>
                                            </p:tgtEl>
                                            <p:attrNameLst>
                                              <p:attrName>ppt_x</p:attrName>
                                            </p:attrNameLst>
                                          </p:cBhvr>
                                          <p:tavLst>
                                            <p:tav tm="0">
                                              <p:val>
                                                <p:strVal val="1+#ppt_w/2"/>
                                              </p:val>
                                            </p:tav>
                                            <p:tav tm="100000">
                                              <p:val>
                                                <p:strVal val="#ppt_x"/>
                                              </p:val>
                                            </p:tav>
                                          </p:tavLst>
                                        </p:anim>
                                        <p:anim calcmode="lin" valueType="num" p14:bounceEnd="67000">
                                          <p:cBhvr additive="base">
                                            <p:cTn id="68" dur="1000" fill="hold"/>
                                            <p:tgtEl>
                                              <p:spTgt spid="24"/>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14:presetBounceEnd="67000">
                                      <p:stCondLst>
                                        <p:cond delay="1250"/>
                                      </p:stCondLst>
                                      <p:childTnLst>
                                        <p:set>
                                          <p:cBhvr>
                                            <p:cTn id="70" dur="1" fill="hold">
                                              <p:stCondLst>
                                                <p:cond delay="0"/>
                                              </p:stCondLst>
                                            </p:cTn>
                                            <p:tgtEl>
                                              <p:spTgt spid="16"/>
                                            </p:tgtEl>
                                            <p:attrNameLst>
                                              <p:attrName>style.visibility</p:attrName>
                                            </p:attrNameLst>
                                          </p:cBhvr>
                                          <p:to>
                                            <p:strVal val="visible"/>
                                          </p:to>
                                        </p:set>
                                        <p:anim calcmode="lin" valueType="num" p14:bounceEnd="67000">
                                          <p:cBhvr additive="base">
                                            <p:cTn id="71" dur="1000" fill="hold"/>
                                            <p:tgtEl>
                                              <p:spTgt spid="16"/>
                                            </p:tgtEl>
                                            <p:attrNameLst>
                                              <p:attrName>ppt_x</p:attrName>
                                            </p:attrNameLst>
                                          </p:cBhvr>
                                          <p:tavLst>
                                            <p:tav tm="0">
                                              <p:val>
                                                <p:strVal val="1+#ppt_w/2"/>
                                              </p:val>
                                            </p:tav>
                                            <p:tav tm="100000">
                                              <p:val>
                                                <p:strVal val="#ppt_x"/>
                                              </p:val>
                                            </p:tav>
                                          </p:tavLst>
                                        </p:anim>
                                        <p:anim calcmode="lin" valueType="num" p14:bounceEnd="67000">
                                          <p:cBhvr additive="base">
                                            <p:cTn id="72" dur="1000" fill="hold"/>
                                            <p:tgtEl>
                                              <p:spTgt spid="16"/>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14:presetBounceEnd="67000">
                                      <p:stCondLst>
                                        <p:cond delay="1250"/>
                                      </p:stCondLst>
                                      <p:childTnLst>
                                        <p:set>
                                          <p:cBhvr>
                                            <p:cTn id="74" dur="1" fill="hold">
                                              <p:stCondLst>
                                                <p:cond delay="0"/>
                                              </p:stCondLst>
                                            </p:cTn>
                                            <p:tgtEl>
                                              <p:spTgt spid="17"/>
                                            </p:tgtEl>
                                            <p:attrNameLst>
                                              <p:attrName>style.visibility</p:attrName>
                                            </p:attrNameLst>
                                          </p:cBhvr>
                                          <p:to>
                                            <p:strVal val="visible"/>
                                          </p:to>
                                        </p:set>
                                        <p:anim calcmode="lin" valueType="num" p14:bounceEnd="67000">
                                          <p:cBhvr additive="base">
                                            <p:cTn id="75" dur="1000" fill="hold"/>
                                            <p:tgtEl>
                                              <p:spTgt spid="17"/>
                                            </p:tgtEl>
                                            <p:attrNameLst>
                                              <p:attrName>ppt_x</p:attrName>
                                            </p:attrNameLst>
                                          </p:cBhvr>
                                          <p:tavLst>
                                            <p:tav tm="0">
                                              <p:val>
                                                <p:strVal val="1+#ppt_w/2"/>
                                              </p:val>
                                            </p:tav>
                                            <p:tav tm="100000">
                                              <p:val>
                                                <p:strVal val="#ppt_x"/>
                                              </p:val>
                                            </p:tav>
                                          </p:tavLst>
                                        </p:anim>
                                        <p:anim calcmode="lin" valueType="num" p14:bounceEnd="67000">
                                          <p:cBhvr additive="base">
                                            <p:cTn id="76" dur="1000" fill="hold"/>
                                            <p:tgtEl>
                                              <p:spTgt spid="17"/>
                                            </p:tgtEl>
                                            <p:attrNameLst>
                                              <p:attrName>ppt_y</p:attrName>
                                            </p:attrNameLst>
                                          </p:cBhvr>
                                          <p:tavLst>
                                            <p:tav tm="0">
                                              <p:val>
                                                <p:strVal val="#ppt_y"/>
                                              </p:val>
                                            </p:tav>
                                            <p:tav tm="100000">
                                              <p:val>
                                                <p:strVal val="#ppt_y"/>
                                              </p:val>
                                            </p:tav>
                                          </p:tavLst>
                                        </p:anim>
                                      </p:childTnLst>
                                    </p:cTn>
                                  </p:par>
                                  <p:par>
                                    <p:cTn id="77" presetID="2" presetClass="entr" presetSubtype="2" fill="hold" grpId="0" nodeType="withEffect" p14:presetBounceEnd="67000">
                                      <p:stCondLst>
                                        <p:cond delay="1250"/>
                                      </p:stCondLst>
                                      <p:childTnLst>
                                        <p:set>
                                          <p:cBhvr>
                                            <p:cTn id="78" dur="1" fill="hold">
                                              <p:stCondLst>
                                                <p:cond delay="0"/>
                                              </p:stCondLst>
                                            </p:cTn>
                                            <p:tgtEl>
                                              <p:spTgt spid="25"/>
                                            </p:tgtEl>
                                            <p:attrNameLst>
                                              <p:attrName>style.visibility</p:attrName>
                                            </p:attrNameLst>
                                          </p:cBhvr>
                                          <p:to>
                                            <p:strVal val="visible"/>
                                          </p:to>
                                        </p:set>
                                        <p:anim calcmode="lin" valueType="num" p14:bounceEnd="67000">
                                          <p:cBhvr additive="base">
                                            <p:cTn id="79" dur="1000" fill="hold"/>
                                            <p:tgtEl>
                                              <p:spTgt spid="25"/>
                                            </p:tgtEl>
                                            <p:attrNameLst>
                                              <p:attrName>ppt_x</p:attrName>
                                            </p:attrNameLst>
                                          </p:cBhvr>
                                          <p:tavLst>
                                            <p:tav tm="0">
                                              <p:val>
                                                <p:strVal val="1+#ppt_w/2"/>
                                              </p:val>
                                            </p:tav>
                                            <p:tav tm="100000">
                                              <p:val>
                                                <p:strVal val="#ppt_x"/>
                                              </p:val>
                                            </p:tav>
                                          </p:tavLst>
                                        </p:anim>
                                        <p:anim calcmode="lin" valueType="num" p14:bounceEnd="67000">
                                          <p:cBhvr additive="base">
                                            <p:cTn id="80" dur="10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Graphic spid="6" grpId="0">
            <p:bldAsOne/>
          </p:bldGraphic>
          <p:bldGraphic spid="5" grpId="0">
            <p:bldAsOne/>
          </p:bldGraphic>
          <p:bldGraphic spid="4" grpId="0">
            <p:bldAsOne/>
          </p:bldGraphic>
          <p:bldP spid="10" grpId="0"/>
          <p:bldP spid="11" grpId="0"/>
          <p:bldP spid="12" grpId="0"/>
          <p:bldP spid="13" grpId="0"/>
          <p:bldP spid="14" grpId="0"/>
          <p:bldP spid="15" grpId="0" animBg="1"/>
          <p:bldP spid="16" grpId="0"/>
          <p:bldP spid="17" grpId="0" animBg="1"/>
          <p:bldP spid="18" grpId="0"/>
          <p:bldP spid="19" grpId="0"/>
          <p:bldP spid="20" grpId="0" animBg="1"/>
          <p:bldP spid="21" grpId="0" animBg="1"/>
          <p:bldP spid="22" grpId="0"/>
          <p:bldP spid="23" grpId="0"/>
          <p:bldP spid="24" grpId="0"/>
          <p:bldP spid="25"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1250"/>
                                            <p:tgtEl>
                                              <p:spTgt spid="4"/>
                                            </p:tgtEl>
                                          </p:cBhvr>
                                        </p:animEffect>
                                      </p:childTnLst>
                                    </p:cTn>
                                  </p:par>
                                  <p:par>
                                    <p:cTn id="8" presetID="21" presetClass="entr" presetSubtype="1"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wheel(1)">
                                          <p:cBhvr>
                                            <p:cTn id="10" dur="1250"/>
                                            <p:tgtEl>
                                              <p:spTgt spid="5"/>
                                            </p:tgtEl>
                                          </p:cBhvr>
                                        </p:animEffect>
                                      </p:childTnLst>
                                    </p:cTn>
                                  </p:par>
                                  <p:par>
                                    <p:cTn id="11" presetID="21" presetClass="entr" presetSubtype="1" fill="hold" grpId="0" nodeType="with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wheel(1)">
                                          <p:cBhvr>
                                            <p:cTn id="13" dur="1250"/>
                                            <p:tgtEl>
                                              <p:spTgt spid="6"/>
                                            </p:tgtEl>
                                          </p:cBhvr>
                                        </p:animEffect>
                                      </p:childTnLst>
                                    </p:cTn>
                                  </p:par>
                                  <p:par>
                                    <p:cTn id="14" presetID="21" presetClass="entr" presetSubtype="1" fill="hold" grpId="0" nodeType="withEffect">
                                      <p:stCondLst>
                                        <p:cond delay="750"/>
                                      </p:stCondLst>
                                      <p:childTnLst>
                                        <p:set>
                                          <p:cBhvr>
                                            <p:cTn id="15" dur="1" fill="hold">
                                              <p:stCondLst>
                                                <p:cond delay="0"/>
                                              </p:stCondLst>
                                            </p:cTn>
                                            <p:tgtEl>
                                              <p:spTgt spid="7"/>
                                            </p:tgtEl>
                                            <p:attrNameLst>
                                              <p:attrName>style.visibility</p:attrName>
                                            </p:attrNameLst>
                                          </p:cBhvr>
                                          <p:to>
                                            <p:strVal val="visible"/>
                                          </p:to>
                                        </p:set>
                                        <p:animEffect transition="in" filter="wheel(1)">
                                          <p:cBhvr>
                                            <p:cTn id="16" dur="1250"/>
                                            <p:tgtEl>
                                              <p:spTgt spid="7"/>
                                            </p:tgtEl>
                                          </p:cBhvr>
                                        </p:animEffect>
                                      </p:childTnLst>
                                    </p:cTn>
                                  </p:par>
                                  <p:par>
                                    <p:cTn id="17" presetID="2" presetClass="entr" presetSubtype="8" fill="hold" grpId="0" nodeType="withEffect">
                                      <p:stCondLst>
                                        <p:cond delay="25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1000" fill="hold"/>
                                            <p:tgtEl>
                                              <p:spTgt spid="13"/>
                                            </p:tgtEl>
                                            <p:attrNameLst>
                                              <p:attrName>ppt_x</p:attrName>
                                            </p:attrNameLst>
                                          </p:cBhvr>
                                          <p:tavLst>
                                            <p:tav tm="0">
                                              <p:val>
                                                <p:strVal val="0-#ppt_w/2"/>
                                              </p:val>
                                            </p:tav>
                                            <p:tav tm="100000">
                                              <p:val>
                                                <p:strVal val="#ppt_x"/>
                                              </p:val>
                                            </p:tav>
                                          </p:tavLst>
                                        </p:anim>
                                        <p:anim calcmode="lin" valueType="num">
                                          <p:cBhvr additive="base">
                                            <p:cTn id="20" dur="1000" fill="hold"/>
                                            <p:tgtEl>
                                              <p:spTgt spid="13"/>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5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1000" fill="hold"/>
                                            <p:tgtEl>
                                              <p:spTgt spid="12"/>
                                            </p:tgtEl>
                                            <p:attrNameLst>
                                              <p:attrName>ppt_x</p:attrName>
                                            </p:attrNameLst>
                                          </p:cBhvr>
                                          <p:tavLst>
                                            <p:tav tm="0">
                                              <p:val>
                                                <p:strVal val="0-#ppt_w/2"/>
                                              </p:val>
                                            </p:tav>
                                            <p:tav tm="100000">
                                              <p:val>
                                                <p:strVal val="#ppt_x"/>
                                              </p:val>
                                            </p:tav>
                                          </p:tavLst>
                                        </p:anim>
                                        <p:anim calcmode="lin" valueType="num">
                                          <p:cBhvr additive="base">
                                            <p:cTn id="24" dur="10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75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1000" fill="hold"/>
                                            <p:tgtEl>
                                              <p:spTgt spid="11"/>
                                            </p:tgtEl>
                                            <p:attrNameLst>
                                              <p:attrName>ppt_x</p:attrName>
                                            </p:attrNameLst>
                                          </p:cBhvr>
                                          <p:tavLst>
                                            <p:tav tm="0">
                                              <p:val>
                                                <p:strVal val="0-#ppt_w/2"/>
                                              </p:val>
                                            </p:tav>
                                            <p:tav tm="100000">
                                              <p:val>
                                                <p:strVal val="#ppt_x"/>
                                              </p:val>
                                            </p:tav>
                                          </p:tavLst>
                                        </p:anim>
                                        <p:anim calcmode="lin" valueType="num">
                                          <p:cBhvr additive="base">
                                            <p:cTn id="28" dur="1000" fill="hold"/>
                                            <p:tgtEl>
                                              <p:spTgt spid="11"/>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10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1000" fill="hold"/>
                                            <p:tgtEl>
                                              <p:spTgt spid="10"/>
                                            </p:tgtEl>
                                            <p:attrNameLst>
                                              <p:attrName>ppt_x</p:attrName>
                                            </p:attrNameLst>
                                          </p:cBhvr>
                                          <p:tavLst>
                                            <p:tav tm="0">
                                              <p:val>
                                                <p:strVal val="0-#ppt_w/2"/>
                                              </p:val>
                                            </p:tav>
                                            <p:tav tm="100000">
                                              <p:val>
                                                <p:strVal val="#ppt_x"/>
                                              </p:val>
                                            </p:tav>
                                          </p:tavLst>
                                        </p:anim>
                                        <p:anim calcmode="lin" valueType="num">
                                          <p:cBhvr additive="base">
                                            <p:cTn id="32" dur="10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50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1000" fill="hold"/>
                                            <p:tgtEl>
                                              <p:spTgt spid="19"/>
                                            </p:tgtEl>
                                            <p:attrNameLst>
                                              <p:attrName>ppt_x</p:attrName>
                                            </p:attrNameLst>
                                          </p:cBhvr>
                                          <p:tavLst>
                                            <p:tav tm="0">
                                              <p:val>
                                                <p:strVal val="0-#ppt_w/2"/>
                                              </p:val>
                                            </p:tav>
                                            <p:tav tm="100000">
                                              <p:val>
                                                <p:strVal val="#ppt_x"/>
                                              </p:val>
                                            </p:tav>
                                          </p:tavLst>
                                        </p:anim>
                                        <p:anim calcmode="lin" valueType="num">
                                          <p:cBhvr additive="base">
                                            <p:cTn id="36" dur="1000" fill="hold"/>
                                            <p:tgtEl>
                                              <p:spTgt spid="19"/>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50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1000" fill="hold"/>
                                            <p:tgtEl>
                                              <p:spTgt spid="20"/>
                                            </p:tgtEl>
                                            <p:attrNameLst>
                                              <p:attrName>ppt_x</p:attrName>
                                            </p:attrNameLst>
                                          </p:cBhvr>
                                          <p:tavLst>
                                            <p:tav tm="0">
                                              <p:val>
                                                <p:strVal val="0-#ppt_w/2"/>
                                              </p:val>
                                            </p:tav>
                                            <p:tav tm="100000">
                                              <p:val>
                                                <p:strVal val="#ppt_x"/>
                                              </p:val>
                                            </p:tav>
                                          </p:tavLst>
                                        </p:anim>
                                        <p:anim calcmode="lin" valueType="num">
                                          <p:cBhvr additive="base">
                                            <p:cTn id="40" dur="1000" fill="hold"/>
                                            <p:tgtEl>
                                              <p:spTgt spid="20"/>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50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1000" fill="hold"/>
                                            <p:tgtEl>
                                              <p:spTgt spid="23"/>
                                            </p:tgtEl>
                                            <p:attrNameLst>
                                              <p:attrName>ppt_x</p:attrName>
                                            </p:attrNameLst>
                                          </p:cBhvr>
                                          <p:tavLst>
                                            <p:tav tm="0">
                                              <p:val>
                                                <p:strVal val="0-#ppt_w/2"/>
                                              </p:val>
                                            </p:tav>
                                            <p:tav tm="100000">
                                              <p:val>
                                                <p:strVal val="#ppt_x"/>
                                              </p:val>
                                            </p:tav>
                                          </p:tavLst>
                                        </p:anim>
                                        <p:anim calcmode="lin" valueType="num">
                                          <p:cBhvr additive="base">
                                            <p:cTn id="44" dur="1000" fill="hold"/>
                                            <p:tgtEl>
                                              <p:spTgt spid="23"/>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75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1000" fill="hold"/>
                                            <p:tgtEl>
                                              <p:spTgt spid="18"/>
                                            </p:tgtEl>
                                            <p:attrNameLst>
                                              <p:attrName>ppt_x</p:attrName>
                                            </p:attrNameLst>
                                          </p:cBhvr>
                                          <p:tavLst>
                                            <p:tav tm="0">
                                              <p:val>
                                                <p:strVal val="0-#ppt_w/2"/>
                                              </p:val>
                                            </p:tav>
                                            <p:tav tm="100000">
                                              <p:val>
                                                <p:strVal val="#ppt_x"/>
                                              </p:val>
                                            </p:tav>
                                          </p:tavLst>
                                        </p:anim>
                                        <p:anim calcmode="lin" valueType="num">
                                          <p:cBhvr additive="base">
                                            <p:cTn id="48" dur="1000" fill="hold"/>
                                            <p:tgtEl>
                                              <p:spTgt spid="18"/>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750"/>
                                      </p:stCondLst>
                                      <p:childTnLst>
                                        <p:set>
                                          <p:cBhvr>
                                            <p:cTn id="50" dur="1" fill="hold">
                                              <p:stCondLst>
                                                <p:cond delay="0"/>
                                              </p:stCondLst>
                                            </p:cTn>
                                            <p:tgtEl>
                                              <p:spTgt spid="21"/>
                                            </p:tgtEl>
                                            <p:attrNameLst>
                                              <p:attrName>style.visibility</p:attrName>
                                            </p:attrNameLst>
                                          </p:cBhvr>
                                          <p:to>
                                            <p:strVal val="visible"/>
                                          </p:to>
                                        </p:set>
                                        <p:anim calcmode="lin" valueType="num">
                                          <p:cBhvr additive="base">
                                            <p:cTn id="51" dur="1000" fill="hold"/>
                                            <p:tgtEl>
                                              <p:spTgt spid="21"/>
                                            </p:tgtEl>
                                            <p:attrNameLst>
                                              <p:attrName>ppt_x</p:attrName>
                                            </p:attrNameLst>
                                          </p:cBhvr>
                                          <p:tavLst>
                                            <p:tav tm="0">
                                              <p:val>
                                                <p:strVal val="0-#ppt_w/2"/>
                                              </p:val>
                                            </p:tav>
                                            <p:tav tm="100000">
                                              <p:val>
                                                <p:strVal val="#ppt_x"/>
                                              </p:val>
                                            </p:tav>
                                          </p:tavLst>
                                        </p:anim>
                                        <p:anim calcmode="lin" valueType="num">
                                          <p:cBhvr additive="base">
                                            <p:cTn id="52" dur="1000" fill="hold"/>
                                            <p:tgtEl>
                                              <p:spTgt spid="21"/>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750"/>
                                      </p:stCondLst>
                                      <p:childTnLst>
                                        <p:set>
                                          <p:cBhvr>
                                            <p:cTn id="54" dur="1" fill="hold">
                                              <p:stCondLst>
                                                <p:cond delay="0"/>
                                              </p:stCondLst>
                                            </p:cTn>
                                            <p:tgtEl>
                                              <p:spTgt spid="22"/>
                                            </p:tgtEl>
                                            <p:attrNameLst>
                                              <p:attrName>style.visibility</p:attrName>
                                            </p:attrNameLst>
                                          </p:cBhvr>
                                          <p:to>
                                            <p:strVal val="visible"/>
                                          </p:to>
                                        </p:set>
                                        <p:anim calcmode="lin" valueType="num">
                                          <p:cBhvr additive="base">
                                            <p:cTn id="55" dur="1000" fill="hold"/>
                                            <p:tgtEl>
                                              <p:spTgt spid="22"/>
                                            </p:tgtEl>
                                            <p:attrNameLst>
                                              <p:attrName>ppt_x</p:attrName>
                                            </p:attrNameLst>
                                          </p:cBhvr>
                                          <p:tavLst>
                                            <p:tav tm="0">
                                              <p:val>
                                                <p:strVal val="0-#ppt_w/2"/>
                                              </p:val>
                                            </p:tav>
                                            <p:tav tm="100000">
                                              <p:val>
                                                <p:strVal val="#ppt_x"/>
                                              </p:val>
                                            </p:tav>
                                          </p:tavLst>
                                        </p:anim>
                                        <p:anim calcmode="lin" valueType="num">
                                          <p:cBhvr additive="base">
                                            <p:cTn id="56" dur="1000" fill="hold"/>
                                            <p:tgtEl>
                                              <p:spTgt spid="22"/>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1000"/>
                                      </p:stCondLst>
                                      <p:childTnLst>
                                        <p:set>
                                          <p:cBhvr>
                                            <p:cTn id="58" dur="1" fill="hold">
                                              <p:stCondLst>
                                                <p:cond delay="0"/>
                                              </p:stCondLst>
                                            </p:cTn>
                                            <p:tgtEl>
                                              <p:spTgt spid="14"/>
                                            </p:tgtEl>
                                            <p:attrNameLst>
                                              <p:attrName>style.visibility</p:attrName>
                                            </p:attrNameLst>
                                          </p:cBhvr>
                                          <p:to>
                                            <p:strVal val="visible"/>
                                          </p:to>
                                        </p:set>
                                        <p:anim calcmode="lin" valueType="num">
                                          <p:cBhvr additive="base">
                                            <p:cTn id="59" dur="1000" fill="hold"/>
                                            <p:tgtEl>
                                              <p:spTgt spid="14"/>
                                            </p:tgtEl>
                                            <p:attrNameLst>
                                              <p:attrName>ppt_x</p:attrName>
                                            </p:attrNameLst>
                                          </p:cBhvr>
                                          <p:tavLst>
                                            <p:tav tm="0">
                                              <p:val>
                                                <p:strVal val="1+#ppt_w/2"/>
                                              </p:val>
                                            </p:tav>
                                            <p:tav tm="100000">
                                              <p:val>
                                                <p:strVal val="#ppt_x"/>
                                              </p:val>
                                            </p:tav>
                                          </p:tavLst>
                                        </p:anim>
                                        <p:anim calcmode="lin" valueType="num">
                                          <p:cBhvr additive="base">
                                            <p:cTn id="60" dur="1000" fill="hold"/>
                                            <p:tgtEl>
                                              <p:spTgt spid="14"/>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stCondLst>
                                        <p:cond delay="100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1000" fill="hold"/>
                                            <p:tgtEl>
                                              <p:spTgt spid="15"/>
                                            </p:tgtEl>
                                            <p:attrNameLst>
                                              <p:attrName>ppt_x</p:attrName>
                                            </p:attrNameLst>
                                          </p:cBhvr>
                                          <p:tavLst>
                                            <p:tav tm="0">
                                              <p:val>
                                                <p:strVal val="1+#ppt_w/2"/>
                                              </p:val>
                                            </p:tav>
                                            <p:tav tm="100000">
                                              <p:val>
                                                <p:strVal val="#ppt_x"/>
                                              </p:val>
                                            </p:tav>
                                          </p:tavLst>
                                        </p:anim>
                                        <p:anim calcmode="lin" valueType="num">
                                          <p:cBhvr additive="base">
                                            <p:cTn id="64" dur="1000" fill="hold"/>
                                            <p:tgtEl>
                                              <p:spTgt spid="15"/>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1000"/>
                                      </p:stCondLst>
                                      <p:childTnLst>
                                        <p:set>
                                          <p:cBhvr>
                                            <p:cTn id="66" dur="1" fill="hold">
                                              <p:stCondLst>
                                                <p:cond delay="0"/>
                                              </p:stCondLst>
                                            </p:cTn>
                                            <p:tgtEl>
                                              <p:spTgt spid="24"/>
                                            </p:tgtEl>
                                            <p:attrNameLst>
                                              <p:attrName>style.visibility</p:attrName>
                                            </p:attrNameLst>
                                          </p:cBhvr>
                                          <p:to>
                                            <p:strVal val="visible"/>
                                          </p:to>
                                        </p:set>
                                        <p:anim calcmode="lin" valueType="num">
                                          <p:cBhvr additive="base">
                                            <p:cTn id="67" dur="1000" fill="hold"/>
                                            <p:tgtEl>
                                              <p:spTgt spid="24"/>
                                            </p:tgtEl>
                                            <p:attrNameLst>
                                              <p:attrName>ppt_x</p:attrName>
                                            </p:attrNameLst>
                                          </p:cBhvr>
                                          <p:tavLst>
                                            <p:tav tm="0">
                                              <p:val>
                                                <p:strVal val="1+#ppt_w/2"/>
                                              </p:val>
                                            </p:tav>
                                            <p:tav tm="100000">
                                              <p:val>
                                                <p:strVal val="#ppt_x"/>
                                              </p:val>
                                            </p:tav>
                                          </p:tavLst>
                                        </p:anim>
                                        <p:anim calcmode="lin" valueType="num">
                                          <p:cBhvr additive="base">
                                            <p:cTn id="68" dur="1000" fill="hold"/>
                                            <p:tgtEl>
                                              <p:spTgt spid="24"/>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1250"/>
                                      </p:stCondLst>
                                      <p:childTnLst>
                                        <p:set>
                                          <p:cBhvr>
                                            <p:cTn id="70" dur="1" fill="hold">
                                              <p:stCondLst>
                                                <p:cond delay="0"/>
                                              </p:stCondLst>
                                            </p:cTn>
                                            <p:tgtEl>
                                              <p:spTgt spid="16"/>
                                            </p:tgtEl>
                                            <p:attrNameLst>
                                              <p:attrName>style.visibility</p:attrName>
                                            </p:attrNameLst>
                                          </p:cBhvr>
                                          <p:to>
                                            <p:strVal val="visible"/>
                                          </p:to>
                                        </p:set>
                                        <p:anim calcmode="lin" valueType="num">
                                          <p:cBhvr additive="base">
                                            <p:cTn id="71" dur="1000" fill="hold"/>
                                            <p:tgtEl>
                                              <p:spTgt spid="16"/>
                                            </p:tgtEl>
                                            <p:attrNameLst>
                                              <p:attrName>ppt_x</p:attrName>
                                            </p:attrNameLst>
                                          </p:cBhvr>
                                          <p:tavLst>
                                            <p:tav tm="0">
                                              <p:val>
                                                <p:strVal val="1+#ppt_w/2"/>
                                              </p:val>
                                            </p:tav>
                                            <p:tav tm="100000">
                                              <p:val>
                                                <p:strVal val="#ppt_x"/>
                                              </p:val>
                                            </p:tav>
                                          </p:tavLst>
                                        </p:anim>
                                        <p:anim calcmode="lin" valueType="num">
                                          <p:cBhvr additive="base">
                                            <p:cTn id="72" dur="1000" fill="hold"/>
                                            <p:tgtEl>
                                              <p:spTgt spid="16"/>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stCondLst>
                                        <p:cond delay="1250"/>
                                      </p:stCondLst>
                                      <p:childTnLst>
                                        <p:set>
                                          <p:cBhvr>
                                            <p:cTn id="74" dur="1" fill="hold">
                                              <p:stCondLst>
                                                <p:cond delay="0"/>
                                              </p:stCondLst>
                                            </p:cTn>
                                            <p:tgtEl>
                                              <p:spTgt spid="17"/>
                                            </p:tgtEl>
                                            <p:attrNameLst>
                                              <p:attrName>style.visibility</p:attrName>
                                            </p:attrNameLst>
                                          </p:cBhvr>
                                          <p:to>
                                            <p:strVal val="visible"/>
                                          </p:to>
                                        </p:set>
                                        <p:anim calcmode="lin" valueType="num">
                                          <p:cBhvr additive="base">
                                            <p:cTn id="75" dur="1000" fill="hold"/>
                                            <p:tgtEl>
                                              <p:spTgt spid="17"/>
                                            </p:tgtEl>
                                            <p:attrNameLst>
                                              <p:attrName>ppt_x</p:attrName>
                                            </p:attrNameLst>
                                          </p:cBhvr>
                                          <p:tavLst>
                                            <p:tav tm="0">
                                              <p:val>
                                                <p:strVal val="1+#ppt_w/2"/>
                                              </p:val>
                                            </p:tav>
                                            <p:tav tm="100000">
                                              <p:val>
                                                <p:strVal val="#ppt_x"/>
                                              </p:val>
                                            </p:tav>
                                          </p:tavLst>
                                        </p:anim>
                                        <p:anim calcmode="lin" valueType="num">
                                          <p:cBhvr additive="base">
                                            <p:cTn id="76" dur="1000" fill="hold"/>
                                            <p:tgtEl>
                                              <p:spTgt spid="17"/>
                                            </p:tgtEl>
                                            <p:attrNameLst>
                                              <p:attrName>ppt_y</p:attrName>
                                            </p:attrNameLst>
                                          </p:cBhvr>
                                          <p:tavLst>
                                            <p:tav tm="0">
                                              <p:val>
                                                <p:strVal val="#ppt_y"/>
                                              </p:val>
                                            </p:tav>
                                            <p:tav tm="100000">
                                              <p:val>
                                                <p:strVal val="#ppt_y"/>
                                              </p:val>
                                            </p:tav>
                                          </p:tavLst>
                                        </p:anim>
                                      </p:childTnLst>
                                    </p:cTn>
                                  </p:par>
                                  <p:par>
                                    <p:cTn id="77" presetID="2" presetClass="entr" presetSubtype="2" fill="hold" grpId="0" nodeType="withEffect">
                                      <p:stCondLst>
                                        <p:cond delay="1250"/>
                                      </p:stCondLst>
                                      <p:childTnLst>
                                        <p:set>
                                          <p:cBhvr>
                                            <p:cTn id="78" dur="1" fill="hold">
                                              <p:stCondLst>
                                                <p:cond delay="0"/>
                                              </p:stCondLst>
                                            </p:cTn>
                                            <p:tgtEl>
                                              <p:spTgt spid="25"/>
                                            </p:tgtEl>
                                            <p:attrNameLst>
                                              <p:attrName>style.visibility</p:attrName>
                                            </p:attrNameLst>
                                          </p:cBhvr>
                                          <p:to>
                                            <p:strVal val="visible"/>
                                          </p:to>
                                        </p:set>
                                        <p:anim calcmode="lin" valueType="num">
                                          <p:cBhvr additive="base">
                                            <p:cTn id="79" dur="1000" fill="hold"/>
                                            <p:tgtEl>
                                              <p:spTgt spid="25"/>
                                            </p:tgtEl>
                                            <p:attrNameLst>
                                              <p:attrName>ppt_x</p:attrName>
                                            </p:attrNameLst>
                                          </p:cBhvr>
                                          <p:tavLst>
                                            <p:tav tm="0">
                                              <p:val>
                                                <p:strVal val="1+#ppt_w/2"/>
                                              </p:val>
                                            </p:tav>
                                            <p:tav tm="100000">
                                              <p:val>
                                                <p:strVal val="#ppt_x"/>
                                              </p:val>
                                            </p:tav>
                                          </p:tavLst>
                                        </p:anim>
                                        <p:anim calcmode="lin" valueType="num">
                                          <p:cBhvr additive="base">
                                            <p:cTn id="80" dur="10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Graphic spid="6" grpId="0">
            <p:bldAsOne/>
          </p:bldGraphic>
          <p:bldGraphic spid="5" grpId="0">
            <p:bldAsOne/>
          </p:bldGraphic>
          <p:bldGraphic spid="4" grpId="0">
            <p:bldAsOne/>
          </p:bldGraphic>
          <p:bldP spid="10" grpId="0"/>
          <p:bldP spid="11" grpId="0"/>
          <p:bldP spid="12" grpId="0"/>
          <p:bldP spid="13" grpId="0"/>
          <p:bldP spid="14" grpId="0"/>
          <p:bldP spid="15" grpId="0" animBg="1"/>
          <p:bldP spid="16" grpId="0"/>
          <p:bldP spid="17" grpId="0" animBg="1"/>
          <p:bldP spid="18" grpId="0"/>
          <p:bldP spid="19" grpId="0"/>
          <p:bldP spid="20" grpId="0" animBg="1"/>
          <p:bldP spid="21" grpId="0" animBg="1"/>
          <p:bldP spid="22" grpId="0"/>
          <p:bldP spid="23" grpId="0"/>
          <p:bldP spid="24" grpId="0"/>
          <p:bldP spid="25" grpId="0"/>
        </p:bldLst>
      </p:timing>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ED792588-317A-4B97-B771-6AFCE93B18C6}"/>
              </a:ext>
            </a:extLst>
          </p:cNvPr>
          <p:cNvGraphicFramePr/>
          <p:nvPr/>
        </p:nvGraphicFramePr>
        <p:xfrm>
          <a:off x="3124266" y="1403561"/>
          <a:ext cx="5705128" cy="4050877"/>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 Placeholder 33">
            <a:extLst>
              <a:ext uri="{FF2B5EF4-FFF2-40B4-BE49-F238E27FC236}">
                <a16:creationId xmlns:a16="http://schemas.microsoft.com/office/drawing/2014/main" id="{B93762AA-F8F3-4C21-AD7A-CD3A0495BA09}"/>
              </a:ext>
            </a:extLst>
          </p:cNvPr>
          <p:cNvSpPr txBox="1">
            <a:spLocks/>
          </p:cNvSpPr>
          <p:nvPr/>
        </p:nvSpPr>
        <p:spPr>
          <a:xfrm>
            <a:off x="1456468" y="2084949"/>
            <a:ext cx="1728758" cy="59517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7" name="Text Placeholder 33">
            <a:extLst>
              <a:ext uri="{FF2B5EF4-FFF2-40B4-BE49-F238E27FC236}">
                <a16:creationId xmlns:a16="http://schemas.microsoft.com/office/drawing/2014/main" id="{82FD457D-4BCC-4A42-97B7-0C32F4A1046B}"/>
              </a:ext>
            </a:extLst>
          </p:cNvPr>
          <p:cNvSpPr txBox="1">
            <a:spLocks/>
          </p:cNvSpPr>
          <p:nvPr/>
        </p:nvSpPr>
        <p:spPr>
          <a:xfrm>
            <a:off x="5125092" y="5827818"/>
            <a:ext cx="1728758" cy="59517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a:t>
            </a:r>
          </a:p>
        </p:txBody>
      </p:sp>
      <p:sp>
        <p:nvSpPr>
          <p:cNvPr id="9" name="Text Placeholder 33">
            <a:extLst>
              <a:ext uri="{FF2B5EF4-FFF2-40B4-BE49-F238E27FC236}">
                <a16:creationId xmlns:a16="http://schemas.microsoft.com/office/drawing/2014/main" id="{6A817734-6A6C-4EA5-A3B1-1B301C59ED89}"/>
              </a:ext>
            </a:extLst>
          </p:cNvPr>
          <p:cNvSpPr txBox="1">
            <a:spLocks/>
          </p:cNvSpPr>
          <p:nvPr/>
        </p:nvSpPr>
        <p:spPr>
          <a:xfrm>
            <a:off x="8931688" y="4378569"/>
            <a:ext cx="1728758" cy="59517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10" name="Text Placeholder 33">
            <a:extLst>
              <a:ext uri="{FF2B5EF4-FFF2-40B4-BE49-F238E27FC236}">
                <a16:creationId xmlns:a16="http://schemas.microsoft.com/office/drawing/2014/main" id="{9D5FDDE7-07B1-4835-A4A8-FDA3941DFC87}"/>
              </a:ext>
            </a:extLst>
          </p:cNvPr>
          <p:cNvSpPr txBox="1">
            <a:spLocks/>
          </p:cNvSpPr>
          <p:nvPr/>
        </p:nvSpPr>
        <p:spPr>
          <a:xfrm>
            <a:off x="8931688" y="1985889"/>
            <a:ext cx="1728758" cy="59517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a:t>
            </a:r>
          </a:p>
        </p:txBody>
      </p:sp>
      <p:sp>
        <p:nvSpPr>
          <p:cNvPr id="11" name="Text Placeholder 36">
            <a:extLst>
              <a:ext uri="{FF2B5EF4-FFF2-40B4-BE49-F238E27FC236}">
                <a16:creationId xmlns:a16="http://schemas.microsoft.com/office/drawing/2014/main" id="{56A14E7B-8EF5-4D0F-BAD4-15FED21955CA}"/>
              </a:ext>
            </a:extLst>
          </p:cNvPr>
          <p:cNvSpPr txBox="1">
            <a:spLocks/>
          </p:cNvSpPr>
          <p:nvPr/>
        </p:nvSpPr>
        <p:spPr>
          <a:xfrm>
            <a:off x="1470892" y="1762688"/>
            <a:ext cx="1512338" cy="355200"/>
          </a:xfrm>
          <a:prstGeom prst="rect">
            <a:avLst/>
          </a:prstGeom>
          <a:ln>
            <a:noFill/>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a:solidFill>
                  <a:schemeClr val="accent4"/>
                </a:solidFill>
                <a:latin typeface="Montserrat SemiBold" panose="00000700000000000000" pitchFamily="50" charset="-52"/>
              </a:rPr>
              <a:t>STEP 0</a:t>
            </a:r>
            <a:r>
              <a:rPr lang="ru-RU" b="0">
                <a:solidFill>
                  <a:schemeClr val="accent4"/>
                </a:solidFill>
                <a:latin typeface="Montserrat SemiBold" panose="00000700000000000000" pitchFamily="50" charset="-52"/>
              </a:rPr>
              <a:t>4</a:t>
            </a:r>
            <a:endParaRPr lang="en-US" b="0">
              <a:solidFill>
                <a:schemeClr val="accent4"/>
              </a:solidFill>
              <a:latin typeface="Montserrat SemiBold" panose="00000700000000000000" pitchFamily="50" charset="-52"/>
            </a:endParaRPr>
          </a:p>
        </p:txBody>
      </p:sp>
      <p:sp>
        <p:nvSpPr>
          <p:cNvPr id="12" name="Text Placeholder 36">
            <a:extLst>
              <a:ext uri="{FF2B5EF4-FFF2-40B4-BE49-F238E27FC236}">
                <a16:creationId xmlns:a16="http://schemas.microsoft.com/office/drawing/2014/main" id="{9080745D-DC13-44E0-B13A-4E7FFEC260A5}"/>
              </a:ext>
            </a:extLst>
          </p:cNvPr>
          <p:cNvSpPr txBox="1">
            <a:spLocks/>
          </p:cNvSpPr>
          <p:nvPr/>
        </p:nvSpPr>
        <p:spPr>
          <a:xfrm>
            <a:off x="8939308" y="1668789"/>
            <a:ext cx="1512338" cy="355200"/>
          </a:xfrm>
          <a:prstGeom prst="rect">
            <a:avLst/>
          </a:prstGeom>
          <a:ln>
            <a:noFill/>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a:solidFill>
                  <a:schemeClr val="accent6">
                    <a:lumMod val="60000"/>
                    <a:lumOff val="40000"/>
                  </a:schemeClr>
                </a:solidFill>
                <a:latin typeface="Montserrat SemiBold" panose="00000700000000000000" pitchFamily="50" charset="-52"/>
              </a:rPr>
              <a:t>STEP 0</a:t>
            </a:r>
            <a:r>
              <a:rPr lang="ru-RU" b="0">
                <a:solidFill>
                  <a:schemeClr val="accent6">
                    <a:lumMod val="60000"/>
                    <a:lumOff val="40000"/>
                  </a:schemeClr>
                </a:solidFill>
                <a:latin typeface="Montserrat SemiBold" panose="00000700000000000000" pitchFamily="50" charset="-52"/>
              </a:rPr>
              <a:t>1</a:t>
            </a:r>
            <a:endParaRPr lang="en-US" b="0">
              <a:solidFill>
                <a:schemeClr val="accent6">
                  <a:lumMod val="60000"/>
                  <a:lumOff val="40000"/>
                </a:schemeClr>
              </a:solidFill>
              <a:latin typeface="Montserrat SemiBold" panose="00000700000000000000" pitchFamily="50" charset="-52"/>
            </a:endParaRPr>
          </a:p>
        </p:txBody>
      </p:sp>
      <p:sp>
        <p:nvSpPr>
          <p:cNvPr id="15" name="Text Placeholder 36">
            <a:extLst>
              <a:ext uri="{FF2B5EF4-FFF2-40B4-BE49-F238E27FC236}">
                <a16:creationId xmlns:a16="http://schemas.microsoft.com/office/drawing/2014/main" id="{08282D33-92A5-486E-8298-C0C82D9AD90A}"/>
              </a:ext>
            </a:extLst>
          </p:cNvPr>
          <p:cNvSpPr txBox="1">
            <a:spLocks/>
          </p:cNvSpPr>
          <p:nvPr/>
        </p:nvSpPr>
        <p:spPr>
          <a:xfrm>
            <a:off x="8939308" y="4023369"/>
            <a:ext cx="1512338" cy="355200"/>
          </a:xfrm>
          <a:prstGeom prst="rect">
            <a:avLst/>
          </a:prstGeom>
          <a:ln>
            <a:noFill/>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a:solidFill>
                  <a:schemeClr val="accent3"/>
                </a:solidFill>
                <a:latin typeface="Montserrat SemiBold" panose="00000700000000000000" pitchFamily="50" charset="-52"/>
              </a:rPr>
              <a:t>STEP 0</a:t>
            </a:r>
            <a:r>
              <a:rPr lang="ru-RU" b="0">
                <a:solidFill>
                  <a:schemeClr val="accent3"/>
                </a:solidFill>
                <a:latin typeface="Montserrat SemiBold" panose="00000700000000000000" pitchFamily="50" charset="-52"/>
              </a:rPr>
              <a:t>2</a:t>
            </a:r>
            <a:endParaRPr lang="en-US" b="0">
              <a:solidFill>
                <a:schemeClr val="accent3"/>
              </a:solidFill>
              <a:latin typeface="Montserrat SemiBold" panose="00000700000000000000" pitchFamily="50" charset="-52"/>
            </a:endParaRPr>
          </a:p>
        </p:txBody>
      </p:sp>
      <p:sp>
        <p:nvSpPr>
          <p:cNvPr id="16" name="Text Placeholder 36">
            <a:extLst>
              <a:ext uri="{FF2B5EF4-FFF2-40B4-BE49-F238E27FC236}">
                <a16:creationId xmlns:a16="http://schemas.microsoft.com/office/drawing/2014/main" id="{E9D84B6D-EC9C-41EE-92F4-F535C7312A2F}"/>
              </a:ext>
            </a:extLst>
          </p:cNvPr>
          <p:cNvSpPr txBox="1">
            <a:spLocks/>
          </p:cNvSpPr>
          <p:nvPr/>
        </p:nvSpPr>
        <p:spPr>
          <a:xfrm>
            <a:off x="5155572" y="5525958"/>
            <a:ext cx="1512338" cy="355200"/>
          </a:xfrm>
          <a:prstGeom prst="rect">
            <a:avLst/>
          </a:prstGeom>
          <a:ln>
            <a:noFill/>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a:latin typeface="Montserrat SemiBold" panose="00000700000000000000" pitchFamily="50" charset="-52"/>
              </a:rPr>
              <a:t>STEP 0</a:t>
            </a:r>
            <a:r>
              <a:rPr lang="ru-RU" b="0">
                <a:latin typeface="Montserrat SemiBold" panose="00000700000000000000" pitchFamily="50" charset="-52"/>
              </a:rPr>
              <a:t>3</a:t>
            </a:r>
            <a:endParaRPr lang="en-US" b="0">
              <a:latin typeface="Montserrat SemiBold" panose="00000700000000000000" pitchFamily="50" charset="-52"/>
            </a:endParaRPr>
          </a:p>
        </p:txBody>
      </p:sp>
      <p:sp>
        <p:nvSpPr>
          <p:cNvPr id="13" name="TextBox 12">
            <a:extLst>
              <a:ext uri="{FF2B5EF4-FFF2-40B4-BE49-F238E27FC236}">
                <a16:creationId xmlns:a16="http://schemas.microsoft.com/office/drawing/2014/main" id="{02777809-39D4-4173-B841-F406986CBAF9}"/>
              </a:ext>
            </a:extLst>
          </p:cNvPr>
          <p:cNvSpPr txBox="1"/>
          <p:nvPr/>
        </p:nvSpPr>
        <p:spPr>
          <a:xfrm>
            <a:off x="3708970" y="333188"/>
            <a:ext cx="4774064" cy="461665"/>
          </a:xfrm>
          <a:prstGeom prst="rect">
            <a:avLst/>
          </a:prstGeom>
          <a:noFill/>
        </p:spPr>
        <p:txBody>
          <a:bodyPr wrap="none" rtlCol="0">
            <a:spAutoFit/>
          </a:bodyPr>
          <a:lstStyle/>
          <a:p>
            <a:pPr algn="ctr"/>
            <a:r>
              <a:rPr lang="en-US" sz="2400">
                <a:latin typeface="Montserrat SemiBold" panose="00000700000000000000" pitchFamily="50" charset="-52"/>
              </a:rPr>
              <a:t>EDITABLE PIE INFOGRAPHIC</a:t>
            </a:r>
            <a:endParaRPr lang="ru-UA" sz="2400">
              <a:latin typeface="Montserrat SemiBold" panose="00000700000000000000" pitchFamily="50" charset="-52"/>
            </a:endParaRPr>
          </a:p>
        </p:txBody>
      </p:sp>
      <p:sp>
        <p:nvSpPr>
          <p:cNvPr id="14" name="TextBox 13">
            <a:extLst>
              <a:ext uri="{FF2B5EF4-FFF2-40B4-BE49-F238E27FC236}">
                <a16:creationId xmlns:a16="http://schemas.microsoft.com/office/drawing/2014/main" id="{0EA82C15-EF7A-4402-BCAC-90ECDEC3AAB3}"/>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1314553765"/>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67000">
                                      <p:stCondLst>
                                        <p:cond delay="0"/>
                                      </p:stCondLst>
                                      <p:childTnLst>
                                        <p:set>
                                          <p:cBhvr>
                                            <p:cTn id="6" dur="1" fill="hold">
                                              <p:stCondLst>
                                                <p:cond delay="0"/>
                                              </p:stCondLst>
                                            </p:cTn>
                                            <p:tgtEl>
                                              <p:spTgt spid="5">
                                                <p:graphicEl>
                                                  <a:chart seriesIdx="-3" categoryIdx="-3" bldStep="gridLegend"/>
                                                </p:graphicEl>
                                              </p:spTgt>
                                            </p:tgtEl>
                                            <p:attrNameLst>
                                              <p:attrName>style.visibility</p:attrName>
                                            </p:attrNameLst>
                                          </p:cBhvr>
                                          <p:to>
                                            <p:strVal val="visible"/>
                                          </p:to>
                                        </p:set>
                                        <p:anim calcmode="lin" valueType="num" p14:bounceEnd="67000">
                                          <p:cBhvr additive="base">
                                            <p:cTn id="7" dur="1000" fill="hold"/>
                                            <p:tgtEl>
                                              <p:spTgt spid="5">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14:bounceEnd="67000">
                                          <p:cBhvr additive="base">
                                            <p:cTn id="8" dur="1000" fill="hold"/>
                                            <p:tgtEl>
                                              <p:spTgt spid="5">
                                                <p:graphicEl>
                                                  <a:chart seriesIdx="-3" categoryIdx="-3" bldStep="gridLegend"/>
                                                </p:graphic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14:presetBounceEnd="67000">
                                      <p:stCondLst>
                                        <p:cond delay="250"/>
                                      </p:stCondLst>
                                      <p:childTnLst>
                                        <p:set>
                                          <p:cBhvr>
                                            <p:cTn id="10" dur="1" fill="hold">
                                              <p:stCondLst>
                                                <p:cond delay="0"/>
                                              </p:stCondLst>
                                            </p:cTn>
                                            <p:tgtEl>
                                              <p:spTgt spid="5">
                                                <p:graphicEl>
                                                  <a:chart seriesIdx="-4" categoryIdx="0" bldStep="category"/>
                                                </p:graphicEl>
                                              </p:spTgt>
                                            </p:tgtEl>
                                            <p:attrNameLst>
                                              <p:attrName>style.visibility</p:attrName>
                                            </p:attrNameLst>
                                          </p:cBhvr>
                                          <p:to>
                                            <p:strVal val="visible"/>
                                          </p:to>
                                        </p:set>
                                        <p:anim calcmode="lin" valueType="num" p14:bounceEnd="67000">
                                          <p:cBhvr additive="base">
                                            <p:cTn id="11" dur="1000" fill="hold"/>
                                            <p:tgtEl>
                                              <p:spTgt spid="5">
                                                <p:graphicEl>
                                                  <a:chart seriesIdx="-4" categoryIdx="0"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12" dur="1000" fill="hold"/>
                                            <p:tgtEl>
                                              <p:spTgt spid="5">
                                                <p:graphicEl>
                                                  <a:chart seriesIdx="-4" categoryIdx="0" bldStep="category"/>
                                                </p:graphic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14:presetBounceEnd="67000">
                                      <p:stCondLst>
                                        <p:cond delay="500"/>
                                      </p:stCondLst>
                                      <p:childTnLst>
                                        <p:set>
                                          <p:cBhvr>
                                            <p:cTn id="14" dur="1" fill="hold">
                                              <p:stCondLst>
                                                <p:cond delay="0"/>
                                              </p:stCondLst>
                                            </p:cTn>
                                            <p:tgtEl>
                                              <p:spTgt spid="5">
                                                <p:graphicEl>
                                                  <a:chart seriesIdx="-4" categoryIdx="1" bldStep="category"/>
                                                </p:graphicEl>
                                              </p:spTgt>
                                            </p:tgtEl>
                                            <p:attrNameLst>
                                              <p:attrName>style.visibility</p:attrName>
                                            </p:attrNameLst>
                                          </p:cBhvr>
                                          <p:to>
                                            <p:strVal val="visible"/>
                                          </p:to>
                                        </p:set>
                                        <p:anim calcmode="lin" valueType="num" p14:bounceEnd="67000">
                                          <p:cBhvr additive="base">
                                            <p:cTn id="15" dur="1000" fill="hold"/>
                                            <p:tgtEl>
                                              <p:spTgt spid="5">
                                                <p:graphicEl>
                                                  <a:chart seriesIdx="-4" categoryIdx="1"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16" dur="1000" fill="hold"/>
                                            <p:tgtEl>
                                              <p:spTgt spid="5">
                                                <p:graphicEl>
                                                  <a:chart seriesIdx="-4" categoryIdx="1" bldStep="category"/>
                                                </p:graphicEl>
                                              </p:spTgt>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14:presetBounceEnd="67000">
                                      <p:stCondLst>
                                        <p:cond delay="750"/>
                                      </p:stCondLst>
                                      <p:childTnLst>
                                        <p:set>
                                          <p:cBhvr>
                                            <p:cTn id="18" dur="1" fill="hold">
                                              <p:stCondLst>
                                                <p:cond delay="0"/>
                                              </p:stCondLst>
                                            </p:cTn>
                                            <p:tgtEl>
                                              <p:spTgt spid="5">
                                                <p:graphicEl>
                                                  <a:chart seriesIdx="-4" categoryIdx="2" bldStep="category"/>
                                                </p:graphicEl>
                                              </p:spTgt>
                                            </p:tgtEl>
                                            <p:attrNameLst>
                                              <p:attrName>style.visibility</p:attrName>
                                            </p:attrNameLst>
                                          </p:cBhvr>
                                          <p:to>
                                            <p:strVal val="visible"/>
                                          </p:to>
                                        </p:set>
                                        <p:anim calcmode="lin" valueType="num" p14:bounceEnd="67000">
                                          <p:cBhvr additive="base">
                                            <p:cTn id="19" dur="1000" fill="hold"/>
                                            <p:tgtEl>
                                              <p:spTgt spid="5">
                                                <p:graphicEl>
                                                  <a:chart seriesIdx="-4" categoryIdx="2"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20" dur="1000" fill="hold"/>
                                            <p:tgtEl>
                                              <p:spTgt spid="5">
                                                <p:graphicEl>
                                                  <a:chart seriesIdx="-4" categoryIdx="2" bldStep="category"/>
                                                </p:graphicEl>
                                              </p:spTgt>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14:presetBounceEnd="67000">
                                      <p:stCondLst>
                                        <p:cond delay="1000"/>
                                      </p:stCondLst>
                                      <p:childTnLst>
                                        <p:set>
                                          <p:cBhvr>
                                            <p:cTn id="22" dur="1" fill="hold">
                                              <p:stCondLst>
                                                <p:cond delay="0"/>
                                              </p:stCondLst>
                                            </p:cTn>
                                            <p:tgtEl>
                                              <p:spTgt spid="5">
                                                <p:graphicEl>
                                                  <a:chart seriesIdx="-4" categoryIdx="3" bldStep="category"/>
                                                </p:graphicEl>
                                              </p:spTgt>
                                            </p:tgtEl>
                                            <p:attrNameLst>
                                              <p:attrName>style.visibility</p:attrName>
                                            </p:attrNameLst>
                                          </p:cBhvr>
                                          <p:to>
                                            <p:strVal val="visible"/>
                                          </p:to>
                                        </p:set>
                                        <p:anim calcmode="lin" valueType="num" p14:bounceEnd="67000">
                                          <p:cBhvr additive="base">
                                            <p:cTn id="23" dur="1000" fill="hold"/>
                                            <p:tgtEl>
                                              <p:spTgt spid="5">
                                                <p:graphicEl>
                                                  <a:chart seriesIdx="-4" categoryIdx="3" bldStep="category"/>
                                                </p:graphicEl>
                                              </p:spTgt>
                                            </p:tgtEl>
                                            <p:attrNameLst>
                                              <p:attrName>ppt_x</p:attrName>
                                            </p:attrNameLst>
                                          </p:cBhvr>
                                          <p:tavLst>
                                            <p:tav tm="0">
                                              <p:val>
                                                <p:strVal val="#ppt_x"/>
                                              </p:val>
                                            </p:tav>
                                            <p:tav tm="100000">
                                              <p:val>
                                                <p:strVal val="#ppt_x"/>
                                              </p:val>
                                            </p:tav>
                                          </p:tavLst>
                                        </p:anim>
                                        <p:anim calcmode="lin" valueType="num" p14:bounceEnd="67000">
                                          <p:cBhvr additive="base">
                                            <p:cTn id="24" dur="1000" fill="hold"/>
                                            <p:tgtEl>
                                              <p:spTgt spid="5">
                                                <p:graphicEl>
                                                  <a:chart seriesIdx="-4" categoryIdx="3" bldStep="category"/>
                                                </p:graphicEl>
                                              </p:spTgt>
                                            </p:tgtEl>
                                            <p:attrNameLst>
                                              <p:attrName>ppt_y</p:attrName>
                                            </p:attrNameLst>
                                          </p:cBhvr>
                                          <p:tavLst>
                                            <p:tav tm="0">
                                              <p:val>
                                                <p:strVal val="0-#ppt_h/2"/>
                                              </p:val>
                                            </p:tav>
                                            <p:tav tm="100000">
                                              <p:val>
                                                <p:strVal val="#ppt_y"/>
                                              </p:val>
                                            </p:tav>
                                          </p:tavLst>
                                        </p:anim>
                                      </p:childTnLst>
                                    </p:cTn>
                                  </p:par>
                                  <p:par>
                                    <p:cTn id="25" presetID="2" presetClass="entr" presetSubtype="2" fill="hold" grpId="0" nodeType="withEffect" p14:presetBounceEnd="67000">
                                      <p:stCondLst>
                                        <p:cond delay="250"/>
                                      </p:stCondLst>
                                      <p:childTnLst>
                                        <p:set>
                                          <p:cBhvr>
                                            <p:cTn id="26" dur="1" fill="hold">
                                              <p:stCondLst>
                                                <p:cond delay="0"/>
                                              </p:stCondLst>
                                            </p:cTn>
                                            <p:tgtEl>
                                              <p:spTgt spid="12"/>
                                            </p:tgtEl>
                                            <p:attrNameLst>
                                              <p:attrName>style.visibility</p:attrName>
                                            </p:attrNameLst>
                                          </p:cBhvr>
                                          <p:to>
                                            <p:strVal val="visible"/>
                                          </p:to>
                                        </p:set>
                                        <p:anim calcmode="lin" valueType="num" p14:bounceEnd="67000">
                                          <p:cBhvr additive="base">
                                            <p:cTn id="27" dur="1000" fill="hold"/>
                                            <p:tgtEl>
                                              <p:spTgt spid="12"/>
                                            </p:tgtEl>
                                            <p:attrNameLst>
                                              <p:attrName>ppt_x</p:attrName>
                                            </p:attrNameLst>
                                          </p:cBhvr>
                                          <p:tavLst>
                                            <p:tav tm="0">
                                              <p:val>
                                                <p:strVal val="1+#ppt_w/2"/>
                                              </p:val>
                                            </p:tav>
                                            <p:tav tm="100000">
                                              <p:val>
                                                <p:strVal val="#ppt_x"/>
                                              </p:val>
                                            </p:tav>
                                          </p:tavLst>
                                        </p:anim>
                                        <p:anim calcmode="lin" valueType="num" p14:bounceEnd="67000">
                                          <p:cBhvr additive="base">
                                            <p:cTn id="28" dur="1000" fill="hold"/>
                                            <p:tgtEl>
                                              <p:spTgt spid="12"/>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14:presetBounceEnd="67000">
                                      <p:stCondLst>
                                        <p:cond delay="250"/>
                                      </p:stCondLst>
                                      <p:childTnLst>
                                        <p:set>
                                          <p:cBhvr>
                                            <p:cTn id="30" dur="1" fill="hold">
                                              <p:stCondLst>
                                                <p:cond delay="0"/>
                                              </p:stCondLst>
                                            </p:cTn>
                                            <p:tgtEl>
                                              <p:spTgt spid="10"/>
                                            </p:tgtEl>
                                            <p:attrNameLst>
                                              <p:attrName>style.visibility</p:attrName>
                                            </p:attrNameLst>
                                          </p:cBhvr>
                                          <p:to>
                                            <p:strVal val="visible"/>
                                          </p:to>
                                        </p:set>
                                        <p:anim calcmode="lin" valueType="num" p14:bounceEnd="67000">
                                          <p:cBhvr additive="base">
                                            <p:cTn id="31" dur="1000" fill="hold"/>
                                            <p:tgtEl>
                                              <p:spTgt spid="10"/>
                                            </p:tgtEl>
                                            <p:attrNameLst>
                                              <p:attrName>ppt_x</p:attrName>
                                            </p:attrNameLst>
                                          </p:cBhvr>
                                          <p:tavLst>
                                            <p:tav tm="0">
                                              <p:val>
                                                <p:strVal val="1+#ppt_w/2"/>
                                              </p:val>
                                            </p:tav>
                                            <p:tav tm="100000">
                                              <p:val>
                                                <p:strVal val="#ppt_x"/>
                                              </p:val>
                                            </p:tav>
                                          </p:tavLst>
                                        </p:anim>
                                        <p:anim calcmode="lin" valueType="num" p14:bounceEnd="67000">
                                          <p:cBhvr additive="base">
                                            <p:cTn id="32" dur="10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6" fill="hold" grpId="0" nodeType="withEffect" p14:presetBounceEnd="67000">
                                      <p:stCondLst>
                                        <p:cond delay="500"/>
                                      </p:stCondLst>
                                      <p:childTnLst>
                                        <p:set>
                                          <p:cBhvr>
                                            <p:cTn id="34" dur="1" fill="hold">
                                              <p:stCondLst>
                                                <p:cond delay="0"/>
                                              </p:stCondLst>
                                            </p:cTn>
                                            <p:tgtEl>
                                              <p:spTgt spid="9"/>
                                            </p:tgtEl>
                                            <p:attrNameLst>
                                              <p:attrName>style.visibility</p:attrName>
                                            </p:attrNameLst>
                                          </p:cBhvr>
                                          <p:to>
                                            <p:strVal val="visible"/>
                                          </p:to>
                                        </p:set>
                                        <p:anim calcmode="lin" valueType="num" p14:bounceEnd="67000">
                                          <p:cBhvr additive="base">
                                            <p:cTn id="35" dur="1000" fill="hold"/>
                                            <p:tgtEl>
                                              <p:spTgt spid="9"/>
                                            </p:tgtEl>
                                            <p:attrNameLst>
                                              <p:attrName>ppt_x</p:attrName>
                                            </p:attrNameLst>
                                          </p:cBhvr>
                                          <p:tavLst>
                                            <p:tav tm="0">
                                              <p:val>
                                                <p:strVal val="1+#ppt_w/2"/>
                                              </p:val>
                                            </p:tav>
                                            <p:tav tm="100000">
                                              <p:val>
                                                <p:strVal val="#ppt_x"/>
                                              </p:val>
                                            </p:tav>
                                          </p:tavLst>
                                        </p:anim>
                                        <p:anim calcmode="lin" valueType="num" p14:bounceEnd="67000">
                                          <p:cBhvr additive="base">
                                            <p:cTn id="36" dur="1000" fill="hold"/>
                                            <p:tgtEl>
                                              <p:spTgt spid="9"/>
                                            </p:tgtEl>
                                            <p:attrNameLst>
                                              <p:attrName>ppt_y</p:attrName>
                                            </p:attrNameLst>
                                          </p:cBhvr>
                                          <p:tavLst>
                                            <p:tav tm="0">
                                              <p:val>
                                                <p:strVal val="1+#ppt_h/2"/>
                                              </p:val>
                                            </p:tav>
                                            <p:tav tm="100000">
                                              <p:val>
                                                <p:strVal val="#ppt_y"/>
                                              </p:val>
                                            </p:tav>
                                          </p:tavLst>
                                        </p:anim>
                                      </p:childTnLst>
                                    </p:cTn>
                                  </p:par>
                                  <p:par>
                                    <p:cTn id="37" presetID="2" presetClass="entr" presetSubtype="6" fill="hold" grpId="0" nodeType="withEffect" p14:presetBounceEnd="67000">
                                      <p:stCondLst>
                                        <p:cond delay="500"/>
                                      </p:stCondLst>
                                      <p:childTnLst>
                                        <p:set>
                                          <p:cBhvr>
                                            <p:cTn id="38" dur="1" fill="hold">
                                              <p:stCondLst>
                                                <p:cond delay="0"/>
                                              </p:stCondLst>
                                            </p:cTn>
                                            <p:tgtEl>
                                              <p:spTgt spid="15"/>
                                            </p:tgtEl>
                                            <p:attrNameLst>
                                              <p:attrName>style.visibility</p:attrName>
                                            </p:attrNameLst>
                                          </p:cBhvr>
                                          <p:to>
                                            <p:strVal val="visible"/>
                                          </p:to>
                                        </p:set>
                                        <p:anim calcmode="lin" valueType="num" p14:bounceEnd="67000">
                                          <p:cBhvr additive="base">
                                            <p:cTn id="39" dur="1000" fill="hold"/>
                                            <p:tgtEl>
                                              <p:spTgt spid="15"/>
                                            </p:tgtEl>
                                            <p:attrNameLst>
                                              <p:attrName>ppt_x</p:attrName>
                                            </p:attrNameLst>
                                          </p:cBhvr>
                                          <p:tavLst>
                                            <p:tav tm="0">
                                              <p:val>
                                                <p:strVal val="1+#ppt_w/2"/>
                                              </p:val>
                                            </p:tav>
                                            <p:tav tm="100000">
                                              <p:val>
                                                <p:strVal val="#ppt_x"/>
                                              </p:val>
                                            </p:tav>
                                          </p:tavLst>
                                        </p:anim>
                                        <p:anim calcmode="lin" valueType="num" p14:bounceEnd="67000">
                                          <p:cBhvr additive="base">
                                            <p:cTn id="40" dur="10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14:presetBounceEnd="67000">
                                      <p:stCondLst>
                                        <p:cond delay="750"/>
                                      </p:stCondLst>
                                      <p:childTnLst>
                                        <p:set>
                                          <p:cBhvr>
                                            <p:cTn id="42" dur="1" fill="hold">
                                              <p:stCondLst>
                                                <p:cond delay="0"/>
                                              </p:stCondLst>
                                            </p:cTn>
                                            <p:tgtEl>
                                              <p:spTgt spid="7"/>
                                            </p:tgtEl>
                                            <p:attrNameLst>
                                              <p:attrName>style.visibility</p:attrName>
                                            </p:attrNameLst>
                                          </p:cBhvr>
                                          <p:to>
                                            <p:strVal val="visible"/>
                                          </p:to>
                                        </p:set>
                                        <p:anim calcmode="lin" valueType="num" p14:bounceEnd="67000">
                                          <p:cBhvr additive="base">
                                            <p:cTn id="43" dur="1000" fill="hold"/>
                                            <p:tgtEl>
                                              <p:spTgt spid="7"/>
                                            </p:tgtEl>
                                            <p:attrNameLst>
                                              <p:attrName>ppt_x</p:attrName>
                                            </p:attrNameLst>
                                          </p:cBhvr>
                                          <p:tavLst>
                                            <p:tav tm="0">
                                              <p:val>
                                                <p:strVal val="#ppt_x"/>
                                              </p:val>
                                            </p:tav>
                                            <p:tav tm="100000">
                                              <p:val>
                                                <p:strVal val="#ppt_x"/>
                                              </p:val>
                                            </p:tav>
                                          </p:tavLst>
                                        </p:anim>
                                        <p:anim calcmode="lin" valueType="num" p14:bounceEnd="67000">
                                          <p:cBhvr additive="base">
                                            <p:cTn id="44" dur="1000" fill="hold"/>
                                            <p:tgtEl>
                                              <p:spTgt spid="7"/>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14:presetBounceEnd="67000">
                                      <p:stCondLst>
                                        <p:cond delay="750"/>
                                      </p:stCondLst>
                                      <p:childTnLst>
                                        <p:set>
                                          <p:cBhvr>
                                            <p:cTn id="46" dur="1" fill="hold">
                                              <p:stCondLst>
                                                <p:cond delay="0"/>
                                              </p:stCondLst>
                                            </p:cTn>
                                            <p:tgtEl>
                                              <p:spTgt spid="16"/>
                                            </p:tgtEl>
                                            <p:attrNameLst>
                                              <p:attrName>style.visibility</p:attrName>
                                            </p:attrNameLst>
                                          </p:cBhvr>
                                          <p:to>
                                            <p:strVal val="visible"/>
                                          </p:to>
                                        </p:set>
                                        <p:anim calcmode="lin" valueType="num" p14:bounceEnd="67000">
                                          <p:cBhvr additive="base">
                                            <p:cTn id="47" dur="1000" fill="hold"/>
                                            <p:tgtEl>
                                              <p:spTgt spid="16"/>
                                            </p:tgtEl>
                                            <p:attrNameLst>
                                              <p:attrName>ppt_x</p:attrName>
                                            </p:attrNameLst>
                                          </p:cBhvr>
                                          <p:tavLst>
                                            <p:tav tm="0">
                                              <p:val>
                                                <p:strVal val="#ppt_x"/>
                                              </p:val>
                                            </p:tav>
                                            <p:tav tm="100000">
                                              <p:val>
                                                <p:strVal val="#ppt_x"/>
                                              </p:val>
                                            </p:tav>
                                          </p:tavLst>
                                        </p:anim>
                                        <p:anim calcmode="lin" valueType="num" p14:bounceEnd="67000">
                                          <p:cBhvr additive="base">
                                            <p:cTn id="48" dur="1000" fill="hold"/>
                                            <p:tgtEl>
                                              <p:spTgt spid="16"/>
                                            </p:tgtEl>
                                            <p:attrNameLst>
                                              <p:attrName>ppt_y</p:attrName>
                                            </p:attrNameLst>
                                          </p:cBhvr>
                                          <p:tavLst>
                                            <p:tav tm="0">
                                              <p:val>
                                                <p:strVal val="1+#ppt_h/2"/>
                                              </p:val>
                                            </p:tav>
                                            <p:tav tm="100000">
                                              <p:val>
                                                <p:strVal val="#ppt_y"/>
                                              </p:val>
                                            </p:tav>
                                          </p:tavLst>
                                        </p:anim>
                                      </p:childTnLst>
                                    </p:cTn>
                                  </p:par>
                                  <p:par>
                                    <p:cTn id="49" presetID="2" presetClass="entr" presetSubtype="8" fill="hold" grpId="0" nodeType="withEffect" p14:presetBounceEnd="67000">
                                      <p:stCondLst>
                                        <p:cond delay="1000"/>
                                      </p:stCondLst>
                                      <p:childTnLst>
                                        <p:set>
                                          <p:cBhvr>
                                            <p:cTn id="50" dur="1" fill="hold">
                                              <p:stCondLst>
                                                <p:cond delay="0"/>
                                              </p:stCondLst>
                                            </p:cTn>
                                            <p:tgtEl>
                                              <p:spTgt spid="11"/>
                                            </p:tgtEl>
                                            <p:attrNameLst>
                                              <p:attrName>style.visibility</p:attrName>
                                            </p:attrNameLst>
                                          </p:cBhvr>
                                          <p:to>
                                            <p:strVal val="visible"/>
                                          </p:to>
                                        </p:set>
                                        <p:anim calcmode="lin" valueType="num" p14:bounceEnd="67000">
                                          <p:cBhvr additive="base">
                                            <p:cTn id="51" dur="1000" fill="hold"/>
                                            <p:tgtEl>
                                              <p:spTgt spid="11"/>
                                            </p:tgtEl>
                                            <p:attrNameLst>
                                              <p:attrName>ppt_x</p:attrName>
                                            </p:attrNameLst>
                                          </p:cBhvr>
                                          <p:tavLst>
                                            <p:tav tm="0">
                                              <p:val>
                                                <p:strVal val="0-#ppt_w/2"/>
                                              </p:val>
                                            </p:tav>
                                            <p:tav tm="100000">
                                              <p:val>
                                                <p:strVal val="#ppt_x"/>
                                              </p:val>
                                            </p:tav>
                                          </p:tavLst>
                                        </p:anim>
                                        <p:anim calcmode="lin" valueType="num" p14:bounceEnd="67000">
                                          <p:cBhvr additive="base">
                                            <p:cTn id="52" dur="1000" fill="hold"/>
                                            <p:tgtEl>
                                              <p:spTgt spid="11"/>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14:presetBounceEnd="67000">
                                      <p:stCondLst>
                                        <p:cond delay="1000"/>
                                      </p:stCondLst>
                                      <p:childTnLst>
                                        <p:set>
                                          <p:cBhvr>
                                            <p:cTn id="54" dur="1" fill="hold">
                                              <p:stCondLst>
                                                <p:cond delay="0"/>
                                              </p:stCondLst>
                                            </p:cTn>
                                            <p:tgtEl>
                                              <p:spTgt spid="8"/>
                                            </p:tgtEl>
                                            <p:attrNameLst>
                                              <p:attrName>style.visibility</p:attrName>
                                            </p:attrNameLst>
                                          </p:cBhvr>
                                          <p:to>
                                            <p:strVal val="visible"/>
                                          </p:to>
                                        </p:set>
                                        <p:anim calcmode="lin" valueType="num" p14:bounceEnd="67000">
                                          <p:cBhvr additive="base">
                                            <p:cTn id="55" dur="1000" fill="hold"/>
                                            <p:tgtEl>
                                              <p:spTgt spid="8"/>
                                            </p:tgtEl>
                                            <p:attrNameLst>
                                              <p:attrName>ppt_x</p:attrName>
                                            </p:attrNameLst>
                                          </p:cBhvr>
                                          <p:tavLst>
                                            <p:tav tm="0">
                                              <p:val>
                                                <p:strVal val="0-#ppt_w/2"/>
                                              </p:val>
                                            </p:tav>
                                            <p:tav tm="100000">
                                              <p:val>
                                                <p:strVal val="#ppt_x"/>
                                              </p:val>
                                            </p:tav>
                                          </p:tavLst>
                                        </p:anim>
                                        <p:anim calcmode="lin" valueType="num" p14:bounceEnd="67000">
                                          <p:cBhvr additive="base">
                                            <p:cTn id="56" dur="1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Chart bld="category"/>
            </p:bldSub>
          </p:bldGraphic>
          <p:bldP spid="8" grpId="0"/>
          <p:bldP spid="7" grpId="0"/>
          <p:bldP spid="9" grpId="0"/>
          <p:bldP spid="10" grpId="0"/>
          <p:bldP spid="11" grpId="0"/>
          <p:bldP spid="12" grpId="0"/>
          <p:bldP spid="15" grpId="0"/>
          <p:bldP spid="16"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
                                                <p:graphicEl>
                                                  <a:chart seriesIdx="-3" categoryIdx="-3" bldStep="gridLegend"/>
                                                </p:graphicEl>
                                              </p:spTgt>
                                            </p:tgtEl>
                                            <p:attrNameLst>
                                              <p:attrName>style.visibility</p:attrName>
                                            </p:attrNameLst>
                                          </p:cBhvr>
                                          <p:to>
                                            <p:strVal val="visible"/>
                                          </p:to>
                                        </p:set>
                                        <p:anim calcmode="lin" valueType="num">
                                          <p:cBhvr additive="base">
                                            <p:cTn id="7" dur="1000" fill="hold"/>
                                            <p:tgtEl>
                                              <p:spTgt spid="5">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cBhvr additive="base">
                                            <p:cTn id="8" dur="1000" fill="hold"/>
                                            <p:tgtEl>
                                              <p:spTgt spid="5">
                                                <p:graphicEl>
                                                  <a:chart seriesIdx="-3" categoryIdx="-3" bldStep="gridLegend"/>
                                                </p:graphic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250"/>
                                      </p:stCondLst>
                                      <p:childTnLst>
                                        <p:set>
                                          <p:cBhvr>
                                            <p:cTn id="10" dur="1" fill="hold">
                                              <p:stCondLst>
                                                <p:cond delay="0"/>
                                              </p:stCondLst>
                                            </p:cTn>
                                            <p:tgtEl>
                                              <p:spTgt spid="5">
                                                <p:graphicEl>
                                                  <a:chart seriesIdx="-4" categoryIdx="0" bldStep="category"/>
                                                </p:graphicEl>
                                              </p:spTgt>
                                            </p:tgtEl>
                                            <p:attrNameLst>
                                              <p:attrName>style.visibility</p:attrName>
                                            </p:attrNameLst>
                                          </p:cBhvr>
                                          <p:to>
                                            <p:strVal val="visible"/>
                                          </p:to>
                                        </p:set>
                                        <p:anim calcmode="lin" valueType="num">
                                          <p:cBhvr additive="base">
                                            <p:cTn id="11" dur="1000" fill="hold"/>
                                            <p:tgtEl>
                                              <p:spTgt spid="5">
                                                <p:graphicEl>
                                                  <a:chart seriesIdx="-4" categoryIdx="0" bldStep="category"/>
                                                </p:graphicEl>
                                              </p:spTgt>
                                            </p:tgtEl>
                                            <p:attrNameLst>
                                              <p:attrName>ppt_x</p:attrName>
                                            </p:attrNameLst>
                                          </p:cBhvr>
                                          <p:tavLst>
                                            <p:tav tm="0">
                                              <p:val>
                                                <p:strVal val="#ppt_x"/>
                                              </p:val>
                                            </p:tav>
                                            <p:tav tm="100000">
                                              <p:val>
                                                <p:strVal val="#ppt_x"/>
                                              </p:val>
                                            </p:tav>
                                          </p:tavLst>
                                        </p:anim>
                                        <p:anim calcmode="lin" valueType="num">
                                          <p:cBhvr additive="base">
                                            <p:cTn id="12" dur="1000" fill="hold"/>
                                            <p:tgtEl>
                                              <p:spTgt spid="5">
                                                <p:graphicEl>
                                                  <a:chart seriesIdx="-4" categoryIdx="0" bldStep="category"/>
                                                </p:graphic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500"/>
                                      </p:stCondLst>
                                      <p:childTnLst>
                                        <p:set>
                                          <p:cBhvr>
                                            <p:cTn id="14" dur="1" fill="hold">
                                              <p:stCondLst>
                                                <p:cond delay="0"/>
                                              </p:stCondLst>
                                            </p:cTn>
                                            <p:tgtEl>
                                              <p:spTgt spid="5">
                                                <p:graphicEl>
                                                  <a:chart seriesIdx="-4" categoryIdx="1" bldStep="category"/>
                                                </p:graphicEl>
                                              </p:spTgt>
                                            </p:tgtEl>
                                            <p:attrNameLst>
                                              <p:attrName>style.visibility</p:attrName>
                                            </p:attrNameLst>
                                          </p:cBhvr>
                                          <p:to>
                                            <p:strVal val="visible"/>
                                          </p:to>
                                        </p:set>
                                        <p:anim calcmode="lin" valueType="num">
                                          <p:cBhvr additive="base">
                                            <p:cTn id="15" dur="1000" fill="hold"/>
                                            <p:tgtEl>
                                              <p:spTgt spid="5">
                                                <p:graphicEl>
                                                  <a:chart seriesIdx="-4" categoryIdx="1" bldStep="category"/>
                                                </p:graphicEl>
                                              </p:spTgt>
                                            </p:tgtEl>
                                            <p:attrNameLst>
                                              <p:attrName>ppt_x</p:attrName>
                                            </p:attrNameLst>
                                          </p:cBhvr>
                                          <p:tavLst>
                                            <p:tav tm="0">
                                              <p:val>
                                                <p:strVal val="#ppt_x"/>
                                              </p:val>
                                            </p:tav>
                                            <p:tav tm="100000">
                                              <p:val>
                                                <p:strVal val="#ppt_x"/>
                                              </p:val>
                                            </p:tav>
                                          </p:tavLst>
                                        </p:anim>
                                        <p:anim calcmode="lin" valueType="num">
                                          <p:cBhvr additive="base">
                                            <p:cTn id="16" dur="1000" fill="hold"/>
                                            <p:tgtEl>
                                              <p:spTgt spid="5">
                                                <p:graphicEl>
                                                  <a:chart seriesIdx="-4" categoryIdx="1" bldStep="category"/>
                                                </p:graphicEl>
                                              </p:spTgt>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750"/>
                                      </p:stCondLst>
                                      <p:childTnLst>
                                        <p:set>
                                          <p:cBhvr>
                                            <p:cTn id="18" dur="1" fill="hold">
                                              <p:stCondLst>
                                                <p:cond delay="0"/>
                                              </p:stCondLst>
                                            </p:cTn>
                                            <p:tgtEl>
                                              <p:spTgt spid="5">
                                                <p:graphicEl>
                                                  <a:chart seriesIdx="-4" categoryIdx="2" bldStep="category"/>
                                                </p:graphicEl>
                                              </p:spTgt>
                                            </p:tgtEl>
                                            <p:attrNameLst>
                                              <p:attrName>style.visibility</p:attrName>
                                            </p:attrNameLst>
                                          </p:cBhvr>
                                          <p:to>
                                            <p:strVal val="visible"/>
                                          </p:to>
                                        </p:set>
                                        <p:anim calcmode="lin" valueType="num">
                                          <p:cBhvr additive="base">
                                            <p:cTn id="19" dur="1000" fill="hold"/>
                                            <p:tgtEl>
                                              <p:spTgt spid="5">
                                                <p:graphicEl>
                                                  <a:chart seriesIdx="-4" categoryIdx="2" bldStep="category"/>
                                                </p:graphicEl>
                                              </p:spTgt>
                                            </p:tgtEl>
                                            <p:attrNameLst>
                                              <p:attrName>ppt_x</p:attrName>
                                            </p:attrNameLst>
                                          </p:cBhvr>
                                          <p:tavLst>
                                            <p:tav tm="0">
                                              <p:val>
                                                <p:strVal val="#ppt_x"/>
                                              </p:val>
                                            </p:tav>
                                            <p:tav tm="100000">
                                              <p:val>
                                                <p:strVal val="#ppt_x"/>
                                              </p:val>
                                            </p:tav>
                                          </p:tavLst>
                                        </p:anim>
                                        <p:anim calcmode="lin" valueType="num">
                                          <p:cBhvr additive="base">
                                            <p:cTn id="20" dur="1000" fill="hold"/>
                                            <p:tgtEl>
                                              <p:spTgt spid="5">
                                                <p:graphicEl>
                                                  <a:chart seriesIdx="-4" categoryIdx="2" bldStep="category"/>
                                                </p:graphicEl>
                                              </p:spTgt>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1000"/>
                                      </p:stCondLst>
                                      <p:childTnLst>
                                        <p:set>
                                          <p:cBhvr>
                                            <p:cTn id="22" dur="1" fill="hold">
                                              <p:stCondLst>
                                                <p:cond delay="0"/>
                                              </p:stCondLst>
                                            </p:cTn>
                                            <p:tgtEl>
                                              <p:spTgt spid="5">
                                                <p:graphicEl>
                                                  <a:chart seriesIdx="-4" categoryIdx="3" bldStep="category"/>
                                                </p:graphicEl>
                                              </p:spTgt>
                                            </p:tgtEl>
                                            <p:attrNameLst>
                                              <p:attrName>style.visibility</p:attrName>
                                            </p:attrNameLst>
                                          </p:cBhvr>
                                          <p:to>
                                            <p:strVal val="visible"/>
                                          </p:to>
                                        </p:set>
                                        <p:anim calcmode="lin" valueType="num">
                                          <p:cBhvr additive="base">
                                            <p:cTn id="23" dur="1000" fill="hold"/>
                                            <p:tgtEl>
                                              <p:spTgt spid="5">
                                                <p:graphicEl>
                                                  <a:chart seriesIdx="-4" categoryIdx="3" bldStep="category"/>
                                                </p:graphicEl>
                                              </p:spTgt>
                                            </p:tgtEl>
                                            <p:attrNameLst>
                                              <p:attrName>ppt_x</p:attrName>
                                            </p:attrNameLst>
                                          </p:cBhvr>
                                          <p:tavLst>
                                            <p:tav tm="0">
                                              <p:val>
                                                <p:strVal val="#ppt_x"/>
                                              </p:val>
                                            </p:tav>
                                            <p:tav tm="100000">
                                              <p:val>
                                                <p:strVal val="#ppt_x"/>
                                              </p:val>
                                            </p:tav>
                                          </p:tavLst>
                                        </p:anim>
                                        <p:anim calcmode="lin" valueType="num">
                                          <p:cBhvr additive="base">
                                            <p:cTn id="24" dur="1000" fill="hold"/>
                                            <p:tgtEl>
                                              <p:spTgt spid="5">
                                                <p:graphicEl>
                                                  <a:chart seriesIdx="-4" categoryIdx="3" bldStep="category"/>
                                                </p:graphicEl>
                                              </p:spTgt>
                                            </p:tgtEl>
                                            <p:attrNameLst>
                                              <p:attrName>ppt_y</p:attrName>
                                            </p:attrNameLst>
                                          </p:cBhvr>
                                          <p:tavLst>
                                            <p:tav tm="0">
                                              <p:val>
                                                <p:strVal val="0-#ppt_h/2"/>
                                              </p:val>
                                            </p:tav>
                                            <p:tav tm="100000">
                                              <p:val>
                                                <p:strVal val="#ppt_y"/>
                                              </p:val>
                                            </p:tav>
                                          </p:tavLst>
                                        </p:anim>
                                      </p:childTnLst>
                                    </p:cTn>
                                  </p:par>
                                  <p:par>
                                    <p:cTn id="25" presetID="2" presetClass="entr" presetSubtype="2" fill="hold" grpId="0" nodeType="withEffect">
                                      <p:stCondLst>
                                        <p:cond delay="25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1000" fill="hold"/>
                                            <p:tgtEl>
                                              <p:spTgt spid="12"/>
                                            </p:tgtEl>
                                            <p:attrNameLst>
                                              <p:attrName>ppt_x</p:attrName>
                                            </p:attrNameLst>
                                          </p:cBhvr>
                                          <p:tavLst>
                                            <p:tav tm="0">
                                              <p:val>
                                                <p:strVal val="1+#ppt_w/2"/>
                                              </p:val>
                                            </p:tav>
                                            <p:tav tm="100000">
                                              <p:val>
                                                <p:strVal val="#ppt_x"/>
                                              </p:val>
                                            </p:tav>
                                          </p:tavLst>
                                        </p:anim>
                                        <p:anim calcmode="lin" valueType="num">
                                          <p:cBhvr additive="base">
                                            <p:cTn id="28" dur="1000" fill="hold"/>
                                            <p:tgtEl>
                                              <p:spTgt spid="12"/>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25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1000" fill="hold"/>
                                            <p:tgtEl>
                                              <p:spTgt spid="10"/>
                                            </p:tgtEl>
                                            <p:attrNameLst>
                                              <p:attrName>ppt_x</p:attrName>
                                            </p:attrNameLst>
                                          </p:cBhvr>
                                          <p:tavLst>
                                            <p:tav tm="0">
                                              <p:val>
                                                <p:strVal val="1+#ppt_w/2"/>
                                              </p:val>
                                            </p:tav>
                                            <p:tav tm="100000">
                                              <p:val>
                                                <p:strVal val="#ppt_x"/>
                                              </p:val>
                                            </p:tav>
                                          </p:tavLst>
                                        </p:anim>
                                        <p:anim calcmode="lin" valueType="num">
                                          <p:cBhvr additive="base">
                                            <p:cTn id="32" dur="10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6" fill="hold" grpId="0" nodeType="withEffect">
                                      <p:stCondLst>
                                        <p:cond delay="50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1000" fill="hold"/>
                                            <p:tgtEl>
                                              <p:spTgt spid="9"/>
                                            </p:tgtEl>
                                            <p:attrNameLst>
                                              <p:attrName>ppt_x</p:attrName>
                                            </p:attrNameLst>
                                          </p:cBhvr>
                                          <p:tavLst>
                                            <p:tav tm="0">
                                              <p:val>
                                                <p:strVal val="1+#ppt_w/2"/>
                                              </p:val>
                                            </p:tav>
                                            <p:tav tm="100000">
                                              <p:val>
                                                <p:strVal val="#ppt_x"/>
                                              </p:val>
                                            </p:tav>
                                          </p:tavLst>
                                        </p:anim>
                                        <p:anim calcmode="lin" valueType="num">
                                          <p:cBhvr additive="base">
                                            <p:cTn id="36" dur="1000" fill="hold"/>
                                            <p:tgtEl>
                                              <p:spTgt spid="9"/>
                                            </p:tgtEl>
                                            <p:attrNameLst>
                                              <p:attrName>ppt_y</p:attrName>
                                            </p:attrNameLst>
                                          </p:cBhvr>
                                          <p:tavLst>
                                            <p:tav tm="0">
                                              <p:val>
                                                <p:strVal val="1+#ppt_h/2"/>
                                              </p:val>
                                            </p:tav>
                                            <p:tav tm="100000">
                                              <p:val>
                                                <p:strVal val="#ppt_y"/>
                                              </p:val>
                                            </p:tav>
                                          </p:tavLst>
                                        </p:anim>
                                      </p:childTnLst>
                                    </p:cTn>
                                  </p:par>
                                  <p:par>
                                    <p:cTn id="37" presetID="2" presetClass="entr" presetSubtype="6" fill="hold" grpId="0" nodeType="withEffect">
                                      <p:stCondLst>
                                        <p:cond delay="50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1000" fill="hold"/>
                                            <p:tgtEl>
                                              <p:spTgt spid="15"/>
                                            </p:tgtEl>
                                            <p:attrNameLst>
                                              <p:attrName>ppt_x</p:attrName>
                                            </p:attrNameLst>
                                          </p:cBhvr>
                                          <p:tavLst>
                                            <p:tav tm="0">
                                              <p:val>
                                                <p:strVal val="1+#ppt_w/2"/>
                                              </p:val>
                                            </p:tav>
                                            <p:tav tm="100000">
                                              <p:val>
                                                <p:strVal val="#ppt_x"/>
                                              </p:val>
                                            </p:tav>
                                          </p:tavLst>
                                        </p:anim>
                                        <p:anim calcmode="lin" valueType="num">
                                          <p:cBhvr additive="base">
                                            <p:cTn id="40" dur="10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75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1000" fill="hold"/>
                                            <p:tgtEl>
                                              <p:spTgt spid="7"/>
                                            </p:tgtEl>
                                            <p:attrNameLst>
                                              <p:attrName>ppt_x</p:attrName>
                                            </p:attrNameLst>
                                          </p:cBhvr>
                                          <p:tavLst>
                                            <p:tav tm="0">
                                              <p:val>
                                                <p:strVal val="#ppt_x"/>
                                              </p:val>
                                            </p:tav>
                                            <p:tav tm="100000">
                                              <p:val>
                                                <p:strVal val="#ppt_x"/>
                                              </p:val>
                                            </p:tav>
                                          </p:tavLst>
                                        </p:anim>
                                        <p:anim calcmode="lin" valueType="num">
                                          <p:cBhvr additive="base">
                                            <p:cTn id="44" dur="1000" fill="hold"/>
                                            <p:tgtEl>
                                              <p:spTgt spid="7"/>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75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1000" fill="hold"/>
                                            <p:tgtEl>
                                              <p:spTgt spid="16"/>
                                            </p:tgtEl>
                                            <p:attrNameLst>
                                              <p:attrName>ppt_x</p:attrName>
                                            </p:attrNameLst>
                                          </p:cBhvr>
                                          <p:tavLst>
                                            <p:tav tm="0">
                                              <p:val>
                                                <p:strVal val="#ppt_x"/>
                                              </p:val>
                                            </p:tav>
                                            <p:tav tm="100000">
                                              <p:val>
                                                <p:strVal val="#ppt_x"/>
                                              </p:val>
                                            </p:tav>
                                          </p:tavLst>
                                        </p:anim>
                                        <p:anim calcmode="lin" valueType="num">
                                          <p:cBhvr additive="base">
                                            <p:cTn id="48" dur="1000" fill="hold"/>
                                            <p:tgtEl>
                                              <p:spTgt spid="16"/>
                                            </p:tgtEl>
                                            <p:attrNameLst>
                                              <p:attrName>ppt_y</p:attrName>
                                            </p:attrNameLst>
                                          </p:cBhvr>
                                          <p:tavLst>
                                            <p:tav tm="0">
                                              <p:val>
                                                <p:strVal val="1+#ppt_h/2"/>
                                              </p:val>
                                            </p:tav>
                                            <p:tav tm="100000">
                                              <p:val>
                                                <p:strVal val="#ppt_y"/>
                                              </p:val>
                                            </p:tav>
                                          </p:tavLst>
                                        </p:anim>
                                      </p:childTnLst>
                                    </p:cTn>
                                  </p:par>
                                  <p:par>
                                    <p:cTn id="49" presetID="2" presetClass="entr" presetSubtype="8" fill="hold" grpId="0" nodeType="withEffect">
                                      <p:stCondLst>
                                        <p:cond delay="1000"/>
                                      </p:stCondLst>
                                      <p:childTnLst>
                                        <p:set>
                                          <p:cBhvr>
                                            <p:cTn id="50" dur="1" fill="hold">
                                              <p:stCondLst>
                                                <p:cond delay="0"/>
                                              </p:stCondLst>
                                            </p:cTn>
                                            <p:tgtEl>
                                              <p:spTgt spid="11"/>
                                            </p:tgtEl>
                                            <p:attrNameLst>
                                              <p:attrName>style.visibility</p:attrName>
                                            </p:attrNameLst>
                                          </p:cBhvr>
                                          <p:to>
                                            <p:strVal val="visible"/>
                                          </p:to>
                                        </p:set>
                                        <p:anim calcmode="lin" valueType="num">
                                          <p:cBhvr additive="base">
                                            <p:cTn id="51" dur="1000" fill="hold"/>
                                            <p:tgtEl>
                                              <p:spTgt spid="11"/>
                                            </p:tgtEl>
                                            <p:attrNameLst>
                                              <p:attrName>ppt_x</p:attrName>
                                            </p:attrNameLst>
                                          </p:cBhvr>
                                          <p:tavLst>
                                            <p:tav tm="0">
                                              <p:val>
                                                <p:strVal val="0-#ppt_w/2"/>
                                              </p:val>
                                            </p:tav>
                                            <p:tav tm="100000">
                                              <p:val>
                                                <p:strVal val="#ppt_x"/>
                                              </p:val>
                                            </p:tav>
                                          </p:tavLst>
                                        </p:anim>
                                        <p:anim calcmode="lin" valueType="num">
                                          <p:cBhvr additive="base">
                                            <p:cTn id="52" dur="1000" fill="hold"/>
                                            <p:tgtEl>
                                              <p:spTgt spid="11"/>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1000"/>
                                      </p:stCondLst>
                                      <p:childTnLst>
                                        <p:set>
                                          <p:cBhvr>
                                            <p:cTn id="54" dur="1" fill="hold">
                                              <p:stCondLst>
                                                <p:cond delay="0"/>
                                              </p:stCondLst>
                                            </p:cTn>
                                            <p:tgtEl>
                                              <p:spTgt spid="8"/>
                                            </p:tgtEl>
                                            <p:attrNameLst>
                                              <p:attrName>style.visibility</p:attrName>
                                            </p:attrNameLst>
                                          </p:cBhvr>
                                          <p:to>
                                            <p:strVal val="visible"/>
                                          </p:to>
                                        </p:set>
                                        <p:anim calcmode="lin" valueType="num">
                                          <p:cBhvr additive="base">
                                            <p:cTn id="55" dur="1000" fill="hold"/>
                                            <p:tgtEl>
                                              <p:spTgt spid="8"/>
                                            </p:tgtEl>
                                            <p:attrNameLst>
                                              <p:attrName>ppt_x</p:attrName>
                                            </p:attrNameLst>
                                          </p:cBhvr>
                                          <p:tavLst>
                                            <p:tav tm="0">
                                              <p:val>
                                                <p:strVal val="0-#ppt_w/2"/>
                                              </p:val>
                                            </p:tav>
                                            <p:tav tm="100000">
                                              <p:val>
                                                <p:strVal val="#ppt_x"/>
                                              </p:val>
                                            </p:tav>
                                          </p:tavLst>
                                        </p:anim>
                                        <p:anim calcmode="lin" valueType="num">
                                          <p:cBhvr additive="base">
                                            <p:cTn id="56" dur="1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Chart bld="category"/>
            </p:bldSub>
          </p:bldGraphic>
          <p:bldP spid="8" grpId="0"/>
          <p:bldP spid="7" grpId="0"/>
          <p:bldP spid="9" grpId="0"/>
          <p:bldP spid="10" grpId="0"/>
          <p:bldP spid="11" grpId="0"/>
          <p:bldP spid="12" grpId="0"/>
          <p:bldP spid="15" grpId="0"/>
          <p:bldP spid="16" grpId="0"/>
        </p:bldLst>
      </p:timing>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a:extLst>
              <a:ext uri="{FF2B5EF4-FFF2-40B4-BE49-F238E27FC236}">
                <a16:creationId xmlns:a16="http://schemas.microsoft.com/office/drawing/2014/main" id="{A8B5BC7C-BFC3-4AE3-BF31-6F8CD656DDA6}"/>
              </a:ext>
            </a:extLst>
          </p:cNvPr>
          <p:cNvGraphicFramePr/>
          <p:nvPr>
            <p:extLst>
              <p:ext uri="{D42A27DB-BD31-4B8C-83A1-F6EECF244321}">
                <p14:modId xmlns:p14="http://schemas.microsoft.com/office/powerpoint/2010/main" val="3323581059"/>
              </p:ext>
            </p:extLst>
          </p:nvPr>
        </p:nvGraphicFramePr>
        <p:xfrm>
          <a:off x="3117849" y="1597674"/>
          <a:ext cx="5956302" cy="456435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E1A1EE73-D8B2-472B-80B2-1AA147926C5E}"/>
              </a:ext>
            </a:extLst>
          </p:cNvPr>
          <p:cNvGraphicFramePr/>
          <p:nvPr>
            <p:extLst>
              <p:ext uri="{D42A27DB-BD31-4B8C-83A1-F6EECF244321}">
                <p14:modId xmlns:p14="http://schemas.microsoft.com/office/powerpoint/2010/main" val="110838871"/>
              </p:ext>
            </p:extLst>
          </p:nvPr>
        </p:nvGraphicFramePr>
        <p:xfrm>
          <a:off x="3428080" y="1835406"/>
          <a:ext cx="5335840" cy="408888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0EAC64C0-68A0-4F8B-AC07-C895AE183A52}"/>
              </a:ext>
            </a:extLst>
          </p:cNvPr>
          <p:cNvGraphicFramePr/>
          <p:nvPr>
            <p:extLst>
              <p:ext uri="{D42A27DB-BD31-4B8C-83A1-F6EECF244321}">
                <p14:modId xmlns:p14="http://schemas.microsoft.com/office/powerpoint/2010/main" val="221020140"/>
              </p:ext>
            </p:extLst>
          </p:nvPr>
        </p:nvGraphicFramePr>
        <p:xfrm>
          <a:off x="3721258" y="2060070"/>
          <a:ext cx="4749485" cy="36395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Chart 3">
            <a:extLst>
              <a:ext uri="{FF2B5EF4-FFF2-40B4-BE49-F238E27FC236}">
                <a16:creationId xmlns:a16="http://schemas.microsoft.com/office/drawing/2014/main" id="{9931CC2F-F426-43CC-91B9-E30D684F8A57}"/>
              </a:ext>
            </a:extLst>
          </p:cNvPr>
          <p:cNvGraphicFramePr/>
          <p:nvPr>
            <p:extLst>
              <p:ext uri="{D42A27DB-BD31-4B8C-83A1-F6EECF244321}">
                <p14:modId xmlns:p14="http://schemas.microsoft.com/office/powerpoint/2010/main" val="1301332782"/>
              </p:ext>
            </p:extLst>
          </p:nvPr>
        </p:nvGraphicFramePr>
        <p:xfrm>
          <a:off x="3824765" y="2290351"/>
          <a:ext cx="4542472" cy="317899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 name="Chart 2">
            <a:extLst>
              <a:ext uri="{FF2B5EF4-FFF2-40B4-BE49-F238E27FC236}">
                <a16:creationId xmlns:a16="http://schemas.microsoft.com/office/drawing/2014/main" id="{D8CDE8B6-DB09-43FB-AFE2-0C9BA19C8A61}"/>
              </a:ext>
            </a:extLst>
          </p:cNvPr>
          <p:cNvGraphicFramePr/>
          <p:nvPr>
            <p:extLst>
              <p:ext uri="{D42A27DB-BD31-4B8C-83A1-F6EECF244321}">
                <p14:modId xmlns:p14="http://schemas.microsoft.com/office/powerpoint/2010/main" val="2027449161"/>
              </p:ext>
            </p:extLst>
          </p:nvPr>
        </p:nvGraphicFramePr>
        <p:xfrm>
          <a:off x="4052960" y="2517822"/>
          <a:ext cx="4086081" cy="272405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 name="Chart 1">
            <a:extLst>
              <a:ext uri="{FF2B5EF4-FFF2-40B4-BE49-F238E27FC236}">
                <a16:creationId xmlns:a16="http://schemas.microsoft.com/office/drawing/2014/main" id="{63CE2DC8-6304-44B1-861F-1316D1BA727B}"/>
              </a:ext>
            </a:extLst>
          </p:cNvPr>
          <p:cNvGraphicFramePr/>
          <p:nvPr>
            <p:extLst>
              <p:ext uri="{D42A27DB-BD31-4B8C-83A1-F6EECF244321}">
                <p14:modId xmlns:p14="http://schemas.microsoft.com/office/powerpoint/2010/main" val="3219321121"/>
              </p:ext>
            </p:extLst>
          </p:nvPr>
        </p:nvGraphicFramePr>
        <p:xfrm>
          <a:off x="4394728" y="2745668"/>
          <a:ext cx="3402545" cy="2268364"/>
        </p:xfrm>
        <a:graphic>
          <a:graphicData uri="http://schemas.openxmlformats.org/drawingml/2006/chart">
            <c:chart xmlns:c="http://schemas.openxmlformats.org/drawingml/2006/chart" xmlns:r="http://schemas.openxmlformats.org/officeDocument/2006/relationships" r:id="rId7"/>
          </a:graphicData>
        </a:graphic>
      </p:graphicFrame>
      <p:sp>
        <p:nvSpPr>
          <p:cNvPr id="10" name="Text Placeholder 36">
            <a:extLst>
              <a:ext uri="{FF2B5EF4-FFF2-40B4-BE49-F238E27FC236}">
                <a16:creationId xmlns:a16="http://schemas.microsoft.com/office/drawing/2014/main" id="{0E20D482-3FC6-46AC-A2A2-1FA1C7E332F6}"/>
              </a:ext>
            </a:extLst>
          </p:cNvPr>
          <p:cNvSpPr txBox="1">
            <a:spLocks/>
          </p:cNvSpPr>
          <p:nvPr/>
        </p:nvSpPr>
        <p:spPr>
          <a:xfrm>
            <a:off x="2598116" y="5035548"/>
            <a:ext cx="715648" cy="541338"/>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3"/>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b="0">
                <a:latin typeface="Montserrat SemiBold" panose="00000700000000000000" pitchFamily="50" charset="-52"/>
              </a:rPr>
              <a:t>35%</a:t>
            </a:r>
          </a:p>
        </p:txBody>
      </p:sp>
      <p:sp>
        <p:nvSpPr>
          <p:cNvPr id="12" name="Text Placeholder 36">
            <a:extLst>
              <a:ext uri="{FF2B5EF4-FFF2-40B4-BE49-F238E27FC236}">
                <a16:creationId xmlns:a16="http://schemas.microsoft.com/office/drawing/2014/main" id="{B8BD5CAA-51AE-45B7-B834-365D04DC0127}"/>
              </a:ext>
            </a:extLst>
          </p:cNvPr>
          <p:cNvSpPr txBox="1">
            <a:spLocks/>
          </p:cNvSpPr>
          <p:nvPr/>
        </p:nvSpPr>
        <p:spPr>
          <a:xfrm>
            <a:off x="1544968" y="3050776"/>
            <a:ext cx="715647" cy="541338"/>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2"/>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b="0">
                <a:solidFill>
                  <a:schemeClr val="accent4"/>
                </a:solidFill>
                <a:latin typeface="Montserrat SemiBold" panose="00000700000000000000" pitchFamily="50" charset="-52"/>
              </a:rPr>
              <a:t>25%</a:t>
            </a:r>
          </a:p>
        </p:txBody>
      </p:sp>
      <p:sp>
        <p:nvSpPr>
          <p:cNvPr id="14" name="Text Placeholder 36">
            <a:extLst>
              <a:ext uri="{FF2B5EF4-FFF2-40B4-BE49-F238E27FC236}">
                <a16:creationId xmlns:a16="http://schemas.microsoft.com/office/drawing/2014/main" id="{47327532-61FD-49E8-8D31-B10949E8AFF0}"/>
              </a:ext>
            </a:extLst>
          </p:cNvPr>
          <p:cNvSpPr txBox="1">
            <a:spLocks/>
          </p:cNvSpPr>
          <p:nvPr/>
        </p:nvSpPr>
        <p:spPr>
          <a:xfrm>
            <a:off x="2529219" y="1103514"/>
            <a:ext cx="718822" cy="35520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b="0">
                <a:solidFill>
                  <a:schemeClr val="accent5"/>
                </a:solidFill>
                <a:latin typeface="Montserrat SemiBold" panose="00000700000000000000" pitchFamily="50" charset="-52"/>
              </a:rPr>
              <a:t>15%</a:t>
            </a:r>
          </a:p>
        </p:txBody>
      </p:sp>
      <p:sp>
        <p:nvSpPr>
          <p:cNvPr id="15" name="Text Placeholder 36">
            <a:extLst>
              <a:ext uri="{FF2B5EF4-FFF2-40B4-BE49-F238E27FC236}">
                <a16:creationId xmlns:a16="http://schemas.microsoft.com/office/drawing/2014/main" id="{0B827357-A328-42AF-AF14-8536A3319AB0}"/>
              </a:ext>
            </a:extLst>
          </p:cNvPr>
          <p:cNvSpPr txBox="1">
            <a:spLocks/>
          </p:cNvSpPr>
          <p:nvPr/>
        </p:nvSpPr>
        <p:spPr>
          <a:xfrm>
            <a:off x="9455291" y="3112687"/>
            <a:ext cx="767259" cy="541338"/>
          </a:xfrm>
          <a:prstGeom prst="rect">
            <a:avLst/>
          </a:prstGeom>
        </p:spPr>
        <p:txBody>
          <a:bodyPr>
            <a:noAutofit/>
          </a:bodyPr>
          <a:lstStyle>
            <a:lvl1pPr marL="0" indent="0" algn="r"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5"/>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b="0">
                <a:solidFill>
                  <a:schemeClr val="accent1"/>
                </a:solidFill>
                <a:latin typeface="Montserrat SemiBold" panose="00000700000000000000" pitchFamily="50" charset="-52"/>
              </a:rPr>
              <a:t>65%</a:t>
            </a:r>
          </a:p>
        </p:txBody>
      </p:sp>
      <p:sp>
        <p:nvSpPr>
          <p:cNvPr id="17" name="Text Placeholder 36">
            <a:extLst>
              <a:ext uri="{FF2B5EF4-FFF2-40B4-BE49-F238E27FC236}">
                <a16:creationId xmlns:a16="http://schemas.microsoft.com/office/drawing/2014/main" id="{BDAFD84F-4AE5-429E-BE1F-12AE8878C0C0}"/>
              </a:ext>
            </a:extLst>
          </p:cNvPr>
          <p:cNvSpPr txBox="1">
            <a:spLocks/>
          </p:cNvSpPr>
          <p:nvPr/>
        </p:nvSpPr>
        <p:spPr>
          <a:xfrm>
            <a:off x="9014138" y="1056336"/>
            <a:ext cx="933450" cy="541338"/>
          </a:xfrm>
          <a:prstGeom prst="rect">
            <a:avLst/>
          </a:prstGeom>
        </p:spPr>
        <p:txBody>
          <a:bodyPr>
            <a:noAutofit/>
          </a:bodyPr>
          <a:lstStyle>
            <a:lvl1pPr marL="0" indent="0" algn="r"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4"/>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b="0">
                <a:solidFill>
                  <a:schemeClr val="accent6"/>
                </a:solidFill>
                <a:latin typeface="Montserrat SemiBold" panose="00000700000000000000" pitchFamily="50" charset="-52"/>
              </a:rPr>
              <a:t>50%</a:t>
            </a:r>
          </a:p>
        </p:txBody>
      </p:sp>
      <p:sp>
        <p:nvSpPr>
          <p:cNvPr id="19" name="Text Placeholder 36">
            <a:extLst>
              <a:ext uri="{FF2B5EF4-FFF2-40B4-BE49-F238E27FC236}">
                <a16:creationId xmlns:a16="http://schemas.microsoft.com/office/drawing/2014/main" id="{4047A77F-7E9E-48AD-A7BA-EE379CD92849}"/>
              </a:ext>
            </a:extLst>
          </p:cNvPr>
          <p:cNvSpPr txBox="1">
            <a:spLocks/>
          </p:cNvSpPr>
          <p:nvPr/>
        </p:nvSpPr>
        <p:spPr>
          <a:xfrm>
            <a:off x="9097516" y="5060180"/>
            <a:ext cx="767259" cy="541338"/>
          </a:xfrm>
          <a:prstGeom prst="rect">
            <a:avLst/>
          </a:prstGeom>
        </p:spPr>
        <p:txBody>
          <a:bodyPr>
            <a:noAutofit/>
          </a:bodyPr>
          <a:lstStyle>
            <a:lvl1pPr marL="0" indent="0" algn="r"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6"/>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b="0">
                <a:solidFill>
                  <a:schemeClr val="accent2"/>
                </a:solidFill>
                <a:latin typeface="Montserrat SemiBold" panose="00000700000000000000" pitchFamily="50" charset="-52"/>
              </a:rPr>
              <a:t>75%</a:t>
            </a:r>
          </a:p>
        </p:txBody>
      </p:sp>
      <p:sp>
        <p:nvSpPr>
          <p:cNvPr id="21" name="Rectangle 37">
            <a:extLst>
              <a:ext uri="{FF2B5EF4-FFF2-40B4-BE49-F238E27FC236}">
                <a16:creationId xmlns:a16="http://schemas.microsoft.com/office/drawing/2014/main" id="{952626CB-AF96-4473-97A2-5B2F041AC275}"/>
              </a:ext>
            </a:extLst>
          </p:cNvPr>
          <p:cNvSpPr>
            <a:spLocks noChangeArrowheads="1"/>
          </p:cNvSpPr>
          <p:nvPr/>
        </p:nvSpPr>
        <p:spPr bwMode="auto">
          <a:xfrm>
            <a:off x="2119807" y="1353800"/>
            <a:ext cx="158697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b="1" i="0" u="none" strike="noStrike" cap="none" normalizeH="0" baseline="0">
                <a:ln>
                  <a:noFill/>
                </a:ln>
                <a:solidFill>
                  <a:schemeClr val="accent5"/>
                </a:solidFill>
                <a:effectLst/>
                <a:latin typeface="Montserrat SemiBold" panose="00000700000000000000" pitchFamily="50" charset="-52"/>
              </a:rPr>
              <a:t>IN</a:t>
            </a:r>
            <a:r>
              <a:rPr kumimoji="0" lang="en-US" altLang="ru-UA" b="1" i="0" u="none" strike="noStrike" cap="none" normalizeH="0" baseline="0">
                <a:ln>
                  <a:noFill/>
                </a:ln>
                <a:solidFill>
                  <a:schemeClr val="accent5"/>
                </a:solidFill>
                <a:effectLst/>
                <a:latin typeface="Montserrat SemiBold" panose="00000700000000000000" pitchFamily="50" charset="-52"/>
              </a:rPr>
              <a:t>FODATA 01</a:t>
            </a:r>
            <a:endParaRPr kumimoji="0" lang="ru-UA" altLang="ru-UA" sz="2000" b="1" i="0" u="none" strike="noStrike" cap="none" normalizeH="0" baseline="0">
              <a:ln>
                <a:noFill/>
              </a:ln>
              <a:solidFill>
                <a:schemeClr val="accent5"/>
              </a:solidFill>
              <a:effectLst/>
              <a:latin typeface="Montserrat SemiBold" panose="00000700000000000000" pitchFamily="50" charset="-52"/>
            </a:endParaRPr>
          </a:p>
        </p:txBody>
      </p:sp>
      <p:sp>
        <p:nvSpPr>
          <p:cNvPr id="22" name="Rectangle 37">
            <a:extLst>
              <a:ext uri="{FF2B5EF4-FFF2-40B4-BE49-F238E27FC236}">
                <a16:creationId xmlns:a16="http://schemas.microsoft.com/office/drawing/2014/main" id="{A27AFA6D-4020-42F6-AE80-0F92B6F7630A}"/>
              </a:ext>
            </a:extLst>
          </p:cNvPr>
          <p:cNvSpPr>
            <a:spLocks noChangeArrowheads="1"/>
          </p:cNvSpPr>
          <p:nvPr/>
        </p:nvSpPr>
        <p:spPr bwMode="auto">
          <a:xfrm>
            <a:off x="1100973" y="3377026"/>
            <a:ext cx="16334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b="1" i="0" u="none" strike="noStrike" cap="none" normalizeH="0" baseline="0">
                <a:ln>
                  <a:noFill/>
                </a:ln>
                <a:solidFill>
                  <a:schemeClr val="accent4"/>
                </a:solidFill>
                <a:effectLst/>
                <a:latin typeface="Montserrat SemiBold" panose="00000700000000000000" pitchFamily="50" charset="-52"/>
              </a:rPr>
              <a:t>IN</a:t>
            </a:r>
            <a:r>
              <a:rPr kumimoji="0" lang="en-US" altLang="ru-UA" b="1" i="0" u="none" strike="noStrike" cap="none" normalizeH="0" baseline="0">
                <a:ln>
                  <a:noFill/>
                </a:ln>
                <a:solidFill>
                  <a:schemeClr val="accent4"/>
                </a:solidFill>
                <a:effectLst/>
                <a:latin typeface="Montserrat SemiBold" panose="00000700000000000000" pitchFamily="50" charset="-52"/>
              </a:rPr>
              <a:t>FODATA 02</a:t>
            </a:r>
            <a:endParaRPr kumimoji="0" lang="ru-UA" altLang="ru-UA" sz="2000" b="1" i="0" u="none" strike="noStrike" cap="none" normalizeH="0" baseline="0">
              <a:ln>
                <a:noFill/>
              </a:ln>
              <a:solidFill>
                <a:schemeClr val="accent4"/>
              </a:solidFill>
              <a:effectLst/>
              <a:latin typeface="Montserrat SemiBold" panose="00000700000000000000" pitchFamily="50" charset="-52"/>
            </a:endParaRPr>
          </a:p>
        </p:txBody>
      </p:sp>
      <p:sp>
        <p:nvSpPr>
          <p:cNvPr id="23" name="Rectangle 37">
            <a:extLst>
              <a:ext uri="{FF2B5EF4-FFF2-40B4-BE49-F238E27FC236}">
                <a16:creationId xmlns:a16="http://schemas.microsoft.com/office/drawing/2014/main" id="{7288BC24-039E-4A66-B55B-CA4285A387B3}"/>
              </a:ext>
            </a:extLst>
          </p:cNvPr>
          <p:cNvSpPr>
            <a:spLocks noChangeArrowheads="1"/>
          </p:cNvSpPr>
          <p:nvPr/>
        </p:nvSpPr>
        <p:spPr bwMode="auto">
          <a:xfrm>
            <a:off x="2096563" y="5330849"/>
            <a:ext cx="16334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b="1" i="0" u="none" strike="noStrike" cap="none" normalizeH="0" baseline="0">
                <a:ln>
                  <a:noFill/>
                </a:ln>
                <a:solidFill>
                  <a:schemeClr val="accent3"/>
                </a:solidFill>
                <a:effectLst/>
                <a:latin typeface="Montserrat SemiBold" panose="00000700000000000000" pitchFamily="50" charset="-52"/>
              </a:rPr>
              <a:t>IN</a:t>
            </a:r>
            <a:r>
              <a:rPr kumimoji="0" lang="en-US" altLang="ru-UA" b="1" i="0" u="none" strike="noStrike" cap="none" normalizeH="0" baseline="0">
                <a:ln>
                  <a:noFill/>
                </a:ln>
                <a:solidFill>
                  <a:schemeClr val="accent3"/>
                </a:solidFill>
                <a:effectLst/>
                <a:latin typeface="Montserrat SemiBold" panose="00000700000000000000" pitchFamily="50" charset="-52"/>
              </a:rPr>
              <a:t>FODATA 03</a:t>
            </a:r>
            <a:endParaRPr kumimoji="0" lang="ru-UA" altLang="ru-UA" sz="2000" b="1" i="0" u="none" strike="noStrike" cap="none" normalizeH="0" baseline="0">
              <a:ln>
                <a:noFill/>
              </a:ln>
              <a:solidFill>
                <a:schemeClr val="accent3"/>
              </a:solidFill>
              <a:effectLst/>
              <a:latin typeface="Montserrat SemiBold" panose="00000700000000000000" pitchFamily="50" charset="-52"/>
            </a:endParaRPr>
          </a:p>
        </p:txBody>
      </p:sp>
      <p:sp>
        <p:nvSpPr>
          <p:cNvPr id="24" name="Rectangle 37">
            <a:extLst>
              <a:ext uri="{FF2B5EF4-FFF2-40B4-BE49-F238E27FC236}">
                <a16:creationId xmlns:a16="http://schemas.microsoft.com/office/drawing/2014/main" id="{02B5012C-9B38-4D24-8DA7-55282E2A758D}"/>
              </a:ext>
            </a:extLst>
          </p:cNvPr>
          <p:cNvSpPr>
            <a:spLocks noChangeArrowheads="1"/>
          </p:cNvSpPr>
          <p:nvPr/>
        </p:nvSpPr>
        <p:spPr bwMode="auto">
          <a:xfrm>
            <a:off x="8652912" y="1353800"/>
            <a:ext cx="165590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b="1" i="0" u="none" strike="noStrike" cap="none" normalizeH="0" baseline="0">
                <a:ln>
                  <a:noFill/>
                </a:ln>
                <a:solidFill>
                  <a:schemeClr val="accent6"/>
                </a:solidFill>
                <a:effectLst/>
                <a:latin typeface="Montserrat SemiBold" panose="00000700000000000000" pitchFamily="50" charset="-52"/>
              </a:rPr>
              <a:t>IN</a:t>
            </a:r>
            <a:r>
              <a:rPr kumimoji="0" lang="en-US" altLang="ru-UA" b="1" i="0" u="none" strike="noStrike" cap="none" normalizeH="0" baseline="0">
                <a:ln>
                  <a:noFill/>
                </a:ln>
                <a:solidFill>
                  <a:schemeClr val="accent6"/>
                </a:solidFill>
                <a:effectLst/>
                <a:latin typeface="Montserrat SemiBold" panose="00000700000000000000" pitchFamily="50" charset="-52"/>
              </a:rPr>
              <a:t>FODATA 04</a:t>
            </a:r>
            <a:endParaRPr kumimoji="0" lang="ru-UA" altLang="ru-UA" sz="2000" b="1" i="0" u="none" strike="noStrike" cap="none" normalizeH="0" baseline="0">
              <a:ln>
                <a:noFill/>
              </a:ln>
              <a:solidFill>
                <a:schemeClr val="accent6"/>
              </a:solidFill>
              <a:effectLst/>
              <a:latin typeface="Montserrat SemiBold" panose="00000700000000000000" pitchFamily="50" charset="-52"/>
            </a:endParaRPr>
          </a:p>
        </p:txBody>
      </p:sp>
      <p:sp>
        <p:nvSpPr>
          <p:cNvPr id="25" name="Rectangle 37">
            <a:extLst>
              <a:ext uri="{FF2B5EF4-FFF2-40B4-BE49-F238E27FC236}">
                <a16:creationId xmlns:a16="http://schemas.microsoft.com/office/drawing/2014/main" id="{5B946A1D-21E0-4B5D-BD83-5C37CDB64EB7}"/>
              </a:ext>
            </a:extLst>
          </p:cNvPr>
          <p:cNvSpPr>
            <a:spLocks noChangeArrowheads="1"/>
          </p:cNvSpPr>
          <p:nvPr/>
        </p:nvSpPr>
        <p:spPr bwMode="auto">
          <a:xfrm>
            <a:off x="8990894" y="3377026"/>
            <a:ext cx="16334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b="1" i="0" u="none" strike="noStrike" cap="none" normalizeH="0" baseline="0">
                <a:ln>
                  <a:noFill/>
                </a:ln>
                <a:solidFill>
                  <a:schemeClr val="accent1"/>
                </a:solidFill>
                <a:effectLst/>
                <a:latin typeface="Montserrat SemiBold" panose="00000700000000000000" pitchFamily="50" charset="-52"/>
              </a:rPr>
              <a:t>IN</a:t>
            </a:r>
            <a:r>
              <a:rPr kumimoji="0" lang="en-US" altLang="ru-UA" b="1" i="0" u="none" strike="noStrike" cap="none" normalizeH="0" baseline="0">
                <a:ln>
                  <a:noFill/>
                </a:ln>
                <a:solidFill>
                  <a:schemeClr val="accent1"/>
                </a:solidFill>
                <a:effectLst/>
                <a:latin typeface="Montserrat SemiBold" panose="00000700000000000000" pitchFamily="50" charset="-52"/>
              </a:rPr>
              <a:t>FODATA 05</a:t>
            </a:r>
            <a:endParaRPr kumimoji="0" lang="ru-UA" altLang="ru-UA" sz="2000" b="1" i="0" u="none" strike="noStrike" cap="none" normalizeH="0" baseline="0">
              <a:ln>
                <a:noFill/>
              </a:ln>
              <a:solidFill>
                <a:schemeClr val="accent1"/>
              </a:solidFill>
              <a:effectLst/>
              <a:latin typeface="Montserrat SemiBold" panose="00000700000000000000" pitchFamily="50" charset="-52"/>
            </a:endParaRPr>
          </a:p>
        </p:txBody>
      </p:sp>
      <p:sp>
        <p:nvSpPr>
          <p:cNvPr id="26" name="Rectangle 37">
            <a:extLst>
              <a:ext uri="{FF2B5EF4-FFF2-40B4-BE49-F238E27FC236}">
                <a16:creationId xmlns:a16="http://schemas.microsoft.com/office/drawing/2014/main" id="{7BCE7FA3-5E72-4171-AE2C-883BF5C42DC8}"/>
              </a:ext>
            </a:extLst>
          </p:cNvPr>
          <p:cNvSpPr>
            <a:spLocks noChangeArrowheads="1"/>
          </p:cNvSpPr>
          <p:nvPr/>
        </p:nvSpPr>
        <p:spPr bwMode="auto">
          <a:xfrm>
            <a:off x="8685551" y="5330849"/>
            <a:ext cx="164307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b="1" i="0" u="none" strike="noStrike" cap="none" normalizeH="0" baseline="0">
                <a:ln>
                  <a:noFill/>
                </a:ln>
                <a:solidFill>
                  <a:schemeClr val="accent2"/>
                </a:solidFill>
                <a:effectLst/>
                <a:latin typeface="Montserrat SemiBold" panose="00000700000000000000" pitchFamily="50" charset="-52"/>
              </a:rPr>
              <a:t>IN</a:t>
            </a:r>
            <a:r>
              <a:rPr kumimoji="0" lang="en-US" altLang="ru-UA" b="1" i="0" u="none" strike="noStrike" cap="none" normalizeH="0" baseline="0">
                <a:ln>
                  <a:noFill/>
                </a:ln>
                <a:solidFill>
                  <a:schemeClr val="accent2"/>
                </a:solidFill>
                <a:effectLst/>
                <a:latin typeface="Montserrat SemiBold" panose="00000700000000000000" pitchFamily="50" charset="-52"/>
              </a:rPr>
              <a:t>FODATA 06</a:t>
            </a:r>
            <a:endParaRPr kumimoji="0" lang="ru-UA" altLang="ru-UA" sz="2000" b="1" i="0" u="none" strike="noStrike" cap="none" normalizeH="0" baseline="0">
              <a:ln>
                <a:noFill/>
              </a:ln>
              <a:solidFill>
                <a:schemeClr val="accent2"/>
              </a:solidFill>
              <a:effectLst/>
              <a:latin typeface="Montserrat SemiBold" panose="00000700000000000000" pitchFamily="50" charset="-52"/>
            </a:endParaRPr>
          </a:p>
        </p:txBody>
      </p:sp>
      <p:sp>
        <p:nvSpPr>
          <p:cNvPr id="27" name="Text Placeholder 33">
            <a:extLst>
              <a:ext uri="{FF2B5EF4-FFF2-40B4-BE49-F238E27FC236}">
                <a16:creationId xmlns:a16="http://schemas.microsoft.com/office/drawing/2014/main" id="{F3E12A18-7698-4744-ABC9-55A5716D8E20}"/>
              </a:ext>
            </a:extLst>
          </p:cNvPr>
          <p:cNvSpPr txBox="1">
            <a:spLocks/>
          </p:cNvSpPr>
          <p:nvPr/>
        </p:nvSpPr>
        <p:spPr>
          <a:xfrm>
            <a:off x="1994887" y="1597675"/>
            <a:ext cx="2062778" cy="46239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 consectetur adipiscing elit</a:t>
            </a:r>
          </a:p>
        </p:txBody>
      </p:sp>
      <p:sp>
        <p:nvSpPr>
          <p:cNvPr id="28" name="Text Placeholder 33">
            <a:extLst>
              <a:ext uri="{FF2B5EF4-FFF2-40B4-BE49-F238E27FC236}">
                <a16:creationId xmlns:a16="http://schemas.microsoft.com/office/drawing/2014/main" id="{DC5C0455-E625-45C5-A1EA-24F269EE085C}"/>
              </a:ext>
            </a:extLst>
          </p:cNvPr>
          <p:cNvSpPr txBox="1">
            <a:spLocks/>
          </p:cNvSpPr>
          <p:nvPr/>
        </p:nvSpPr>
        <p:spPr>
          <a:xfrm>
            <a:off x="1010637" y="3616975"/>
            <a:ext cx="2062778" cy="46239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 consectetur adipiscing elit</a:t>
            </a:r>
          </a:p>
        </p:txBody>
      </p:sp>
      <p:sp>
        <p:nvSpPr>
          <p:cNvPr id="29" name="Text Placeholder 33">
            <a:extLst>
              <a:ext uri="{FF2B5EF4-FFF2-40B4-BE49-F238E27FC236}">
                <a16:creationId xmlns:a16="http://schemas.microsoft.com/office/drawing/2014/main" id="{5C56C886-B677-4F1D-946C-64BEDD4391EB}"/>
              </a:ext>
            </a:extLst>
          </p:cNvPr>
          <p:cNvSpPr txBox="1">
            <a:spLocks/>
          </p:cNvSpPr>
          <p:nvPr/>
        </p:nvSpPr>
        <p:spPr>
          <a:xfrm>
            <a:off x="1994887" y="5572775"/>
            <a:ext cx="2062778" cy="46239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 consectetur adipiscing elit</a:t>
            </a:r>
          </a:p>
        </p:txBody>
      </p:sp>
      <p:sp>
        <p:nvSpPr>
          <p:cNvPr id="30" name="Text Placeholder 33">
            <a:extLst>
              <a:ext uri="{FF2B5EF4-FFF2-40B4-BE49-F238E27FC236}">
                <a16:creationId xmlns:a16="http://schemas.microsoft.com/office/drawing/2014/main" id="{A4354765-2588-453D-8BEB-163E87DD6678}"/>
              </a:ext>
            </a:extLst>
          </p:cNvPr>
          <p:cNvSpPr txBox="1">
            <a:spLocks/>
          </p:cNvSpPr>
          <p:nvPr/>
        </p:nvSpPr>
        <p:spPr>
          <a:xfrm>
            <a:off x="8561576" y="1597675"/>
            <a:ext cx="2062778" cy="46239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 consectetur adipiscing elit</a:t>
            </a:r>
          </a:p>
        </p:txBody>
      </p:sp>
      <p:sp>
        <p:nvSpPr>
          <p:cNvPr id="31" name="Text Placeholder 33">
            <a:extLst>
              <a:ext uri="{FF2B5EF4-FFF2-40B4-BE49-F238E27FC236}">
                <a16:creationId xmlns:a16="http://schemas.microsoft.com/office/drawing/2014/main" id="{38ED4DD7-48D2-40EC-B5E3-7B4F22AC1CCD}"/>
              </a:ext>
            </a:extLst>
          </p:cNvPr>
          <p:cNvSpPr txBox="1">
            <a:spLocks/>
          </p:cNvSpPr>
          <p:nvPr/>
        </p:nvSpPr>
        <p:spPr>
          <a:xfrm>
            <a:off x="8916199" y="3616975"/>
            <a:ext cx="2062778" cy="46239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 consectetur adipiscing elit</a:t>
            </a:r>
          </a:p>
        </p:txBody>
      </p:sp>
      <p:sp>
        <p:nvSpPr>
          <p:cNvPr id="32" name="Text Placeholder 33">
            <a:extLst>
              <a:ext uri="{FF2B5EF4-FFF2-40B4-BE49-F238E27FC236}">
                <a16:creationId xmlns:a16="http://schemas.microsoft.com/office/drawing/2014/main" id="{0B567062-2D55-4D42-BDA0-F8AD3C8436FD}"/>
              </a:ext>
            </a:extLst>
          </p:cNvPr>
          <p:cNvSpPr txBox="1">
            <a:spLocks/>
          </p:cNvSpPr>
          <p:nvPr/>
        </p:nvSpPr>
        <p:spPr>
          <a:xfrm>
            <a:off x="8595432" y="5572775"/>
            <a:ext cx="2062778" cy="46239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 consectetur adipiscing elit</a:t>
            </a:r>
          </a:p>
        </p:txBody>
      </p:sp>
      <p:sp>
        <p:nvSpPr>
          <p:cNvPr id="34" name="TextBox 33">
            <a:extLst>
              <a:ext uri="{FF2B5EF4-FFF2-40B4-BE49-F238E27FC236}">
                <a16:creationId xmlns:a16="http://schemas.microsoft.com/office/drawing/2014/main" id="{E8002C81-8E90-41F7-A108-D6C1DFA13DE5}"/>
              </a:ext>
            </a:extLst>
          </p:cNvPr>
          <p:cNvSpPr txBox="1"/>
          <p:nvPr/>
        </p:nvSpPr>
        <p:spPr>
          <a:xfrm>
            <a:off x="3708970" y="333188"/>
            <a:ext cx="4774064" cy="461665"/>
          </a:xfrm>
          <a:prstGeom prst="rect">
            <a:avLst/>
          </a:prstGeom>
          <a:noFill/>
        </p:spPr>
        <p:txBody>
          <a:bodyPr wrap="none" rtlCol="0">
            <a:spAutoFit/>
          </a:bodyPr>
          <a:lstStyle/>
          <a:p>
            <a:pPr algn="ctr"/>
            <a:r>
              <a:rPr lang="en-US" sz="2400">
                <a:latin typeface="Montserrat SemiBold" panose="00000700000000000000" pitchFamily="50" charset="-52"/>
              </a:rPr>
              <a:t>EDITABLE PIE INFOGRAPHIC</a:t>
            </a:r>
            <a:endParaRPr lang="ru-UA" sz="2400">
              <a:latin typeface="Montserrat SemiBold" panose="00000700000000000000" pitchFamily="50" charset="-52"/>
            </a:endParaRPr>
          </a:p>
        </p:txBody>
      </p:sp>
      <p:sp>
        <p:nvSpPr>
          <p:cNvPr id="35" name="TextBox 34">
            <a:extLst>
              <a:ext uri="{FF2B5EF4-FFF2-40B4-BE49-F238E27FC236}">
                <a16:creationId xmlns:a16="http://schemas.microsoft.com/office/drawing/2014/main" id="{B205235E-014E-47CF-9756-5976CE163C12}"/>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3694117575"/>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750" fill="hold"/>
                                            <p:tgtEl>
                                              <p:spTgt spid="7"/>
                                            </p:tgtEl>
                                            <p:attrNameLst>
                                              <p:attrName>ppt_w</p:attrName>
                                            </p:attrNameLst>
                                          </p:cBhvr>
                                          <p:tavLst>
                                            <p:tav tm="0">
                                              <p:val>
                                                <p:fltVal val="0"/>
                                              </p:val>
                                            </p:tav>
                                            <p:tav tm="100000">
                                              <p:val>
                                                <p:strVal val="#ppt_w"/>
                                              </p:val>
                                            </p:tav>
                                          </p:tavLst>
                                        </p:anim>
                                        <p:anim calcmode="lin" valueType="num">
                                          <p:cBhvr>
                                            <p:cTn id="8" dur="750" fill="hold"/>
                                            <p:tgtEl>
                                              <p:spTgt spid="7"/>
                                            </p:tgtEl>
                                            <p:attrNameLst>
                                              <p:attrName>ppt_h</p:attrName>
                                            </p:attrNameLst>
                                          </p:cBhvr>
                                          <p:tavLst>
                                            <p:tav tm="0">
                                              <p:val>
                                                <p:fltVal val="0"/>
                                              </p:val>
                                            </p:tav>
                                            <p:tav tm="100000">
                                              <p:val>
                                                <p:strVal val="#ppt_h"/>
                                              </p:val>
                                            </p:tav>
                                          </p:tavLst>
                                        </p:anim>
                                        <p:animEffect transition="in" filter="fade">
                                          <p:cBhvr>
                                            <p:cTn id="9" dur="750"/>
                                            <p:tgtEl>
                                              <p:spTgt spid="7"/>
                                            </p:tgtEl>
                                          </p:cBhvr>
                                        </p:animEffect>
                                      </p:childTnLst>
                                    </p:cTn>
                                  </p:par>
                                  <p:par>
                                    <p:cTn id="10" presetID="53" presetClass="entr" presetSubtype="16" fill="hold" grpId="0" nodeType="withEffect">
                                      <p:stCondLst>
                                        <p:cond delay="250"/>
                                      </p:stCondLst>
                                      <p:childTnLst>
                                        <p:set>
                                          <p:cBhvr>
                                            <p:cTn id="11" dur="1" fill="hold">
                                              <p:stCondLst>
                                                <p:cond delay="0"/>
                                              </p:stCondLst>
                                            </p:cTn>
                                            <p:tgtEl>
                                              <p:spTgt spid="6"/>
                                            </p:tgtEl>
                                            <p:attrNameLst>
                                              <p:attrName>style.visibility</p:attrName>
                                            </p:attrNameLst>
                                          </p:cBhvr>
                                          <p:to>
                                            <p:strVal val="visible"/>
                                          </p:to>
                                        </p:set>
                                        <p:anim calcmode="lin" valueType="num">
                                          <p:cBhvr>
                                            <p:cTn id="12" dur="750" fill="hold"/>
                                            <p:tgtEl>
                                              <p:spTgt spid="6"/>
                                            </p:tgtEl>
                                            <p:attrNameLst>
                                              <p:attrName>ppt_w</p:attrName>
                                            </p:attrNameLst>
                                          </p:cBhvr>
                                          <p:tavLst>
                                            <p:tav tm="0">
                                              <p:val>
                                                <p:fltVal val="0"/>
                                              </p:val>
                                            </p:tav>
                                            <p:tav tm="100000">
                                              <p:val>
                                                <p:strVal val="#ppt_w"/>
                                              </p:val>
                                            </p:tav>
                                          </p:tavLst>
                                        </p:anim>
                                        <p:anim calcmode="lin" valueType="num">
                                          <p:cBhvr>
                                            <p:cTn id="13" dur="750" fill="hold"/>
                                            <p:tgtEl>
                                              <p:spTgt spid="6"/>
                                            </p:tgtEl>
                                            <p:attrNameLst>
                                              <p:attrName>ppt_h</p:attrName>
                                            </p:attrNameLst>
                                          </p:cBhvr>
                                          <p:tavLst>
                                            <p:tav tm="0">
                                              <p:val>
                                                <p:fltVal val="0"/>
                                              </p:val>
                                            </p:tav>
                                            <p:tav tm="100000">
                                              <p:val>
                                                <p:strVal val="#ppt_h"/>
                                              </p:val>
                                            </p:tav>
                                          </p:tavLst>
                                        </p:anim>
                                        <p:animEffect transition="in" filter="fade">
                                          <p:cBhvr>
                                            <p:cTn id="14" dur="750"/>
                                            <p:tgtEl>
                                              <p:spTgt spid="6"/>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5"/>
                                            </p:tgtEl>
                                            <p:attrNameLst>
                                              <p:attrName>style.visibility</p:attrName>
                                            </p:attrNameLst>
                                          </p:cBhvr>
                                          <p:to>
                                            <p:strVal val="visible"/>
                                          </p:to>
                                        </p:set>
                                        <p:anim calcmode="lin" valueType="num">
                                          <p:cBhvr>
                                            <p:cTn id="17" dur="750" fill="hold"/>
                                            <p:tgtEl>
                                              <p:spTgt spid="5"/>
                                            </p:tgtEl>
                                            <p:attrNameLst>
                                              <p:attrName>ppt_w</p:attrName>
                                            </p:attrNameLst>
                                          </p:cBhvr>
                                          <p:tavLst>
                                            <p:tav tm="0">
                                              <p:val>
                                                <p:fltVal val="0"/>
                                              </p:val>
                                            </p:tav>
                                            <p:tav tm="100000">
                                              <p:val>
                                                <p:strVal val="#ppt_w"/>
                                              </p:val>
                                            </p:tav>
                                          </p:tavLst>
                                        </p:anim>
                                        <p:anim calcmode="lin" valueType="num">
                                          <p:cBhvr>
                                            <p:cTn id="18" dur="750" fill="hold"/>
                                            <p:tgtEl>
                                              <p:spTgt spid="5"/>
                                            </p:tgtEl>
                                            <p:attrNameLst>
                                              <p:attrName>ppt_h</p:attrName>
                                            </p:attrNameLst>
                                          </p:cBhvr>
                                          <p:tavLst>
                                            <p:tav tm="0">
                                              <p:val>
                                                <p:fltVal val="0"/>
                                              </p:val>
                                            </p:tav>
                                            <p:tav tm="100000">
                                              <p:val>
                                                <p:strVal val="#ppt_h"/>
                                              </p:val>
                                            </p:tav>
                                          </p:tavLst>
                                        </p:anim>
                                        <p:animEffect transition="in" filter="fade">
                                          <p:cBhvr>
                                            <p:cTn id="19" dur="750"/>
                                            <p:tgtEl>
                                              <p:spTgt spid="5"/>
                                            </p:tgtEl>
                                          </p:cBhvr>
                                        </p:animEffect>
                                      </p:childTnLst>
                                    </p:cTn>
                                  </p:par>
                                  <p:par>
                                    <p:cTn id="20" presetID="53" presetClass="entr" presetSubtype="16" fill="hold" grpId="0" nodeType="withEffect">
                                      <p:stCondLst>
                                        <p:cond delay="750"/>
                                      </p:stCondLst>
                                      <p:childTnLst>
                                        <p:set>
                                          <p:cBhvr>
                                            <p:cTn id="21" dur="1" fill="hold">
                                              <p:stCondLst>
                                                <p:cond delay="0"/>
                                              </p:stCondLst>
                                            </p:cTn>
                                            <p:tgtEl>
                                              <p:spTgt spid="4"/>
                                            </p:tgtEl>
                                            <p:attrNameLst>
                                              <p:attrName>style.visibility</p:attrName>
                                            </p:attrNameLst>
                                          </p:cBhvr>
                                          <p:to>
                                            <p:strVal val="visible"/>
                                          </p:to>
                                        </p:set>
                                        <p:anim calcmode="lin" valueType="num">
                                          <p:cBhvr>
                                            <p:cTn id="22" dur="750" fill="hold"/>
                                            <p:tgtEl>
                                              <p:spTgt spid="4"/>
                                            </p:tgtEl>
                                            <p:attrNameLst>
                                              <p:attrName>ppt_w</p:attrName>
                                            </p:attrNameLst>
                                          </p:cBhvr>
                                          <p:tavLst>
                                            <p:tav tm="0">
                                              <p:val>
                                                <p:fltVal val="0"/>
                                              </p:val>
                                            </p:tav>
                                            <p:tav tm="100000">
                                              <p:val>
                                                <p:strVal val="#ppt_w"/>
                                              </p:val>
                                            </p:tav>
                                          </p:tavLst>
                                        </p:anim>
                                        <p:anim calcmode="lin" valueType="num">
                                          <p:cBhvr>
                                            <p:cTn id="23" dur="750" fill="hold"/>
                                            <p:tgtEl>
                                              <p:spTgt spid="4"/>
                                            </p:tgtEl>
                                            <p:attrNameLst>
                                              <p:attrName>ppt_h</p:attrName>
                                            </p:attrNameLst>
                                          </p:cBhvr>
                                          <p:tavLst>
                                            <p:tav tm="0">
                                              <p:val>
                                                <p:fltVal val="0"/>
                                              </p:val>
                                            </p:tav>
                                            <p:tav tm="100000">
                                              <p:val>
                                                <p:strVal val="#ppt_h"/>
                                              </p:val>
                                            </p:tav>
                                          </p:tavLst>
                                        </p:anim>
                                        <p:animEffect transition="in" filter="fade">
                                          <p:cBhvr>
                                            <p:cTn id="24" dur="750"/>
                                            <p:tgtEl>
                                              <p:spTgt spid="4"/>
                                            </p:tgtEl>
                                          </p:cBhvr>
                                        </p:animEffect>
                                      </p:childTnLst>
                                    </p:cTn>
                                  </p:par>
                                  <p:par>
                                    <p:cTn id="25" presetID="53" presetClass="entr" presetSubtype="16" fill="hold" grpId="0" nodeType="withEffect">
                                      <p:stCondLst>
                                        <p:cond delay="1000"/>
                                      </p:stCondLst>
                                      <p:childTnLst>
                                        <p:set>
                                          <p:cBhvr>
                                            <p:cTn id="26" dur="1" fill="hold">
                                              <p:stCondLst>
                                                <p:cond delay="0"/>
                                              </p:stCondLst>
                                            </p:cTn>
                                            <p:tgtEl>
                                              <p:spTgt spid="3"/>
                                            </p:tgtEl>
                                            <p:attrNameLst>
                                              <p:attrName>style.visibility</p:attrName>
                                            </p:attrNameLst>
                                          </p:cBhvr>
                                          <p:to>
                                            <p:strVal val="visible"/>
                                          </p:to>
                                        </p:set>
                                        <p:anim calcmode="lin" valueType="num">
                                          <p:cBhvr>
                                            <p:cTn id="27" dur="750" fill="hold"/>
                                            <p:tgtEl>
                                              <p:spTgt spid="3"/>
                                            </p:tgtEl>
                                            <p:attrNameLst>
                                              <p:attrName>ppt_w</p:attrName>
                                            </p:attrNameLst>
                                          </p:cBhvr>
                                          <p:tavLst>
                                            <p:tav tm="0">
                                              <p:val>
                                                <p:fltVal val="0"/>
                                              </p:val>
                                            </p:tav>
                                            <p:tav tm="100000">
                                              <p:val>
                                                <p:strVal val="#ppt_w"/>
                                              </p:val>
                                            </p:tav>
                                          </p:tavLst>
                                        </p:anim>
                                        <p:anim calcmode="lin" valueType="num">
                                          <p:cBhvr>
                                            <p:cTn id="28" dur="750" fill="hold"/>
                                            <p:tgtEl>
                                              <p:spTgt spid="3"/>
                                            </p:tgtEl>
                                            <p:attrNameLst>
                                              <p:attrName>ppt_h</p:attrName>
                                            </p:attrNameLst>
                                          </p:cBhvr>
                                          <p:tavLst>
                                            <p:tav tm="0">
                                              <p:val>
                                                <p:fltVal val="0"/>
                                              </p:val>
                                            </p:tav>
                                            <p:tav tm="100000">
                                              <p:val>
                                                <p:strVal val="#ppt_h"/>
                                              </p:val>
                                            </p:tav>
                                          </p:tavLst>
                                        </p:anim>
                                        <p:animEffect transition="in" filter="fade">
                                          <p:cBhvr>
                                            <p:cTn id="29" dur="750"/>
                                            <p:tgtEl>
                                              <p:spTgt spid="3"/>
                                            </p:tgtEl>
                                          </p:cBhvr>
                                        </p:animEffect>
                                      </p:childTnLst>
                                    </p:cTn>
                                  </p:par>
                                  <p:par>
                                    <p:cTn id="30" presetID="53" presetClass="entr" presetSubtype="16" fill="hold" grpId="0" nodeType="withEffect">
                                      <p:stCondLst>
                                        <p:cond delay="1250"/>
                                      </p:stCondLst>
                                      <p:childTnLst>
                                        <p:set>
                                          <p:cBhvr>
                                            <p:cTn id="31" dur="1" fill="hold">
                                              <p:stCondLst>
                                                <p:cond delay="0"/>
                                              </p:stCondLst>
                                            </p:cTn>
                                            <p:tgtEl>
                                              <p:spTgt spid="2"/>
                                            </p:tgtEl>
                                            <p:attrNameLst>
                                              <p:attrName>style.visibility</p:attrName>
                                            </p:attrNameLst>
                                          </p:cBhvr>
                                          <p:to>
                                            <p:strVal val="visible"/>
                                          </p:to>
                                        </p:set>
                                        <p:anim calcmode="lin" valueType="num">
                                          <p:cBhvr>
                                            <p:cTn id="32" dur="750" fill="hold"/>
                                            <p:tgtEl>
                                              <p:spTgt spid="2"/>
                                            </p:tgtEl>
                                            <p:attrNameLst>
                                              <p:attrName>ppt_w</p:attrName>
                                            </p:attrNameLst>
                                          </p:cBhvr>
                                          <p:tavLst>
                                            <p:tav tm="0">
                                              <p:val>
                                                <p:fltVal val="0"/>
                                              </p:val>
                                            </p:tav>
                                            <p:tav tm="100000">
                                              <p:val>
                                                <p:strVal val="#ppt_w"/>
                                              </p:val>
                                            </p:tav>
                                          </p:tavLst>
                                        </p:anim>
                                        <p:anim calcmode="lin" valueType="num">
                                          <p:cBhvr>
                                            <p:cTn id="33" dur="750" fill="hold"/>
                                            <p:tgtEl>
                                              <p:spTgt spid="2"/>
                                            </p:tgtEl>
                                            <p:attrNameLst>
                                              <p:attrName>ppt_h</p:attrName>
                                            </p:attrNameLst>
                                          </p:cBhvr>
                                          <p:tavLst>
                                            <p:tav tm="0">
                                              <p:val>
                                                <p:fltVal val="0"/>
                                              </p:val>
                                            </p:tav>
                                            <p:tav tm="100000">
                                              <p:val>
                                                <p:strVal val="#ppt_h"/>
                                              </p:val>
                                            </p:tav>
                                          </p:tavLst>
                                        </p:anim>
                                        <p:animEffect transition="in" filter="fade">
                                          <p:cBhvr>
                                            <p:cTn id="34" dur="750"/>
                                            <p:tgtEl>
                                              <p:spTgt spid="2"/>
                                            </p:tgtEl>
                                          </p:cBhvr>
                                        </p:animEffect>
                                      </p:childTnLst>
                                    </p:cTn>
                                  </p:par>
                                  <p:par>
                                    <p:cTn id="35" presetID="2" presetClass="entr" presetSubtype="8" fill="hold" grpId="0" nodeType="withEffect" p14:presetBounceEnd="67000">
                                      <p:stCondLst>
                                        <p:cond delay="250"/>
                                      </p:stCondLst>
                                      <p:childTnLst>
                                        <p:set>
                                          <p:cBhvr>
                                            <p:cTn id="36" dur="1" fill="hold">
                                              <p:stCondLst>
                                                <p:cond delay="0"/>
                                              </p:stCondLst>
                                            </p:cTn>
                                            <p:tgtEl>
                                              <p:spTgt spid="14"/>
                                            </p:tgtEl>
                                            <p:attrNameLst>
                                              <p:attrName>style.visibility</p:attrName>
                                            </p:attrNameLst>
                                          </p:cBhvr>
                                          <p:to>
                                            <p:strVal val="visible"/>
                                          </p:to>
                                        </p:set>
                                        <p:anim calcmode="lin" valueType="num" p14:bounceEnd="67000">
                                          <p:cBhvr additive="base">
                                            <p:cTn id="37" dur="1000" fill="hold"/>
                                            <p:tgtEl>
                                              <p:spTgt spid="14"/>
                                            </p:tgtEl>
                                            <p:attrNameLst>
                                              <p:attrName>ppt_x</p:attrName>
                                            </p:attrNameLst>
                                          </p:cBhvr>
                                          <p:tavLst>
                                            <p:tav tm="0">
                                              <p:val>
                                                <p:strVal val="0-#ppt_w/2"/>
                                              </p:val>
                                            </p:tav>
                                            <p:tav tm="100000">
                                              <p:val>
                                                <p:strVal val="#ppt_x"/>
                                              </p:val>
                                            </p:tav>
                                          </p:tavLst>
                                        </p:anim>
                                        <p:anim calcmode="lin" valueType="num" p14:bounceEnd="67000">
                                          <p:cBhvr additive="base">
                                            <p:cTn id="38" dur="1000" fill="hold"/>
                                            <p:tgtEl>
                                              <p:spTgt spid="14"/>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14:presetBounceEnd="67000">
                                      <p:stCondLst>
                                        <p:cond delay="250"/>
                                      </p:stCondLst>
                                      <p:childTnLst>
                                        <p:set>
                                          <p:cBhvr>
                                            <p:cTn id="40" dur="1" fill="hold">
                                              <p:stCondLst>
                                                <p:cond delay="0"/>
                                              </p:stCondLst>
                                            </p:cTn>
                                            <p:tgtEl>
                                              <p:spTgt spid="21"/>
                                            </p:tgtEl>
                                            <p:attrNameLst>
                                              <p:attrName>style.visibility</p:attrName>
                                            </p:attrNameLst>
                                          </p:cBhvr>
                                          <p:to>
                                            <p:strVal val="visible"/>
                                          </p:to>
                                        </p:set>
                                        <p:anim calcmode="lin" valueType="num" p14:bounceEnd="67000">
                                          <p:cBhvr additive="base">
                                            <p:cTn id="41" dur="1000" fill="hold"/>
                                            <p:tgtEl>
                                              <p:spTgt spid="21"/>
                                            </p:tgtEl>
                                            <p:attrNameLst>
                                              <p:attrName>ppt_x</p:attrName>
                                            </p:attrNameLst>
                                          </p:cBhvr>
                                          <p:tavLst>
                                            <p:tav tm="0">
                                              <p:val>
                                                <p:strVal val="0-#ppt_w/2"/>
                                              </p:val>
                                            </p:tav>
                                            <p:tav tm="100000">
                                              <p:val>
                                                <p:strVal val="#ppt_x"/>
                                              </p:val>
                                            </p:tav>
                                          </p:tavLst>
                                        </p:anim>
                                        <p:anim calcmode="lin" valueType="num" p14:bounceEnd="67000">
                                          <p:cBhvr additive="base">
                                            <p:cTn id="42" dur="1000" fill="hold"/>
                                            <p:tgtEl>
                                              <p:spTgt spid="21"/>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14:presetBounceEnd="67000">
                                      <p:stCondLst>
                                        <p:cond delay="250"/>
                                      </p:stCondLst>
                                      <p:childTnLst>
                                        <p:set>
                                          <p:cBhvr>
                                            <p:cTn id="44" dur="1" fill="hold">
                                              <p:stCondLst>
                                                <p:cond delay="0"/>
                                              </p:stCondLst>
                                            </p:cTn>
                                            <p:tgtEl>
                                              <p:spTgt spid="27"/>
                                            </p:tgtEl>
                                            <p:attrNameLst>
                                              <p:attrName>style.visibility</p:attrName>
                                            </p:attrNameLst>
                                          </p:cBhvr>
                                          <p:to>
                                            <p:strVal val="visible"/>
                                          </p:to>
                                        </p:set>
                                        <p:anim calcmode="lin" valueType="num" p14:bounceEnd="67000">
                                          <p:cBhvr additive="base">
                                            <p:cTn id="45" dur="1000" fill="hold"/>
                                            <p:tgtEl>
                                              <p:spTgt spid="27"/>
                                            </p:tgtEl>
                                            <p:attrNameLst>
                                              <p:attrName>ppt_x</p:attrName>
                                            </p:attrNameLst>
                                          </p:cBhvr>
                                          <p:tavLst>
                                            <p:tav tm="0">
                                              <p:val>
                                                <p:strVal val="0-#ppt_w/2"/>
                                              </p:val>
                                            </p:tav>
                                            <p:tav tm="100000">
                                              <p:val>
                                                <p:strVal val="#ppt_x"/>
                                              </p:val>
                                            </p:tav>
                                          </p:tavLst>
                                        </p:anim>
                                        <p:anim calcmode="lin" valueType="num" p14:bounceEnd="67000">
                                          <p:cBhvr additive="base">
                                            <p:cTn id="46" dur="1000" fill="hold"/>
                                            <p:tgtEl>
                                              <p:spTgt spid="27"/>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14:presetBounceEnd="67000">
                                      <p:stCondLst>
                                        <p:cond delay="500"/>
                                      </p:stCondLst>
                                      <p:childTnLst>
                                        <p:set>
                                          <p:cBhvr>
                                            <p:cTn id="48" dur="1" fill="hold">
                                              <p:stCondLst>
                                                <p:cond delay="0"/>
                                              </p:stCondLst>
                                            </p:cTn>
                                            <p:tgtEl>
                                              <p:spTgt spid="12"/>
                                            </p:tgtEl>
                                            <p:attrNameLst>
                                              <p:attrName>style.visibility</p:attrName>
                                            </p:attrNameLst>
                                          </p:cBhvr>
                                          <p:to>
                                            <p:strVal val="visible"/>
                                          </p:to>
                                        </p:set>
                                        <p:anim calcmode="lin" valueType="num" p14:bounceEnd="67000">
                                          <p:cBhvr additive="base">
                                            <p:cTn id="49" dur="1000" fill="hold"/>
                                            <p:tgtEl>
                                              <p:spTgt spid="12"/>
                                            </p:tgtEl>
                                            <p:attrNameLst>
                                              <p:attrName>ppt_x</p:attrName>
                                            </p:attrNameLst>
                                          </p:cBhvr>
                                          <p:tavLst>
                                            <p:tav tm="0">
                                              <p:val>
                                                <p:strVal val="0-#ppt_w/2"/>
                                              </p:val>
                                            </p:tav>
                                            <p:tav tm="100000">
                                              <p:val>
                                                <p:strVal val="#ppt_x"/>
                                              </p:val>
                                            </p:tav>
                                          </p:tavLst>
                                        </p:anim>
                                        <p:anim calcmode="lin" valueType="num" p14:bounceEnd="67000">
                                          <p:cBhvr additive="base">
                                            <p:cTn id="50" dur="1000" fill="hold"/>
                                            <p:tgtEl>
                                              <p:spTgt spid="12"/>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14:presetBounceEnd="67000">
                                      <p:stCondLst>
                                        <p:cond delay="500"/>
                                      </p:stCondLst>
                                      <p:childTnLst>
                                        <p:set>
                                          <p:cBhvr>
                                            <p:cTn id="52" dur="1" fill="hold">
                                              <p:stCondLst>
                                                <p:cond delay="0"/>
                                              </p:stCondLst>
                                            </p:cTn>
                                            <p:tgtEl>
                                              <p:spTgt spid="22"/>
                                            </p:tgtEl>
                                            <p:attrNameLst>
                                              <p:attrName>style.visibility</p:attrName>
                                            </p:attrNameLst>
                                          </p:cBhvr>
                                          <p:to>
                                            <p:strVal val="visible"/>
                                          </p:to>
                                        </p:set>
                                        <p:anim calcmode="lin" valueType="num" p14:bounceEnd="67000">
                                          <p:cBhvr additive="base">
                                            <p:cTn id="53" dur="1000" fill="hold"/>
                                            <p:tgtEl>
                                              <p:spTgt spid="22"/>
                                            </p:tgtEl>
                                            <p:attrNameLst>
                                              <p:attrName>ppt_x</p:attrName>
                                            </p:attrNameLst>
                                          </p:cBhvr>
                                          <p:tavLst>
                                            <p:tav tm="0">
                                              <p:val>
                                                <p:strVal val="0-#ppt_w/2"/>
                                              </p:val>
                                            </p:tav>
                                            <p:tav tm="100000">
                                              <p:val>
                                                <p:strVal val="#ppt_x"/>
                                              </p:val>
                                            </p:tav>
                                          </p:tavLst>
                                        </p:anim>
                                        <p:anim calcmode="lin" valueType="num" p14:bounceEnd="67000">
                                          <p:cBhvr additive="base">
                                            <p:cTn id="54" dur="1000" fill="hold"/>
                                            <p:tgtEl>
                                              <p:spTgt spid="22"/>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14:presetBounceEnd="67000">
                                      <p:stCondLst>
                                        <p:cond delay="500"/>
                                      </p:stCondLst>
                                      <p:childTnLst>
                                        <p:set>
                                          <p:cBhvr>
                                            <p:cTn id="56" dur="1" fill="hold">
                                              <p:stCondLst>
                                                <p:cond delay="0"/>
                                              </p:stCondLst>
                                            </p:cTn>
                                            <p:tgtEl>
                                              <p:spTgt spid="28"/>
                                            </p:tgtEl>
                                            <p:attrNameLst>
                                              <p:attrName>style.visibility</p:attrName>
                                            </p:attrNameLst>
                                          </p:cBhvr>
                                          <p:to>
                                            <p:strVal val="visible"/>
                                          </p:to>
                                        </p:set>
                                        <p:anim calcmode="lin" valueType="num" p14:bounceEnd="67000">
                                          <p:cBhvr additive="base">
                                            <p:cTn id="57" dur="1000" fill="hold"/>
                                            <p:tgtEl>
                                              <p:spTgt spid="28"/>
                                            </p:tgtEl>
                                            <p:attrNameLst>
                                              <p:attrName>ppt_x</p:attrName>
                                            </p:attrNameLst>
                                          </p:cBhvr>
                                          <p:tavLst>
                                            <p:tav tm="0">
                                              <p:val>
                                                <p:strVal val="0-#ppt_w/2"/>
                                              </p:val>
                                            </p:tav>
                                            <p:tav tm="100000">
                                              <p:val>
                                                <p:strVal val="#ppt_x"/>
                                              </p:val>
                                            </p:tav>
                                          </p:tavLst>
                                        </p:anim>
                                        <p:anim calcmode="lin" valueType="num" p14:bounceEnd="67000">
                                          <p:cBhvr additive="base">
                                            <p:cTn id="58" dur="1000" fill="hold"/>
                                            <p:tgtEl>
                                              <p:spTgt spid="28"/>
                                            </p:tgtEl>
                                            <p:attrNameLst>
                                              <p:attrName>ppt_y</p:attrName>
                                            </p:attrNameLst>
                                          </p:cBhvr>
                                          <p:tavLst>
                                            <p:tav tm="0">
                                              <p:val>
                                                <p:strVal val="#ppt_y"/>
                                              </p:val>
                                            </p:tav>
                                            <p:tav tm="100000">
                                              <p:val>
                                                <p:strVal val="#ppt_y"/>
                                              </p:val>
                                            </p:tav>
                                          </p:tavLst>
                                        </p:anim>
                                      </p:childTnLst>
                                    </p:cTn>
                                  </p:par>
                                  <p:par>
                                    <p:cTn id="59" presetID="2" presetClass="entr" presetSubtype="8" fill="hold" grpId="0" nodeType="withEffect" p14:presetBounceEnd="67000">
                                      <p:stCondLst>
                                        <p:cond delay="750"/>
                                      </p:stCondLst>
                                      <p:childTnLst>
                                        <p:set>
                                          <p:cBhvr>
                                            <p:cTn id="60" dur="1" fill="hold">
                                              <p:stCondLst>
                                                <p:cond delay="0"/>
                                              </p:stCondLst>
                                            </p:cTn>
                                            <p:tgtEl>
                                              <p:spTgt spid="10"/>
                                            </p:tgtEl>
                                            <p:attrNameLst>
                                              <p:attrName>style.visibility</p:attrName>
                                            </p:attrNameLst>
                                          </p:cBhvr>
                                          <p:to>
                                            <p:strVal val="visible"/>
                                          </p:to>
                                        </p:set>
                                        <p:anim calcmode="lin" valueType="num" p14:bounceEnd="67000">
                                          <p:cBhvr additive="base">
                                            <p:cTn id="61" dur="1000" fill="hold"/>
                                            <p:tgtEl>
                                              <p:spTgt spid="10"/>
                                            </p:tgtEl>
                                            <p:attrNameLst>
                                              <p:attrName>ppt_x</p:attrName>
                                            </p:attrNameLst>
                                          </p:cBhvr>
                                          <p:tavLst>
                                            <p:tav tm="0">
                                              <p:val>
                                                <p:strVal val="0-#ppt_w/2"/>
                                              </p:val>
                                            </p:tav>
                                            <p:tav tm="100000">
                                              <p:val>
                                                <p:strVal val="#ppt_x"/>
                                              </p:val>
                                            </p:tav>
                                          </p:tavLst>
                                        </p:anim>
                                        <p:anim calcmode="lin" valueType="num" p14:bounceEnd="67000">
                                          <p:cBhvr additive="base">
                                            <p:cTn id="62" dur="1000" fill="hold"/>
                                            <p:tgtEl>
                                              <p:spTgt spid="10"/>
                                            </p:tgtEl>
                                            <p:attrNameLst>
                                              <p:attrName>ppt_y</p:attrName>
                                            </p:attrNameLst>
                                          </p:cBhvr>
                                          <p:tavLst>
                                            <p:tav tm="0">
                                              <p:val>
                                                <p:strVal val="#ppt_y"/>
                                              </p:val>
                                            </p:tav>
                                            <p:tav tm="100000">
                                              <p:val>
                                                <p:strVal val="#ppt_y"/>
                                              </p:val>
                                            </p:tav>
                                          </p:tavLst>
                                        </p:anim>
                                      </p:childTnLst>
                                    </p:cTn>
                                  </p:par>
                                  <p:par>
                                    <p:cTn id="63" presetID="2" presetClass="entr" presetSubtype="8" fill="hold" grpId="0" nodeType="withEffect" p14:presetBounceEnd="67000">
                                      <p:stCondLst>
                                        <p:cond delay="750"/>
                                      </p:stCondLst>
                                      <p:childTnLst>
                                        <p:set>
                                          <p:cBhvr>
                                            <p:cTn id="64" dur="1" fill="hold">
                                              <p:stCondLst>
                                                <p:cond delay="0"/>
                                              </p:stCondLst>
                                            </p:cTn>
                                            <p:tgtEl>
                                              <p:spTgt spid="23"/>
                                            </p:tgtEl>
                                            <p:attrNameLst>
                                              <p:attrName>style.visibility</p:attrName>
                                            </p:attrNameLst>
                                          </p:cBhvr>
                                          <p:to>
                                            <p:strVal val="visible"/>
                                          </p:to>
                                        </p:set>
                                        <p:anim calcmode="lin" valueType="num" p14:bounceEnd="67000">
                                          <p:cBhvr additive="base">
                                            <p:cTn id="65" dur="1000" fill="hold"/>
                                            <p:tgtEl>
                                              <p:spTgt spid="23"/>
                                            </p:tgtEl>
                                            <p:attrNameLst>
                                              <p:attrName>ppt_x</p:attrName>
                                            </p:attrNameLst>
                                          </p:cBhvr>
                                          <p:tavLst>
                                            <p:tav tm="0">
                                              <p:val>
                                                <p:strVal val="0-#ppt_w/2"/>
                                              </p:val>
                                            </p:tav>
                                            <p:tav tm="100000">
                                              <p:val>
                                                <p:strVal val="#ppt_x"/>
                                              </p:val>
                                            </p:tav>
                                          </p:tavLst>
                                        </p:anim>
                                        <p:anim calcmode="lin" valueType="num" p14:bounceEnd="67000">
                                          <p:cBhvr additive="base">
                                            <p:cTn id="66" dur="1000" fill="hold"/>
                                            <p:tgtEl>
                                              <p:spTgt spid="23"/>
                                            </p:tgtEl>
                                            <p:attrNameLst>
                                              <p:attrName>ppt_y</p:attrName>
                                            </p:attrNameLst>
                                          </p:cBhvr>
                                          <p:tavLst>
                                            <p:tav tm="0">
                                              <p:val>
                                                <p:strVal val="#ppt_y"/>
                                              </p:val>
                                            </p:tav>
                                            <p:tav tm="100000">
                                              <p:val>
                                                <p:strVal val="#ppt_y"/>
                                              </p:val>
                                            </p:tav>
                                          </p:tavLst>
                                        </p:anim>
                                      </p:childTnLst>
                                    </p:cTn>
                                  </p:par>
                                  <p:par>
                                    <p:cTn id="67" presetID="2" presetClass="entr" presetSubtype="8" fill="hold" grpId="0" nodeType="withEffect" p14:presetBounceEnd="67000">
                                      <p:stCondLst>
                                        <p:cond delay="750"/>
                                      </p:stCondLst>
                                      <p:childTnLst>
                                        <p:set>
                                          <p:cBhvr>
                                            <p:cTn id="68" dur="1" fill="hold">
                                              <p:stCondLst>
                                                <p:cond delay="0"/>
                                              </p:stCondLst>
                                            </p:cTn>
                                            <p:tgtEl>
                                              <p:spTgt spid="29"/>
                                            </p:tgtEl>
                                            <p:attrNameLst>
                                              <p:attrName>style.visibility</p:attrName>
                                            </p:attrNameLst>
                                          </p:cBhvr>
                                          <p:to>
                                            <p:strVal val="visible"/>
                                          </p:to>
                                        </p:set>
                                        <p:anim calcmode="lin" valueType="num" p14:bounceEnd="67000">
                                          <p:cBhvr additive="base">
                                            <p:cTn id="69" dur="1000" fill="hold"/>
                                            <p:tgtEl>
                                              <p:spTgt spid="29"/>
                                            </p:tgtEl>
                                            <p:attrNameLst>
                                              <p:attrName>ppt_x</p:attrName>
                                            </p:attrNameLst>
                                          </p:cBhvr>
                                          <p:tavLst>
                                            <p:tav tm="0">
                                              <p:val>
                                                <p:strVal val="0-#ppt_w/2"/>
                                              </p:val>
                                            </p:tav>
                                            <p:tav tm="100000">
                                              <p:val>
                                                <p:strVal val="#ppt_x"/>
                                              </p:val>
                                            </p:tav>
                                          </p:tavLst>
                                        </p:anim>
                                        <p:anim calcmode="lin" valueType="num" p14:bounceEnd="67000">
                                          <p:cBhvr additive="base">
                                            <p:cTn id="70" dur="1000" fill="hold"/>
                                            <p:tgtEl>
                                              <p:spTgt spid="29"/>
                                            </p:tgtEl>
                                            <p:attrNameLst>
                                              <p:attrName>ppt_y</p:attrName>
                                            </p:attrNameLst>
                                          </p:cBhvr>
                                          <p:tavLst>
                                            <p:tav tm="0">
                                              <p:val>
                                                <p:strVal val="#ppt_y"/>
                                              </p:val>
                                            </p:tav>
                                            <p:tav tm="100000">
                                              <p:val>
                                                <p:strVal val="#ppt_y"/>
                                              </p:val>
                                            </p:tav>
                                          </p:tavLst>
                                        </p:anim>
                                      </p:childTnLst>
                                    </p:cTn>
                                  </p:par>
                                  <p:par>
                                    <p:cTn id="71" presetID="2" presetClass="entr" presetSubtype="2" fill="hold" grpId="0" nodeType="withEffect" p14:presetBounceEnd="67000">
                                      <p:stCondLst>
                                        <p:cond delay="1000"/>
                                      </p:stCondLst>
                                      <p:childTnLst>
                                        <p:set>
                                          <p:cBhvr>
                                            <p:cTn id="72" dur="1" fill="hold">
                                              <p:stCondLst>
                                                <p:cond delay="0"/>
                                              </p:stCondLst>
                                            </p:cTn>
                                            <p:tgtEl>
                                              <p:spTgt spid="17"/>
                                            </p:tgtEl>
                                            <p:attrNameLst>
                                              <p:attrName>style.visibility</p:attrName>
                                            </p:attrNameLst>
                                          </p:cBhvr>
                                          <p:to>
                                            <p:strVal val="visible"/>
                                          </p:to>
                                        </p:set>
                                        <p:anim calcmode="lin" valueType="num" p14:bounceEnd="67000">
                                          <p:cBhvr additive="base">
                                            <p:cTn id="73" dur="1000" fill="hold"/>
                                            <p:tgtEl>
                                              <p:spTgt spid="17"/>
                                            </p:tgtEl>
                                            <p:attrNameLst>
                                              <p:attrName>ppt_x</p:attrName>
                                            </p:attrNameLst>
                                          </p:cBhvr>
                                          <p:tavLst>
                                            <p:tav tm="0">
                                              <p:val>
                                                <p:strVal val="1+#ppt_w/2"/>
                                              </p:val>
                                            </p:tav>
                                            <p:tav tm="100000">
                                              <p:val>
                                                <p:strVal val="#ppt_x"/>
                                              </p:val>
                                            </p:tav>
                                          </p:tavLst>
                                        </p:anim>
                                        <p:anim calcmode="lin" valueType="num" p14:bounceEnd="67000">
                                          <p:cBhvr additive="base">
                                            <p:cTn id="74" dur="1000" fill="hold"/>
                                            <p:tgtEl>
                                              <p:spTgt spid="17"/>
                                            </p:tgtEl>
                                            <p:attrNameLst>
                                              <p:attrName>ppt_y</p:attrName>
                                            </p:attrNameLst>
                                          </p:cBhvr>
                                          <p:tavLst>
                                            <p:tav tm="0">
                                              <p:val>
                                                <p:strVal val="#ppt_y"/>
                                              </p:val>
                                            </p:tav>
                                            <p:tav tm="100000">
                                              <p:val>
                                                <p:strVal val="#ppt_y"/>
                                              </p:val>
                                            </p:tav>
                                          </p:tavLst>
                                        </p:anim>
                                      </p:childTnLst>
                                    </p:cTn>
                                  </p:par>
                                  <p:par>
                                    <p:cTn id="75" presetID="2" presetClass="entr" presetSubtype="2" fill="hold" grpId="0" nodeType="withEffect" p14:presetBounceEnd="67000">
                                      <p:stCondLst>
                                        <p:cond delay="1000"/>
                                      </p:stCondLst>
                                      <p:childTnLst>
                                        <p:set>
                                          <p:cBhvr>
                                            <p:cTn id="76" dur="1" fill="hold">
                                              <p:stCondLst>
                                                <p:cond delay="0"/>
                                              </p:stCondLst>
                                            </p:cTn>
                                            <p:tgtEl>
                                              <p:spTgt spid="24"/>
                                            </p:tgtEl>
                                            <p:attrNameLst>
                                              <p:attrName>style.visibility</p:attrName>
                                            </p:attrNameLst>
                                          </p:cBhvr>
                                          <p:to>
                                            <p:strVal val="visible"/>
                                          </p:to>
                                        </p:set>
                                        <p:anim calcmode="lin" valueType="num" p14:bounceEnd="67000">
                                          <p:cBhvr additive="base">
                                            <p:cTn id="77" dur="1000" fill="hold"/>
                                            <p:tgtEl>
                                              <p:spTgt spid="24"/>
                                            </p:tgtEl>
                                            <p:attrNameLst>
                                              <p:attrName>ppt_x</p:attrName>
                                            </p:attrNameLst>
                                          </p:cBhvr>
                                          <p:tavLst>
                                            <p:tav tm="0">
                                              <p:val>
                                                <p:strVal val="1+#ppt_w/2"/>
                                              </p:val>
                                            </p:tav>
                                            <p:tav tm="100000">
                                              <p:val>
                                                <p:strVal val="#ppt_x"/>
                                              </p:val>
                                            </p:tav>
                                          </p:tavLst>
                                        </p:anim>
                                        <p:anim calcmode="lin" valueType="num" p14:bounceEnd="67000">
                                          <p:cBhvr additive="base">
                                            <p:cTn id="78" dur="1000" fill="hold"/>
                                            <p:tgtEl>
                                              <p:spTgt spid="24"/>
                                            </p:tgtEl>
                                            <p:attrNameLst>
                                              <p:attrName>ppt_y</p:attrName>
                                            </p:attrNameLst>
                                          </p:cBhvr>
                                          <p:tavLst>
                                            <p:tav tm="0">
                                              <p:val>
                                                <p:strVal val="#ppt_y"/>
                                              </p:val>
                                            </p:tav>
                                            <p:tav tm="100000">
                                              <p:val>
                                                <p:strVal val="#ppt_y"/>
                                              </p:val>
                                            </p:tav>
                                          </p:tavLst>
                                        </p:anim>
                                      </p:childTnLst>
                                    </p:cTn>
                                  </p:par>
                                  <p:par>
                                    <p:cTn id="79" presetID="2" presetClass="entr" presetSubtype="2" fill="hold" grpId="0" nodeType="withEffect" p14:presetBounceEnd="67000">
                                      <p:stCondLst>
                                        <p:cond delay="1000"/>
                                      </p:stCondLst>
                                      <p:childTnLst>
                                        <p:set>
                                          <p:cBhvr>
                                            <p:cTn id="80" dur="1" fill="hold">
                                              <p:stCondLst>
                                                <p:cond delay="0"/>
                                              </p:stCondLst>
                                            </p:cTn>
                                            <p:tgtEl>
                                              <p:spTgt spid="30"/>
                                            </p:tgtEl>
                                            <p:attrNameLst>
                                              <p:attrName>style.visibility</p:attrName>
                                            </p:attrNameLst>
                                          </p:cBhvr>
                                          <p:to>
                                            <p:strVal val="visible"/>
                                          </p:to>
                                        </p:set>
                                        <p:anim calcmode="lin" valueType="num" p14:bounceEnd="67000">
                                          <p:cBhvr additive="base">
                                            <p:cTn id="81" dur="1000" fill="hold"/>
                                            <p:tgtEl>
                                              <p:spTgt spid="30"/>
                                            </p:tgtEl>
                                            <p:attrNameLst>
                                              <p:attrName>ppt_x</p:attrName>
                                            </p:attrNameLst>
                                          </p:cBhvr>
                                          <p:tavLst>
                                            <p:tav tm="0">
                                              <p:val>
                                                <p:strVal val="1+#ppt_w/2"/>
                                              </p:val>
                                            </p:tav>
                                            <p:tav tm="100000">
                                              <p:val>
                                                <p:strVal val="#ppt_x"/>
                                              </p:val>
                                            </p:tav>
                                          </p:tavLst>
                                        </p:anim>
                                        <p:anim calcmode="lin" valueType="num" p14:bounceEnd="67000">
                                          <p:cBhvr additive="base">
                                            <p:cTn id="82" dur="1000" fill="hold"/>
                                            <p:tgtEl>
                                              <p:spTgt spid="30"/>
                                            </p:tgtEl>
                                            <p:attrNameLst>
                                              <p:attrName>ppt_y</p:attrName>
                                            </p:attrNameLst>
                                          </p:cBhvr>
                                          <p:tavLst>
                                            <p:tav tm="0">
                                              <p:val>
                                                <p:strVal val="#ppt_y"/>
                                              </p:val>
                                            </p:tav>
                                            <p:tav tm="100000">
                                              <p:val>
                                                <p:strVal val="#ppt_y"/>
                                              </p:val>
                                            </p:tav>
                                          </p:tavLst>
                                        </p:anim>
                                      </p:childTnLst>
                                    </p:cTn>
                                  </p:par>
                                  <p:par>
                                    <p:cTn id="83" presetID="2" presetClass="entr" presetSubtype="2" fill="hold" grpId="0" nodeType="withEffect" p14:presetBounceEnd="67000">
                                      <p:stCondLst>
                                        <p:cond delay="1250"/>
                                      </p:stCondLst>
                                      <p:childTnLst>
                                        <p:set>
                                          <p:cBhvr>
                                            <p:cTn id="84" dur="1" fill="hold">
                                              <p:stCondLst>
                                                <p:cond delay="0"/>
                                              </p:stCondLst>
                                            </p:cTn>
                                            <p:tgtEl>
                                              <p:spTgt spid="15"/>
                                            </p:tgtEl>
                                            <p:attrNameLst>
                                              <p:attrName>style.visibility</p:attrName>
                                            </p:attrNameLst>
                                          </p:cBhvr>
                                          <p:to>
                                            <p:strVal val="visible"/>
                                          </p:to>
                                        </p:set>
                                        <p:anim calcmode="lin" valueType="num" p14:bounceEnd="67000">
                                          <p:cBhvr additive="base">
                                            <p:cTn id="85" dur="1000" fill="hold"/>
                                            <p:tgtEl>
                                              <p:spTgt spid="15"/>
                                            </p:tgtEl>
                                            <p:attrNameLst>
                                              <p:attrName>ppt_x</p:attrName>
                                            </p:attrNameLst>
                                          </p:cBhvr>
                                          <p:tavLst>
                                            <p:tav tm="0">
                                              <p:val>
                                                <p:strVal val="1+#ppt_w/2"/>
                                              </p:val>
                                            </p:tav>
                                            <p:tav tm="100000">
                                              <p:val>
                                                <p:strVal val="#ppt_x"/>
                                              </p:val>
                                            </p:tav>
                                          </p:tavLst>
                                        </p:anim>
                                        <p:anim calcmode="lin" valueType="num" p14:bounceEnd="67000">
                                          <p:cBhvr additive="base">
                                            <p:cTn id="86" dur="1000" fill="hold"/>
                                            <p:tgtEl>
                                              <p:spTgt spid="15"/>
                                            </p:tgtEl>
                                            <p:attrNameLst>
                                              <p:attrName>ppt_y</p:attrName>
                                            </p:attrNameLst>
                                          </p:cBhvr>
                                          <p:tavLst>
                                            <p:tav tm="0">
                                              <p:val>
                                                <p:strVal val="#ppt_y"/>
                                              </p:val>
                                            </p:tav>
                                            <p:tav tm="100000">
                                              <p:val>
                                                <p:strVal val="#ppt_y"/>
                                              </p:val>
                                            </p:tav>
                                          </p:tavLst>
                                        </p:anim>
                                      </p:childTnLst>
                                    </p:cTn>
                                  </p:par>
                                  <p:par>
                                    <p:cTn id="87" presetID="2" presetClass="entr" presetSubtype="2" fill="hold" grpId="0" nodeType="withEffect" p14:presetBounceEnd="67000">
                                      <p:stCondLst>
                                        <p:cond delay="1250"/>
                                      </p:stCondLst>
                                      <p:childTnLst>
                                        <p:set>
                                          <p:cBhvr>
                                            <p:cTn id="88" dur="1" fill="hold">
                                              <p:stCondLst>
                                                <p:cond delay="0"/>
                                              </p:stCondLst>
                                            </p:cTn>
                                            <p:tgtEl>
                                              <p:spTgt spid="25"/>
                                            </p:tgtEl>
                                            <p:attrNameLst>
                                              <p:attrName>style.visibility</p:attrName>
                                            </p:attrNameLst>
                                          </p:cBhvr>
                                          <p:to>
                                            <p:strVal val="visible"/>
                                          </p:to>
                                        </p:set>
                                        <p:anim calcmode="lin" valueType="num" p14:bounceEnd="67000">
                                          <p:cBhvr additive="base">
                                            <p:cTn id="89" dur="1000" fill="hold"/>
                                            <p:tgtEl>
                                              <p:spTgt spid="25"/>
                                            </p:tgtEl>
                                            <p:attrNameLst>
                                              <p:attrName>ppt_x</p:attrName>
                                            </p:attrNameLst>
                                          </p:cBhvr>
                                          <p:tavLst>
                                            <p:tav tm="0">
                                              <p:val>
                                                <p:strVal val="1+#ppt_w/2"/>
                                              </p:val>
                                            </p:tav>
                                            <p:tav tm="100000">
                                              <p:val>
                                                <p:strVal val="#ppt_x"/>
                                              </p:val>
                                            </p:tav>
                                          </p:tavLst>
                                        </p:anim>
                                        <p:anim calcmode="lin" valueType="num" p14:bounceEnd="67000">
                                          <p:cBhvr additive="base">
                                            <p:cTn id="90" dur="1000" fill="hold"/>
                                            <p:tgtEl>
                                              <p:spTgt spid="25"/>
                                            </p:tgtEl>
                                            <p:attrNameLst>
                                              <p:attrName>ppt_y</p:attrName>
                                            </p:attrNameLst>
                                          </p:cBhvr>
                                          <p:tavLst>
                                            <p:tav tm="0">
                                              <p:val>
                                                <p:strVal val="#ppt_y"/>
                                              </p:val>
                                            </p:tav>
                                            <p:tav tm="100000">
                                              <p:val>
                                                <p:strVal val="#ppt_y"/>
                                              </p:val>
                                            </p:tav>
                                          </p:tavLst>
                                        </p:anim>
                                      </p:childTnLst>
                                    </p:cTn>
                                  </p:par>
                                  <p:par>
                                    <p:cTn id="91" presetID="2" presetClass="entr" presetSubtype="2" fill="hold" grpId="0" nodeType="withEffect" p14:presetBounceEnd="67000">
                                      <p:stCondLst>
                                        <p:cond delay="1250"/>
                                      </p:stCondLst>
                                      <p:childTnLst>
                                        <p:set>
                                          <p:cBhvr>
                                            <p:cTn id="92" dur="1" fill="hold">
                                              <p:stCondLst>
                                                <p:cond delay="0"/>
                                              </p:stCondLst>
                                            </p:cTn>
                                            <p:tgtEl>
                                              <p:spTgt spid="31"/>
                                            </p:tgtEl>
                                            <p:attrNameLst>
                                              <p:attrName>style.visibility</p:attrName>
                                            </p:attrNameLst>
                                          </p:cBhvr>
                                          <p:to>
                                            <p:strVal val="visible"/>
                                          </p:to>
                                        </p:set>
                                        <p:anim calcmode="lin" valueType="num" p14:bounceEnd="67000">
                                          <p:cBhvr additive="base">
                                            <p:cTn id="93" dur="1000" fill="hold"/>
                                            <p:tgtEl>
                                              <p:spTgt spid="31"/>
                                            </p:tgtEl>
                                            <p:attrNameLst>
                                              <p:attrName>ppt_x</p:attrName>
                                            </p:attrNameLst>
                                          </p:cBhvr>
                                          <p:tavLst>
                                            <p:tav tm="0">
                                              <p:val>
                                                <p:strVal val="1+#ppt_w/2"/>
                                              </p:val>
                                            </p:tav>
                                            <p:tav tm="100000">
                                              <p:val>
                                                <p:strVal val="#ppt_x"/>
                                              </p:val>
                                            </p:tav>
                                          </p:tavLst>
                                        </p:anim>
                                        <p:anim calcmode="lin" valueType="num" p14:bounceEnd="67000">
                                          <p:cBhvr additive="base">
                                            <p:cTn id="94" dur="1000" fill="hold"/>
                                            <p:tgtEl>
                                              <p:spTgt spid="31"/>
                                            </p:tgtEl>
                                            <p:attrNameLst>
                                              <p:attrName>ppt_y</p:attrName>
                                            </p:attrNameLst>
                                          </p:cBhvr>
                                          <p:tavLst>
                                            <p:tav tm="0">
                                              <p:val>
                                                <p:strVal val="#ppt_y"/>
                                              </p:val>
                                            </p:tav>
                                            <p:tav tm="100000">
                                              <p:val>
                                                <p:strVal val="#ppt_y"/>
                                              </p:val>
                                            </p:tav>
                                          </p:tavLst>
                                        </p:anim>
                                      </p:childTnLst>
                                    </p:cTn>
                                  </p:par>
                                  <p:par>
                                    <p:cTn id="95" presetID="2" presetClass="entr" presetSubtype="2" fill="hold" grpId="0" nodeType="withEffect" p14:presetBounceEnd="67000">
                                      <p:stCondLst>
                                        <p:cond delay="1500"/>
                                      </p:stCondLst>
                                      <p:childTnLst>
                                        <p:set>
                                          <p:cBhvr>
                                            <p:cTn id="96" dur="1" fill="hold">
                                              <p:stCondLst>
                                                <p:cond delay="0"/>
                                              </p:stCondLst>
                                            </p:cTn>
                                            <p:tgtEl>
                                              <p:spTgt spid="19"/>
                                            </p:tgtEl>
                                            <p:attrNameLst>
                                              <p:attrName>style.visibility</p:attrName>
                                            </p:attrNameLst>
                                          </p:cBhvr>
                                          <p:to>
                                            <p:strVal val="visible"/>
                                          </p:to>
                                        </p:set>
                                        <p:anim calcmode="lin" valueType="num" p14:bounceEnd="67000">
                                          <p:cBhvr additive="base">
                                            <p:cTn id="97" dur="1000" fill="hold"/>
                                            <p:tgtEl>
                                              <p:spTgt spid="19"/>
                                            </p:tgtEl>
                                            <p:attrNameLst>
                                              <p:attrName>ppt_x</p:attrName>
                                            </p:attrNameLst>
                                          </p:cBhvr>
                                          <p:tavLst>
                                            <p:tav tm="0">
                                              <p:val>
                                                <p:strVal val="1+#ppt_w/2"/>
                                              </p:val>
                                            </p:tav>
                                            <p:tav tm="100000">
                                              <p:val>
                                                <p:strVal val="#ppt_x"/>
                                              </p:val>
                                            </p:tav>
                                          </p:tavLst>
                                        </p:anim>
                                        <p:anim calcmode="lin" valueType="num" p14:bounceEnd="67000">
                                          <p:cBhvr additive="base">
                                            <p:cTn id="98" dur="1000" fill="hold"/>
                                            <p:tgtEl>
                                              <p:spTgt spid="19"/>
                                            </p:tgtEl>
                                            <p:attrNameLst>
                                              <p:attrName>ppt_y</p:attrName>
                                            </p:attrNameLst>
                                          </p:cBhvr>
                                          <p:tavLst>
                                            <p:tav tm="0">
                                              <p:val>
                                                <p:strVal val="#ppt_y"/>
                                              </p:val>
                                            </p:tav>
                                            <p:tav tm="100000">
                                              <p:val>
                                                <p:strVal val="#ppt_y"/>
                                              </p:val>
                                            </p:tav>
                                          </p:tavLst>
                                        </p:anim>
                                      </p:childTnLst>
                                    </p:cTn>
                                  </p:par>
                                  <p:par>
                                    <p:cTn id="99" presetID="2" presetClass="entr" presetSubtype="2" fill="hold" grpId="0" nodeType="withEffect" p14:presetBounceEnd="67000">
                                      <p:stCondLst>
                                        <p:cond delay="1500"/>
                                      </p:stCondLst>
                                      <p:childTnLst>
                                        <p:set>
                                          <p:cBhvr>
                                            <p:cTn id="100" dur="1" fill="hold">
                                              <p:stCondLst>
                                                <p:cond delay="0"/>
                                              </p:stCondLst>
                                            </p:cTn>
                                            <p:tgtEl>
                                              <p:spTgt spid="26"/>
                                            </p:tgtEl>
                                            <p:attrNameLst>
                                              <p:attrName>style.visibility</p:attrName>
                                            </p:attrNameLst>
                                          </p:cBhvr>
                                          <p:to>
                                            <p:strVal val="visible"/>
                                          </p:to>
                                        </p:set>
                                        <p:anim calcmode="lin" valueType="num" p14:bounceEnd="67000">
                                          <p:cBhvr additive="base">
                                            <p:cTn id="101" dur="1000" fill="hold"/>
                                            <p:tgtEl>
                                              <p:spTgt spid="26"/>
                                            </p:tgtEl>
                                            <p:attrNameLst>
                                              <p:attrName>ppt_x</p:attrName>
                                            </p:attrNameLst>
                                          </p:cBhvr>
                                          <p:tavLst>
                                            <p:tav tm="0">
                                              <p:val>
                                                <p:strVal val="1+#ppt_w/2"/>
                                              </p:val>
                                            </p:tav>
                                            <p:tav tm="100000">
                                              <p:val>
                                                <p:strVal val="#ppt_x"/>
                                              </p:val>
                                            </p:tav>
                                          </p:tavLst>
                                        </p:anim>
                                        <p:anim calcmode="lin" valueType="num" p14:bounceEnd="67000">
                                          <p:cBhvr additive="base">
                                            <p:cTn id="102" dur="1000" fill="hold"/>
                                            <p:tgtEl>
                                              <p:spTgt spid="26"/>
                                            </p:tgtEl>
                                            <p:attrNameLst>
                                              <p:attrName>ppt_y</p:attrName>
                                            </p:attrNameLst>
                                          </p:cBhvr>
                                          <p:tavLst>
                                            <p:tav tm="0">
                                              <p:val>
                                                <p:strVal val="#ppt_y"/>
                                              </p:val>
                                            </p:tav>
                                            <p:tav tm="100000">
                                              <p:val>
                                                <p:strVal val="#ppt_y"/>
                                              </p:val>
                                            </p:tav>
                                          </p:tavLst>
                                        </p:anim>
                                      </p:childTnLst>
                                    </p:cTn>
                                  </p:par>
                                  <p:par>
                                    <p:cTn id="103" presetID="2" presetClass="entr" presetSubtype="2" fill="hold" grpId="0" nodeType="withEffect" p14:presetBounceEnd="67000">
                                      <p:stCondLst>
                                        <p:cond delay="1500"/>
                                      </p:stCondLst>
                                      <p:childTnLst>
                                        <p:set>
                                          <p:cBhvr>
                                            <p:cTn id="104" dur="1" fill="hold">
                                              <p:stCondLst>
                                                <p:cond delay="0"/>
                                              </p:stCondLst>
                                            </p:cTn>
                                            <p:tgtEl>
                                              <p:spTgt spid="32"/>
                                            </p:tgtEl>
                                            <p:attrNameLst>
                                              <p:attrName>style.visibility</p:attrName>
                                            </p:attrNameLst>
                                          </p:cBhvr>
                                          <p:to>
                                            <p:strVal val="visible"/>
                                          </p:to>
                                        </p:set>
                                        <p:anim calcmode="lin" valueType="num" p14:bounceEnd="67000">
                                          <p:cBhvr additive="base">
                                            <p:cTn id="105" dur="1000" fill="hold"/>
                                            <p:tgtEl>
                                              <p:spTgt spid="32"/>
                                            </p:tgtEl>
                                            <p:attrNameLst>
                                              <p:attrName>ppt_x</p:attrName>
                                            </p:attrNameLst>
                                          </p:cBhvr>
                                          <p:tavLst>
                                            <p:tav tm="0">
                                              <p:val>
                                                <p:strVal val="1+#ppt_w/2"/>
                                              </p:val>
                                            </p:tav>
                                            <p:tav tm="100000">
                                              <p:val>
                                                <p:strVal val="#ppt_x"/>
                                              </p:val>
                                            </p:tav>
                                          </p:tavLst>
                                        </p:anim>
                                        <p:anim calcmode="lin" valueType="num" p14:bounceEnd="67000">
                                          <p:cBhvr additive="base">
                                            <p:cTn id="106" dur="10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Graphic spid="6" grpId="0">
            <p:bldAsOne/>
          </p:bldGraphic>
          <p:bldGraphic spid="5" grpId="0">
            <p:bldAsOne/>
          </p:bldGraphic>
          <p:bldGraphic spid="4" grpId="0">
            <p:bldAsOne/>
          </p:bldGraphic>
          <p:bldGraphic spid="3" grpId="0">
            <p:bldAsOne/>
          </p:bldGraphic>
          <p:bldGraphic spid="2" grpId="0">
            <p:bldAsOne/>
          </p:bldGraphic>
          <p:bldP spid="10" grpId="0"/>
          <p:bldP spid="12" grpId="0"/>
          <p:bldP spid="14" grpId="0"/>
          <p:bldP spid="15" grpId="0"/>
          <p:bldP spid="17" grpId="0"/>
          <p:bldP spid="19" grpId="0"/>
          <p:bldP spid="21" grpId="0"/>
          <p:bldP spid="22" grpId="0"/>
          <p:bldP spid="23" grpId="0"/>
          <p:bldP spid="24" grpId="0"/>
          <p:bldP spid="25" grpId="0"/>
          <p:bldP spid="26" grpId="0"/>
          <p:bldP spid="27" grpId="0"/>
          <p:bldP spid="28" grpId="0"/>
          <p:bldP spid="29" grpId="0"/>
          <p:bldP spid="30" grpId="0"/>
          <p:bldP spid="31" grpId="0"/>
          <p:bldP spid="32"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750" fill="hold"/>
                                            <p:tgtEl>
                                              <p:spTgt spid="7"/>
                                            </p:tgtEl>
                                            <p:attrNameLst>
                                              <p:attrName>ppt_w</p:attrName>
                                            </p:attrNameLst>
                                          </p:cBhvr>
                                          <p:tavLst>
                                            <p:tav tm="0">
                                              <p:val>
                                                <p:fltVal val="0"/>
                                              </p:val>
                                            </p:tav>
                                            <p:tav tm="100000">
                                              <p:val>
                                                <p:strVal val="#ppt_w"/>
                                              </p:val>
                                            </p:tav>
                                          </p:tavLst>
                                        </p:anim>
                                        <p:anim calcmode="lin" valueType="num">
                                          <p:cBhvr>
                                            <p:cTn id="8" dur="750" fill="hold"/>
                                            <p:tgtEl>
                                              <p:spTgt spid="7"/>
                                            </p:tgtEl>
                                            <p:attrNameLst>
                                              <p:attrName>ppt_h</p:attrName>
                                            </p:attrNameLst>
                                          </p:cBhvr>
                                          <p:tavLst>
                                            <p:tav tm="0">
                                              <p:val>
                                                <p:fltVal val="0"/>
                                              </p:val>
                                            </p:tav>
                                            <p:tav tm="100000">
                                              <p:val>
                                                <p:strVal val="#ppt_h"/>
                                              </p:val>
                                            </p:tav>
                                          </p:tavLst>
                                        </p:anim>
                                        <p:animEffect transition="in" filter="fade">
                                          <p:cBhvr>
                                            <p:cTn id="9" dur="750"/>
                                            <p:tgtEl>
                                              <p:spTgt spid="7"/>
                                            </p:tgtEl>
                                          </p:cBhvr>
                                        </p:animEffect>
                                      </p:childTnLst>
                                    </p:cTn>
                                  </p:par>
                                  <p:par>
                                    <p:cTn id="10" presetID="53" presetClass="entr" presetSubtype="16" fill="hold" grpId="0" nodeType="withEffect">
                                      <p:stCondLst>
                                        <p:cond delay="250"/>
                                      </p:stCondLst>
                                      <p:childTnLst>
                                        <p:set>
                                          <p:cBhvr>
                                            <p:cTn id="11" dur="1" fill="hold">
                                              <p:stCondLst>
                                                <p:cond delay="0"/>
                                              </p:stCondLst>
                                            </p:cTn>
                                            <p:tgtEl>
                                              <p:spTgt spid="6"/>
                                            </p:tgtEl>
                                            <p:attrNameLst>
                                              <p:attrName>style.visibility</p:attrName>
                                            </p:attrNameLst>
                                          </p:cBhvr>
                                          <p:to>
                                            <p:strVal val="visible"/>
                                          </p:to>
                                        </p:set>
                                        <p:anim calcmode="lin" valueType="num">
                                          <p:cBhvr>
                                            <p:cTn id="12" dur="750" fill="hold"/>
                                            <p:tgtEl>
                                              <p:spTgt spid="6"/>
                                            </p:tgtEl>
                                            <p:attrNameLst>
                                              <p:attrName>ppt_w</p:attrName>
                                            </p:attrNameLst>
                                          </p:cBhvr>
                                          <p:tavLst>
                                            <p:tav tm="0">
                                              <p:val>
                                                <p:fltVal val="0"/>
                                              </p:val>
                                            </p:tav>
                                            <p:tav tm="100000">
                                              <p:val>
                                                <p:strVal val="#ppt_w"/>
                                              </p:val>
                                            </p:tav>
                                          </p:tavLst>
                                        </p:anim>
                                        <p:anim calcmode="lin" valueType="num">
                                          <p:cBhvr>
                                            <p:cTn id="13" dur="750" fill="hold"/>
                                            <p:tgtEl>
                                              <p:spTgt spid="6"/>
                                            </p:tgtEl>
                                            <p:attrNameLst>
                                              <p:attrName>ppt_h</p:attrName>
                                            </p:attrNameLst>
                                          </p:cBhvr>
                                          <p:tavLst>
                                            <p:tav tm="0">
                                              <p:val>
                                                <p:fltVal val="0"/>
                                              </p:val>
                                            </p:tav>
                                            <p:tav tm="100000">
                                              <p:val>
                                                <p:strVal val="#ppt_h"/>
                                              </p:val>
                                            </p:tav>
                                          </p:tavLst>
                                        </p:anim>
                                        <p:animEffect transition="in" filter="fade">
                                          <p:cBhvr>
                                            <p:cTn id="14" dur="750"/>
                                            <p:tgtEl>
                                              <p:spTgt spid="6"/>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5"/>
                                            </p:tgtEl>
                                            <p:attrNameLst>
                                              <p:attrName>style.visibility</p:attrName>
                                            </p:attrNameLst>
                                          </p:cBhvr>
                                          <p:to>
                                            <p:strVal val="visible"/>
                                          </p:to>
                                        </p:set>
                                        <p:anim calcmode="lin" valueType="num">
                                          <p:cBhvr>
                                            <p:cTn id="17" dur="750" fill="hold"/>
                                            <p:tgtEl>
                                              <p:spTgt spid="5"/>
                                            </p:tgtEl>
                                            <p:attrNameLst>
                                              <p:attrName>ppt_w</p:attrName>
                                            </p:attrNameLst>
                                          </p:cBhvr>
                                          <p:tavLst>
                                            <p:tav tm="0">
                                              <p:val>
                                                <p:fltVal val="0"/>
                                              </p:val>
                                            </p:tav>
                                            <p:tav tm="100000">
                                              <p:val>
                                                <p:strVal val="#ppt_w"/>
                                              </p:val>
                                            </p:tav>
                                          </p:tavLst>
                                        </p:anim>
                                        <p:anim calcmode="lin" valueType="num">
                                          <p:cBhvr>
                                            <p:cTn id="18" dur="750" fill="hold"/>
                                            <p:tgtEl>
                                              <p:spTgt spid="5"/>
                                            </p:tgtEl>
                                            <p:attrNameLst>
                                              <p:attrName>ppt_h</p:attrName>
                                            </p:attrNameLst>
                                          </p:cBhvr>
                                          <p:tavLst>
                                            <p:tav tm="0">
                                              <p:val>
                                                <p:fltVal val="0"/>
                                              </p:val>
                                            </p:tav>
                                            <p:tav tm="100000">
                                              <p:val>
                                                <p:strVal val="#ppt_h"/>
                                              </p:val>
                                            </p:tav>
                                          </p:tavLst>
                                        </p:anim>
                                        <p:animEffect transition="in" filter="fade">
                                          <p:cBhvr>
                                            <p:cTn id="19" dur="750"/>
                                            <p:tgtEl>
                                              <p:spTgt spid="5"/>
                                            </p:tgtEl>
                                          </p:cBhvr>
                                        </p:animEffect>
                                      </p:childTnLst>
                                    </p:cTn>
                                  </p:par>
                                  <p:par>
                                    <p:cTn id="20" presetID="53" presetClass="entr" presetSubtype="16" fill="hold" grpId="0" nodeType="withEffect">
                                      <p:stCondLst>
                                        <p:cond delay="750"/>
                                      </p:stCondLst>
                                      <p:childTnLst>
                                        <p:set>
                                          <p:cBhvr>
                                            <p:cTn id="21" dur="1" fill="hold">
                                              <p:stCondLst>
                                                <p:cond delay="0"/>
                                              </p:stCondLst>
                                            </p:cTn>
                                            <p:tgtEl>
                                              <p:spTgt spid="4"/>
                                            </p:tgtEl>
                                            <p:attrNameLst>
                                              <p:attrName>style.visibility</p:attrName>
                                            </p:attrNameLst>
                                          </p:cBhvr>
                                          <p:to>
                                            <p:strVal val="visible"/>
                                          </p:to>
                                        </p:set>
                                        <p:anim calcmode="lin" valueType="num">
                                          <p:cBhvr>
                                            <p:cTn id="22" dur="750" fill="hold"/>
                                            <p:tgtEl>
                                              <p:spTgt spid="4"/>
                                            </p:tgtEl>
                                            <p:attrNameLst>
                                              <p:attrName>ppt_w</p:attrName>
                                            </p:attrNameLst>
                                          </p:cBhvr>
                                          <p:tavLst>
                                            <p:tav tm="0">
                                              <p:val>
                                                <p:fltVal val="0"/>
                                              </p:val>
                                            </p:tav>
                                            <p:tav tm="100000">
                                              <p:val>
                                                <p:strVal val="#ppt_w"/>
                                              </p:val>
                                            </p:tav>
                                          </p:tavLst>
                                        </p:anim>
                                        <p:anim calcmode="lin" valueType="num">
                                          <p:cBhvr>
                                            <p:cTn id="23" dur="750" fill="hold"/>
                                            <p:tgtEl>
                                              <p:spTgt spid="4"/>
                                            </p:tgtEl>
                                            <p:attrNameLst>
                                              <p:attrName>ppt_h</p:attrName>
                                            </p:attrNameLst>
                                          </p:cBhvr>
                                          <p:tavLst>
                                            <p:tav tm="0">
                                              <p:val>
                                                <p:fltVal val="0"/>
                                              </p:val>
                                            </p:tav>
                                            <p:tav tm="100000">
                                              <p:val>
                                                <p:strVal val="#ppt_h"/>
                                              </p:val>
                                            </p:tav>
                                          </p:tavLst>
                                        </p:anim>
                                        <p:animEffect transition="in" filter="fade">
                                          <p:cBhvr>
                                            <p:cTn id="24" dur="750"/>
                                            <p:tgtEl>
                                              <p:spTgt spid="4"/>
                                            </p:tgtEl>
                                          </p:cBhvr>
                                        </p:animEffect>
                                      </p:childTnLst>
                                    </p:cTn>
                                  </p:par>
                                  <p:par>
                                    <p:cTn id="25" presetID="53" presetClass="entr" presetSubtype="16" fill="hold" grpId="0" nodeType="withEffect">
                                      <p:stCondLst>
                                        <p:cond delay="1000"/>
                                      </p:stCondLst>
                                      <p:childTnLst>
                                        <p:set>
                                          <p:cBhvr>
                                            <p:cTn id="26" dur="1" fill="hold">
                                              <p:stCondLst>
                                                <p:cond delay="0"/>
                                              </p:stCondLst>
                                            </p:cTn>
                                            <p:tgtEl>
                                              <p:spTgt spid="3"/>
                                            </p:tgtEl>
                                            <p:attrNameLst>
                                              <p:attrName>style.visibility</p:attrName>
                                            </p:attrNameLst>
                                          </p:cBhvr>
                                          <p:to>
                                            <p:strVal val="visible"/>
                                          </p:to>
                                        </p:set>
                                        <p:anim calcmode="lin" valueType="num">
                                          <p:cBhvr>
                                            <p:cTn id="27" dur="750" fill="hold"/>
                                            <p:tgtEl>
                                              <p:spTgt spid="3"/>
                                            </p:tgtEl>
                                            <p:attrNameLst>
                                              <p:attrName>ppt_w</p:attrName>
                                            </p:attrNameLst>
                                          </p:cBhvr>
                                          <p:tavLst>
                                            <p:tav tm="0">
                                              <p:val>
                                                <p:fltVal val="0"/>
                                              </p:val>
                                            </p:tav>
                                            <p:tav tm="100000">
                                              <p:val>
                                                <p:strVal val="#ppt_w"/>
                                              </p:val>
                                            </p:tav>
                                          </p:tavLst>
                                        </p:anim>
                                        <p:anim calcmode="lin" valueType="num">
                                          <p:cBhvr>
                                            <p:cTn id="28" dur="750" fill="hold"/>
                                            <p:tgtEl>
                                              <p:spTgt spid="3"/>
                                            </p:tgtEl>
                                            <p:attrNameLst>
                                              <p:attrName>ppt_h</p:attrName>
                                            </p:attrNameLst>
                                          </p:cBhvr>
                                          <p:tavLst>
                                            <p:tav tm="0">
                                              <p:val>
                                                <p:fltVal val="0"/>
                                              </p:val>
                                            </p:tav>
                                            <p:tav tm="100000">
                                              <p:val>
                                                <p:strVal val="#ppt_h"/>
                                              </p:val>
                                            </p:tav>
                                          </p:tavLst>
                                        </p:anim>
                                        <p:animEffect transition="in" filter="fade">
                                          <p:cBhvr>
                                            <p:cTn id="29" dur="750"/>
                                            <p:tgtEl>
                                              <p:spTgt spid="3"/>
                                            </p:tgtEl>
                                          </p:cBhvr>
                                        </p:animEffect>
                                      </p:childTnLst>
                                    </p:cTn>
                                  </p:par>
                                  <p:par>
                                    <p:cTn id="30" presetID="53" presetClass="entr" presetSubtype="16" fill="hold" grpId="0" nodeType="withEffect">
                                      <p:stCondLst>
                                        <p:cond delay="1250"/>
                                      </p:stCondLst>
                                      <p:childTnLst>
                                        <p:set>
                                          <p:cBhvr>
                                            <p:cTn id="31" dur="1" fill="hold">
                                              <p:stCondLst>
                                                <p:cond delay="0"/>
                                              </p:stCondLst>
                                            </p:cTn>
                                            <p:tgtEl>
                                              <p:spTgt spid="2"/>
                                            </p:tgtEl>
                                            <p:attrNameLst>
                                              <p:attrName>style.visibility</p:attrName>
                                            </p:attrNameLst>
                                          </p:cBhvr>
                                          <p:to>
                                            <p:strVal val="visible"/>
                                          </p:to>
                                        </p:set>
                                        <p:anim calcmode="lin" valueType="num">
                                          <p:cBhvr>
                                            <p:cTn id="32" dur="750" fill="hold"/>
                                            <p:tgtEl>
                                              <p:spTgt spid="2"/>
                                            </p:tgtEl>
                                            <p:attrNameLst>
                                              <p:attrName>ppt_w</p:attrName>
                                            </p:attrNameLst>
                                          </p:cBhvr>
                                          <p:tavLst>
                                            <p:tav tm="0">
                                              <p:val>
                                                <p:fltVal val="0"/>
                                              </p:val>
                                            </p:tav>
                                            <p:tav tm="100000">
                                              <p:val>
                                                <p:strVal val="#ppt_w"/>
                                              </p:val>
                                            </p:tav>
                                          </p:tavLst>
                                        </p:anim>
                                        <p:anim calcmode="lin" valueType="num">
                                          <p:cBhvr>
                                            <p:cTn id="33" dur="750" fill="hold"/>
                                            <p:tgtEl>
                                              <p:spTgt spid="2"/>
                                            </p:tgtEl>
                                            <p:attrNameLst>
                                              <p:attrName>ppt_h</p:attrName>
                                            </p:attrNameLst>
                                          </p:cBhvr>
                                          <p:tavLst>
                                            <p:tav tm="0">
                                              <p:val>
                                                <p:fltVal val="0"/>
                                              </p:val>
                                            </p:tav>
                                            <p:tav tm="100000">
                                              <p:val>
                                                <p:strVal val="#ppt_h"/>
                                              </p:val>
                                            </p:tav>
                                          </p:tavLst>
                                        </p:anim>
                                        <p:animEffect transition="in" filter="fade">
                                          <p:cBhvr>
                                            <p:cTn id="34" dur="750"/>
                                            <p:tgtEl>
                                              <p:spTgt spid="2"/>
                                            </p:tgtEl>
                                          </p:cBhvr>
                                        </p:animEffect>
                                      </p:childTnLst>
                                    </p:cTn>
                                  </p:par>
                                  <p:par>
                                    <p:cTn id="35" presetID="2" presetClass="entr" presetSubtype="8" fill="hold" grpId="0" nodeType="withEffect">
                                      <p:stCondLst>
                                        <p:cond delay="25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1000" fill="hold"/>
                                            <p:tgtEl>
                                              <p:spTgt spid="14"/>
                                            </p:tgtEl>
                                            <p:attrNameLst>
                                              <p:attrName>ppt_x</p:attrName>
                                            </p:attrNameLst>
                                          </p:cBhvr>
                                          <p:tavLst>
                                            <p:tav tm="0">
                                              <p:val>
                                                <p:strVal val="0-#ppt_w/2"/>
                                              </p:val>
                                            </p:tav>
                                            <p:tav tm="100000">
                                              <p:val>
                                                <p:strVal val="#ppt_x"/>
                                              </p:val>
                                            </p:tav>
                                          </p:tavLst>
                                        </p:anim>
                                        <p:anim calcmode="lin" valueType="num">
                                          <p:cBhvr additive="base">
                                            <p:cTn id="38" dur="1000" fill="hold"/>
                                            <p:tgtEl>
                                              <p:spTgt spid="14"/>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250"/>
                                      </p:stCondLst>
                                      <p:childTnLst>
                                        <p:set>
                                          <p:cBhvr>
                                            <p:cTn id="40" dur="1" fill="hold">
                                              <p:stCondLst>
                                                <p:cond delay="0"/>
                                              </p:stCondLst>
                                            </p:cTn>
                                            <p:tgtEl>
                                              <p:spTgt spid="21"/>
                                            </p:tgtEl>
                                            <p:attrNameLst>
                                              <p:attrName>style.visibility</p:attrName>
                                            </p:attrNameLst>
                                          </p:cBhvr>
                                          <p:to>
                                            <p:strVal val="visible"/>
                                          </p:to>
                                        </p:set>
                                        <p:anim calcmode="lin" valueType="num">
                                          <p:cBhvr additive="base">
                                            <p:cTn id="41" dur="1000" fill="hold"/>
                                            <p:tgtEl>
                                              <p:spTgt spid="21"/>
                                            </p:tgtEl>
                                            <p:attrNameLst>
                                              <p:attrName>ppt_x</p:attrName>
                                            </p:attrNameLst>
                                          </p:cBhvr>
                                          <p:tavLst>
                                            <p:tav tm="0">
                                              <p:val>
                                                <p:strVal val="0-#ppt_w/2"/>
                                              </p:val>
                                            </p:tav>
                                            <p:tav tm="100000">
                                              <p:val>
                                                <p:strVal val="#ppt_x"/>
                                              </p:val>
                                            </p:tav>
                                          </p:tavLst>
                                        </p:anim>
                                        <p:anim calcmode="lin" valueType="num">
                                          <p:cBhvr additive="base">
                                            <p:cTn id="42" dur="1000" fill="hold"/>
                                            <p:tgtEl>
                                              <p:spTgt spid="21"/>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250"/>
                                      </p:stCondLst>
                                      <p:childTnLst>
                                        <p:set>
                                          <p:cBhvr>
                                            <p:cTn id="44" dur="1" fill="hold">
                                              <p:stCondLst>
                                                <p:cond delay="0"/>
                                              </p:stCondLst>
                                            </p:cTn>
                                            <p:tgtEl>
                                              <p:spTgt spid="27"/>
                                            </p:tgtEl>
                                            <p:attrNameLst>
                                              <p:attrName>style.visibility</p:attrName>
                                            </p:attrNameLst>
                                          </p:cBhvr>
                                          <p:to>
                                            <p:strVal val="visible"/>
                                          </p:to>
                                        </p:set>
                                        <p:anim calcmode="lin" valueType="num">
                                          <p:cBhvr additive="base">
                                            <p:cTn id="45" dur="1000" fill="hold"/>
                                            <p:tgtEl>
                                              <p:spTgt spid="27"/>
                                            </p:tgtEl>
                                            <p:attrNameLst>
                                              <p:attrName>ppt_x</p:attrName>
                                            </p:attrNameLst>
                                          </p:cBhvr>
                                          <p:tavLst>
                                            <p:tav tm="0">
                                              <p:val>
                                                <p:strVal val="0-#ppt_w/2"/>
                                              </p:val>
                                            </p:tav>
                                            <p:tav tm="100000">
                                              <p:val>
                                                <p:strVal val="#ppt_x"/>
                                              </p:val>
                                            </p:tav>
                                          </p:tavLst>
                                        </p:anim>
                                        <p:anim calcmode="lin" valueType="num">
                                          <p:cBhvr additive="base">
                                            <p:cTn id="46" dur="1000" fill="hold"/>
                                            <p:tgtEl>
                                              <p:spTgt spid="27"/>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50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1000" fill="hold"/>
                                            <p:tgtEl>
                                              <p:spTgt spid="12"/>
                                            </p:tgtEl>
                                            <p:attrNameLst>
                                              <p:attrName>ppt_x</p:attrName>
                                            </p:attrNameLst>
                                          </p:cBhvr>
                                          <p:tavLst>
                                            <p:tav tm="0">
                                              <p:val>
                                                <p:strVal val="0-#ppt_w/2"/>
                                              </p:val>
                                            </p:tav>
                                            <p:tav tm="100000">
                                              <p:val>
                                                <p:strVal val="#ppt_x"/>
                                              </p:val>
                                            </p:tav>
                                          </p:tavLst>
                                        </p:anim>
                                        <p:anim calcmode="lin" valueType="num">
                                          <p:cBhvr additive="base">
                                            <p:cTn id="50" dur="1000" fill="hold"/>
                                            <p:tgtEl>
                                              <p:spTgt spid="12"/>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stCondLst>
                                        <p:cond delay="500"/>
                                      </p:stCondLst>
                                      <p:childTnLst>
                                        <p:set>
                                          <p:cBhvr>
                                            <p:cTn id="52" dur="1" fill="hold">
                                              <p:stCondLst>
                                                <p:cond delay="0"/>
                                              </p:stCondLst>
                                            </p:cTn>
                                            <p:tgtEl>
                                              <p:spTgt spid="22"/>
                                            </p:tgtEl>
                                            <p:attrNameLst>
                                              <p:attrName>style.visibility</p:attrName>
                                            </p:attrNameLst>
                                          </p:cBhvr>
                                          <p:to>
                                            <p:strVal val="visible"/>
                                          </p:to>
                                        </p:set>
                                        <p:anim calcmode="lin" valueType="num">
                                          <p:cBhvr additive="base">
                                            <p:cTn id="53" dur="1000" fill="hold"/>
                                            <p:tgtEl>
                                              <p:spTgt spid="22"/>
                                            </p:tgtEl>
                                            <p:attrNameLst>
                                              <p:attrName>ppt_x</p:attrName>
                                            </p:attrNameLst>
                                          </p:cBhvr>
                                          <p:tavLst>
                                            <p:tav tm="0">
                                              <p:val>
                                                <p:strVal val="0-#ppt_w/2"/>
                                              </p:val>
                                            </p:tav>
                                            <p:tav tm="100000">
                                              <p:val>
                                                <p:strVal val="#ppt_x"/>
                                              </p:val>
                                            </p:tav>
                                          </p:tavLst>
                                        </p:anim>
                                        <p:anim calcmode="lin" valueType="num">
                                          <p:cBhvr additive="base">
                                            <p:cTn id="54" dur="1000" fill="hold"/>
                                            <p:tgtEl>
                                              <p:spTgt spid="22"/>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500"/>
                                      </p:stCondLst>
                                      <p:childTnLst>
                                        <p:set>
                                          <p:cBhvr>
                                            <p:cTn id="56" dur="1" fill="hold">
                                              <p:stCondLst>
                                                <p:cond delay="0"/>
                                              </p:stCondLst>
                                            </p:cTn>
                                            <p:tgtEl>
                                              <p:spTgt spid="28"/>
                                            </p:tgtEl>
                                            <p:attrNameLst>
                                              <p:attrName>style.visibility</p:attrName>
                                            </p:attrNameLst>
                                          </p:cBhvr>
                                          <p:to>
                                            <p:strVal val="visible"/>
                                          </p:to>
                                        </p:set>
                                        <p:anim calcmode="lin" valueType="num">
                                          <p:cBhvr additive="base">
                                            <p:cTn id="57" dur="1000" fill="hold"/>
                                            <p:tgtEl>
                                              <p:spTgt spid="28"/>
                                            </p:tgtEl>
                                            <p:attrNameLst>
                                              <p:attrName>ppt_x</p:attrName>
                                            </p:attrNameLst>
                                          </p:cBhvr>
                                          <p:tavLst>
                                            <p:tav tm="0">
                                              <p:val>
                                                <p:strVal val="0-#ppt_w/2"/>
                                              </p:val>
                                            </p:tav>
                                            <p:tav tm="100000">
                                              <p:val>
                                                <p:strVal val="#ppt_x"/>
                                              </p:val>
                                            </p:tav>
                                          </p:tavLst>
                                        </p:anim>
                                        <p:anim calcmode="lin" valueType="num">
                                          <p:cBhvr additive="base">
                                            <p:cTn id="58" dur="1000" fill="hold"/>
                                            <p:tgtEl>
                                              <p:spTgt spid="28"/>
                                            </p:tgtEl>
                                            <p:attrNameLst>
                                              <p:attrName>ppt_y</p:attrName>
                                            </p:attrNameLst>
                                          </p:cBhvr>
                                          <p:tavLst>
                                            <p:tav tm="0">
                                              <p:val>
                                                <p:strVal val="#ppt_y"/>
                                              </p:val>
                                            </p:tav>
                                            <p:tav tm="100000">
                                              <p:val>
                                                <p:strVal val="#ppt_y"/>
                                              </p:val>
                                            </p:tav>
                                          </p:tavLst>
                                        </p:anim>
                                      </p:childTnLst>
                                    </p:cTn>
                                  </p:par>
                                  <p:par>
                                    <p:cTn id="59" presetID="2" presetClass="entr" presetSubtype="8" fill="hold" grpId="0" nodeType="withEffect">
                                      <p:stCondLst>
                                        <p:cond delay="750"/>
                                      </p:stCondLst>
                                      <p:childTnLst>
                                        <p:set>
                                          <p:cBhvr>
                                            <p:cTn id="60" dur="1" fill="hold">
                                              <p:stCondLst>
                                                <p:cond delay="0"/>
                                              </p:stCondLst>
                                            </p:cTn>
                                            <p:tgtEl>
                                              <p:spTgt spid="10"/>
                                            </p:tgtEl>
                                            <p:attrNameLst>
                                              <p:attrName>style.visibility</p:attrName>
                                            </p:attrNameLst>
                                          </p:cBhvr>
                                          <p:to>
                                            <p:strVal val="visible"/>
                                          </p:to>
                                        </p:set>
                                        <p:anim calcmode="lin" valueType="num">
                                          <p:cBhvr additive="base">
                                            <p:cTn id="61" dur="1000" fill="hold"/>
                                            <p:tgtEl>
                                              <p:spTgt spid="10"/>
                                            </p:tgtEl>
                                            <p:attrNameLst>
                                              <p:attrName>ppt_x</p:attrName>
                                            </p:attrNameLst>
                                          </p:cBhvr>
                                          <p:tavLst>
                                            <p:tav tm="0">
                                              <p:val>
                                                <p:strVal val="0-#ppt_w/2"/>
                                              </p:val>
                                            </p:tav>
                                            <p:tav tm="100000">
                                              <p:val>
                                                <p:strVal val="#ppt_x"/>
                                              </p:val>
                                            </p:tav>
                                          </p:tavLst>
                                        </p:anim>
                                        <p:anim calcmode="lin" valueType="num">
                                          <p:cBhvr additive="base">
                                            <p:cTn id="62" dur="1000" fill="hold"/>
                                            <p:tgtEl>
                                              <p:spTgt spid="10"/>
                                            </p:tgtEl>
                                            <p:attrNameLst>
                                              <p:attrName>ppt_y</p:attrName>
                                            </p:attrNameLst>
                                          </p:cBhvr>
                                          <p:tavLst>
                                            <p:tav tm="0">
                                              <p:val>
                                                <p:strVal val="#ppt_y"/>
                                              </p:val>
                                            </p:tav>
                                            <p:tav tm="100000">
                                              <p:val>
                                                <p:strVal val="#ppt_y"/>
                                              </p:val>
                                            </p:tav>
                                          </p:tavLst>
                                        </p:anim>
                                      </p:childTnLst>
                                    </p:cTn>
                                  </p:par>
                                  <p:par>
                                    <p:cTn id="63" presetID="2" presetClass="entr" presetSubtype="8" fill="hold" grpId="0" nodeType="withEffect">
                                      <p:stCondLst>
                                        <p:cond delay="750"/>
                                      </p:stCondLst>
                                      <p:childTnLst>
                                        <p:set>
                                          <p:cBhvr>
                                            <p:cTn id="64" dur="1" fill="hold">
                                              <p:stCondLst>
                                                <p:cond delay="0"/>
                                              </p:stCondLst>
                                            </p:cTn>
                                            <p:tgtEl>
                                              <p:spTgt spid="23"/>
                                            </p:tgtEl>
                                            <p:attrNameLst>
                                              <p:attrName>style.visibility</p:attrName>
                                            </p:attrNameLst>
                                          </p:cBhvr>
                                          <p:to>
                                            <p:strVal val="visible"/>
                                          </p:to>
                                        </p:set>
                                        <p:anim calcmode="lin" valueType="num">
                                          <p:cBhvr additive="base">
                                            <p:cTn id="65" dur="1000" fill="hold"/>
                                            <p:tgtEl>
                                              <p:spTgt spid="23"/>
                                            </p:tgtEl>
                                            <p:attrNameLst>
                                              <p:attrName>ppt_x</p:attrName>
                                            </p:attrNameLst>
                                          </p:cBhvr>
                                          <p:tavLst>
                                            <p:tav tm="0">
                                              <p:val>
                                                <p:strVal val="0-#ppt_w/2"/>
                                              </p:val>
                                            </p:tav>
                                            <p:tav tm="100000">
                                              <p:val>
                                                <p:strVal val="#ppt_x"/>
                                              </p:val>
                                            </p:tav>
                                          </p:tavLst>
                                        </p:anim>
                                        <p:anim calcmode="lin" valueType="num">
                                          <p:cBhvr additive="base">
                                            <p:cTn id="66" dur="1000" fill="hold"/>
                                            <p:tgtEl>
                                              <p:spTgt spid="23"/>
                                            </p:tgtEl>
                                            <p:attrNameLst>
                                              <p:attrName>ppt_y</p:attrName>
                                            </p:attrNameLst>
                                          </p:cBhvr>
                                          <p:tavLst>
                                            <p:tav tm="0">
                                              <p:val>
                                                <p:strVal val="#ppt_y"/>
                                              </p:val>
                                            </p:tav>
                                            <p:tav tm="100000">
                                              <p:val>
                                                <p:strVal val="#ppt_y"/>
                                              </p:val>
                                            </p:tav>
                                          </p:tavLst>
                                        </p:anim>
                                      </p:childTnLst>
                                    </p:cTn>
                                  </p:par>
                                  <p:par>
                                    <p:cTn id="67" presetID="2" presetClass="entr" presetSubtype="8" fill="hold" grpId="0" nodeType="withEffect">
                                      <p:stCondLst>
                                        <p:cond delay="750"/>
                                      </p:stCondLst>
                                      <p:childTnLst>
                                        <p:set>
                                          <p:cBhvr>
                                            <p:cTn id="68" dur="1" fill="hold">
                                              <p:stCondLst>
                                                <p:cond delay="0"/>
                                              </p:stCondLst>
                                            </p:cTn>
                                            <p:tgtEl>
                                              <p:spTgt spid="29"/>
                                            </p:tgtEl>
                                            <p:attrNameLst>
                                              <p:attrName>style.visibility</p:attrName>
                                            </p:attrNameLst>
                                          </p:cBhvr>
                                          <p:to>
                                            <p:strVal val="visible"/>
                                          </p:to>
                                        </p:set>
                                        <p:anim calcmode="lin" valueType="num">
                                          <p:cBhvr additive="base">
                                            <p:cTn id="69" dur="1000" fill="hold"/>
                                            <p:tgtEl>
                                              <p:spTgt spid="29"/>
                                            </p:tgtEl>
                                            <p:attrNameLst>
                                              <p:attrName>ppt_x</p:attrName>
                                            </p:attrNameLst>
                                          </p:cBhvr>
                                          <p:tavLst>
                                            <p:tav tm="0">
                                              <p:val>
                                                <p:strVal val="0-#ppt_w/2"/>
                                              </p:val>
                                            </p:tav>
                                            <p:tav tm="100000">
                                              <p:val>
                                                <p:strVal val="#ppt_x"/>
                                              </p:val>
                                            </p:tav>
                                          </p:tavLst>
                                        </p:anim>
                                        <p:anim calcmode="lin" valueType="num">
                                          <p:cBhvr additive="base">
                                            <p:cTn id="70" dur="1000" fill="hold"/>
                                            <p:tgtEl>
                                              <p:spTgt spid="29"/>
                                            </p:tgtEl>
                                            <p:attrNameLst>
                                              <p:attrName>ppt_y</p:attrName>
                                            </p:attrNameLst>
                                          </p:cBhvr>
                                          <p:tavLst>
                                            <p:tav tm="0">
                                              <p:val>
                                                <p:strVal val="#ppt_y"/>
                                              </p:val>
                                            </p:tav>
                                            <p:tav tm="100000">
                                              <p:val>
                                                <p:strVal val="#ppt_y"/>
                                              </p:val>
                                            </p:tav>
                                          </p:tavLst>
                                        </p:anim>
                                      </p:childTnLst>
                                    </p:cTn>
                                  </p:par>
                                  <p:par>
                                    <p:cTn id="71" presetID="2" presetClass="entr" presetSubtype="2" fill="hold" grpId="0" nodeType="withEffect">
                                      <p:stCondLst>
                                        <p:cond delay="100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1000" fill="hold"/>
                                            <p:tgtEl>
                                              <p:spTgt spid="17"/>
                                            </p:tgtEl>
                                            <p:attrNameLst>
                                              <p:attrName>ppt_x</p:attrName>
                                            </p:attrNameLst>
                                          </p:cBhvr>
                                          <p:tavLst>
                                            <p:tav tm="0">
                                              <p:val>
                                                <p:strVal val="1+#ppt_w/2"/>
                                              </p:val>
                                            </p:tav>
                                            <p:tav tm="100000">
                                              <p:val>
                                                <p:strVal val="#ppt_x"/>
                                              </p:val>
                                            </p:tav>
                                          </p:tavLst>
                                        </p:anim>
                                        <p:anim calcmode="lin" valueType="num">
                                          <p:cBhvr additive="base">
                                            <p:cTn id="74" dur="1000" fill="hold"/>
                                            <p:tgtEl>
                                              <p:spTgt spid="17"/>
                                            </p:tgtEl>
                                            <p:attrNameLst>
                                              <p:attrName>ppt_y</p:attrName>
                                            </p:attrNameLst>
                                          </p:cBhvr>
                                          <p:tavLst>
                                            <p:tav tm="0">
                                              <p:val>
                                                <p:strVal val="#ppt_y"/>
                                              </p:val>
                                            </p:tav>
                                            <p:tav tm="100000">
                                              <p:val>
                                                <p:strVal val="#ppt_y"/>
                                              </p:val>
                                            </p:tav>
                                          </p:tavLst>
                                        </p:anim>
                                      </p:childTnLst>
                                    </p:cTn>
                                  </p:par>
                                  <p:par>
                                    <p:cTn id="75" presetID="2" presetClass="entr" presetSubtype="2" fill="hold" grpId="0" nodeType="withEffect">
                                      <p:stCondLst>
                                        <p:cond delay="100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1000" fill="hold"/>
                                            <p:tgtEl>
                                              <p:spTgt spid="24"/>
                                            </p:tgtEl>
                                            <p:attrNameLst>
                                              <p:attrName>ppt_x</p:attrName>
                                            </p:attrNameLst>
                                          </p:cBhvr>
                                          <p:tavLst>
                                            <p:tav tm="0">
                                              <p:val>
                                                <p:strVal val="1+#ppt_w/2"/>
                                              </p:val>
                                            </p:tav>
                                            <p:tav tm="100000">
                                              <p:val>
                                                <p:strVal val="#ppt_x"/>
                                              </p:val>
                                            </p:tav>
                                          </p:tavLst>
                                        </p:anim>
                                        <p:anim calcmode="lin" valueType="num">
                                          <p:cBhvr additive="base">
                                            <p:cTn id="78" dur="1000" fill="hold"/>
                                            <p:tgtEl>
                                              <p:spTgt spid="24"/>
                                            </p:tgtEl>
                                            <p:attrNameLst>
                                              <p:attrName>ppt_y</p:attrName>
                                            </p:attrNameLst>
                                          </p:cBhvr>
                                          <p:tavLst>
                                            <p:tav tm="0">
                                              <p:val>
                                                <p:strVal val="#ppt_y"/>
                                              </p:val>
                                            </p:tav>
                                            <p:tav tm="100000">
                                              <p:val>
                                                <p:strVal val="#ppt_y"/>
                                              </p:val>
                                            </p:tav>
                                          </p:tavLst>
                                        </p:anim>
                                      </p:childTnLst>
                                    </p:cTn>
                                  </p:par>
                                  <p:par>
                                    <p:cTn id="79" presetID="2" presetClass="entr" presetSubtype="2" fill="hold" grpId="0" nodeType="withEffect">
                                      <p:stCondLst>
                                        <p:cond delay="1000"/>
                                      </p:stCondLst>
                                      <p:childTnLst>
                                        <p:set>
                                          <p:cBhvr>
                                            <p:cTn id="80" dur="1" fill="hold">
                                              <p:stCondLst>
                                                <p:cond delay="0"/>
                                              </p:stCondLst>
                                            </p:cTn>
                                            <p:tgtEl>
                                              <p:spTgt spid="30"/>
                                            </p:tgtEl>
                                            <p:attrNameLst>
                                              <p:attrName>style.visibility</p:attrName>
                                            </p:attrNameLst>
                                          </p:cBhvr>
                                          <p:to>
                                            <p:strVal val="visible"/>
                                          </p:to>
                                        </p:set>
                                        <p:anim calcmode="lin" valueType="num">
                                          <p:cBhvr additive="base">
                                            <p:cTn id="81" dur="1000" fill="hold"/>
                                            <p:tgtEl>
                                              <p:spTgt spid="30"/>
                                            </p:tgtEl>
                                            <p:attrNameLst>
                                              <p:attrName>ppt_x</p:attrName>
                                            </p:attrNameLst>
                                          </p:cBhvr>
                                          <p:tavLst>
                                            <p:tav tm="0">
                                              <p:val>
                                                <p:strVal val="1+#ppt_w/2"/>
                                              </p:val>
                                            </p:tav>
                                            <p:tav tm="100000">
                                              <p:val>
                                                <p:strVal val="#ppt_x"/>
                                              </p:val>
                                            </p:tav>
                                          </p:tavLst>
                                        </p:anim>
                                        <p:anim calcmode="lin" valueType="num">
                                          <p:cBhvr additive="base">
                                            <p:cTn id="82" dur="1000" fill="hold"/>
                                            <p:tgtEl>
                                              <p:spTgt spid="30"/>
                                            </p:tgtEl>
                                            <p:attrNameLst>
                                              <p:attrName>ppt_y</p:attrName>
                                            </p:attrNameLst>
                                          </p:cBhvr>
                                          <p:tavLst>
                                            <p:tav tm="0">
                                              <p:val>
                                                <p:strVal val="#ppt_y"/>
                                              </p:val>
                                            </p:tav>
                                            <p:tav tm="100000">
                                              <p:val>
                                                <p:strVal val="#ppt_y"/>
                                              </p:val>
                                            </p:tav>
                                          </p:tavLst>
                                        </p:anim>
                                      </p:childTnLst>
                                    </p:cTn>
                                  </p:par>
                                  <p:par>
                                    <p:cTn id="83" presetID="2" presetClass="entr" presetSubtype="2" fill="hold" grpId="0" nodeType="withEffect">
                                      <p:stCondLst>
                                        <p:cond delay="1250"/>
                                      </p:stCondLst>
                                      <p:childTnLst>
                                        <p:set>
                                          <p:cBhvr>
                                            <p:cTn id="84" dur="1" fill="hold">
                                              <p:stCondLst>
                                                <p:cond delay="0"/>
                                              </p:stCondLst>
                                            </p:cTn>
                                            <p:tgtEl>
                                              <p:spTgt spid="15"/>
                                            </p:tgtEl>
                                            <p:attrNameLst>
                                              <p:attrName>style.visibility</p:attrName>
                                            </p:attrNameLst>
                                          </p:cBhvr>
                                          <p:to>
                                            <p:strVal val="visible"/>
                                          </p:to>
                                        </p:set>
                                        <p:anim calcmode="lin" valueType="num">
                                          <p:cBhvr additive="base">
                                            <p:cTn id="85" dur="1000" fill="hold"/>
                                            <p:tgtEl>
                                              <p:spTgt spid="15"/>
                                            </p:tgtEl>
                                            <p:attrNameLst>
                                              <p:attrName>ppt_x</p:attrName>
                                            </p:attrNameLst>
                                          </p:cBhvr>
                                          <p:tavLst>
                                            <p:tav tm="0">
                                              <p:val>
                                                <p:strVal val="1+#ppt_w/2"/>
                                              </p:val>
                                            </p:tav>
                                            <p:tav tm="100000">
                                              <p:val>
                                                <p:strVal val="#ppt_x"/>
                                              </p:val>
                                            </p:tav>
                                          </p:tavLst>
                                        </p:anim>
                                        <p:anim calcmode="lin" valueType="num">
                                          <p:cBhvr additive="base">
                                            <p:cTn id="86" dur="1000" fill="hold"/>
                                            <p:tgtEl>
                                              <p:spTgt spid="15"/>
                                            </p:tgtEl>
                                            <p:attrNameLst>
                                              <p:attrName>ppt_y</p:attrName>
                                            </p:attrNameLst>
                                          </p:cBhvr>
                                          <p:tavLst>
                                            <p:tav tm="0">
                                              <p:val>
                                                <p:strVal val="#ppt_y"/>
                                              </p:val>
                                            </p:tav>
                                            <p:tav tm="100000">
                                              <p:val>
                                                <p:strVal val="#ppt_y"/>
                                              </p:val>
                                            </p:tav>
                                          </p:tavLst>
                                        </p:anim>
                                      </p:childTnLst>
                                    </p:cTn>
                                  </p:par>
                                  <p:par>
                                    <p:cTn id="87" presetID="2" presetClass="entr" presetSubtype="2" fill="hold" grpId="0" nodeType="withEffect">
                                      <p:stCondLst>
                                        <p:cond delay="1250"/>
                                      </p:stCondLst>
                                      <p:childTnLst>
                                        <p:set>
                                          <p:cBhvr>
                                            <p:cTn id="88" dur="1" fill="hold">
                                              <p:stCondLst>
                                                <p:cond delay="0"/>
                                              </p:stCondLst>
                                            </p:cTn>
                                            <p:tgtEl>
                                              <p:spTgt spid="25"/>
                                            </p:tgtEl>
                                            <p:attrNameLst>
                                              <p:attrName>style.visibility</p:attrName>
                                            </p:attrNameLst>
                                          </p:cBhvr>
                                          <p:to>
                                            <p:strVal val="visible"/>
                                          </p:to>
                                        </p:set>
                                        <p:anim calcmode="lin" valueType="num">
                                          <p:cBhvr additive="base">
                                            <p:cTn id="89" dur="1000" fill="hold"/>
                                            <p:tgtEl>
                                              <p:spTgt spid="25"/>
                                            </p:tgtEl>
                                            <p:attrNameLst>
                                              <p:attrName>ppt_x</p:attrName>
                                            </p:attrNameLst>
                                          </p:cBhvr>
                                          <p:tavLst>
                                            <p:tav tm="0">
                                              <p:val>
                                                <p:strVal val="1+#ppt_w/2"/>
                                              </p:val>
                                            </p:tav>
                                            <p:tav tm="100000">
                                              <p:val>
                                                <p:strVal val="#ppt_x"/>
                                              </p:val>
                                            </p:tav>
                                          </p:tavLst>
                                        </p:anim>
                                        <p:anim calcmode="lin" valueType="num">
                                          <p:cBhvr additive="base">
                                            <p:cTn id="90" dur="1000" fill="hold"/>
                                            <p:tgtEl>
                                              <p:spTgt spid="25"/>
                                            </p:tgtEl>
                                            <p:attrNameLst>
                                              <p:attrName>ppt_y</p:attrName>
                                            </p:attrNameLst>
                                          </p:cBhvr>
                                          <p:tavLst>
                                            <p:tav tm="0">
                                              <p:val>
                                                <p:strVal val="#ppt_y"/>
                                              </p:val>
                                            </p:tav>
                                            <p:tav tm="100000">
                                              <p:val>
                                                <p:strVal val="#ppt_y"/>
                                              </p:val>
                                            </p:tav>
                                          </p:tavLst>
                                        </p:anim>
                                      </p:childTnLst>
                                    </p:cTn>
                                  </p:par>
                                  <p:par>
                                    <p:cTn id="91" presetID="2" presetClass="entr" presetSubtype="2" fill="hold" grpId="0" nodeType="withEffect">
                                      <p:stCondLst>
                                        <p:cond delay="1250"/>
                                      </p:stCondLst>
                                      <p:childTnLst>
                                        <p:set>
                                          <p:cBhvr>
                                            <p:cTn id="92" dur="1" fill="hold">
                                              <p:stCondLst>
                                                <p:cond delay="0"/>
                                              </p:stCondLst>
                                            </p:cTn>
                                            <p:tgtEl>
                                              <p:spTgt spid="31"/>
                                            </p:tgtEl>
                                            <p:attrNameLst>
                                              <p:attrName>style.visibility</p:attrName>
                                            </p:attrNameLst>
                                          </p:cBhvr>
                                          <p:to>
                                            <p:strVal val="visible"/>
                                          </p:to>
                                        </p:set>
                                        <p:anim calcmode="lin" valueType="num">
                                          <p:cBhvr additive="base">
                                            <p:cTn id="93" dur="1000" fill="hold"/>
                                            <p:tgtEl>
                                              <p:spTgt spid="31"/>
                                            </p:tgtEl>
                                            <p:attrNameLst>
                                              <p:attrName>ppt_x</p:attrName>
                                            </p:attrNameLst>
                                          </p:cBhvr>
                                          <p:tavLst>
                                            <p:tav tm="0">
                                              <p:val>
                                                <p:strVal val="1+#ppt_w/2"/>
                                              </p:val>
                                            </p:tav>
                                            <p:tav tm="100000">
                                              <p:val>
                                                <p:strVal val="#ppt_x"/>
                                              </p:val>
                                            </p:tav>
                                          </p:tavLst>
                                        </p:anim>
                                        <p:anim calcmode="lin" valueType="num">
                                          <p:cBhvr additive="base">
                                            <p:cTn id="94" dur="1000" fill="hold"/>
                                            <p:tgtEl>
                                              <p:spTgt spid="31"/>
                                            </p:tgtEl>
                                            <p:attrNameLst>
                                              <p:attrName>ppt_y</p:attrName>
                                            </p:attrNameLst>
                                          </p:cBhvr>
                                          <p:tavLst>
                                            <p:tav tm="0">
                                              <p:val>
                                                <p:strVal val="#ppt_y"/>
                                              </p:val>
                                            </p:tav>
                                            <p:tav tm="100000">
                                              <p:val>
                                                <p:strVal val="#ppt_y"/>
                                              </p:val>
                                            </p:tav>
                                          </p:tavLst>
                                        </p:anim>
                                      </p:childTnLst>
                                    </p:cTn>
                                  </p:par>
                                  <p:par>
                                    <p:cTn id="95" presetID="2" presetClass="entr" presetSubtype="2" fill="hold" grpId="0" nodeType="withEffect">
                                      <p:stCondLst>
                                        <p:cond delay="1500"/>
                                      </p:stCondLst>
                                      <p:childTnLst>
                                        <p:set>
                                          <p:cBhvr>
                                            <p:cTn id="96" dur="1" fill="hold">
                                              <p:stCondLst>
                                                <p:cond delay="0"/>
                                              </p:stCondLst>
                                            </p:cTn>
                                            <p:tgtEl>
                                              <p:spTgt spid="19"/>
                                            </p:tgtEl>
                                            <p:attrNameLst>
                                              <p:attrName>style.visibility</p:attrName>
                                            </p:attrNameLst>
                                          </p:cBhvr>
                                          <p:to>
                                            <p:strVal val="visible"/>
                                          </p:to>
                                        </p:set>
                                        <p:anim calcmode="lin" valueType="num">
                                          <p:cBhvr additive="base">
                                            <p:cTn id="97" dur="1000" fill="hold"/>
                                            <p:tgtEl>
                                              <p:spTgt spid="19"/>
                                            </p:tgtEl>
                                            <p:attrNameLst>
                                              <p:attrName>ppt_x</p:attrName>
                                            </p:attrNameLst>
                                          </p:cBhvr>
                                          <p:tavLst>
                                            <p:tav tm="0">
                                              <p:val>
                                                <p:strVal val="1+#ppt_w/2"/>
                                              </p:val>
                                            </p:tav>
                                            <p:tav tm="100000">
                                              <p:val>
                                                <p:strVal val="#ppt_x"/>
                                              </p:val>
                                            </p:tav>
                                          </p:tavLst>
                                        </p:anim>
                                        <p:anim calcmode="lin" valueType="num">
                                          <p:cBhvr additive="base">
                                            <p:cTn id="98" dur="1000" fill="hold"/>
                                            <p:tgtEl>
                                              <p:spTgt spid="19"/>
                                            </p:tgtEl>
                                            <p:attrNameLst>
                                              <p:attrName>ppt_y</p:attrName>
                                            </p:attrNameLst>
                                          </p:cBhvr>
                                          <p:tavLst>
                                            <p:tav tm="0">
                                              <p:val>
                                                <p:strVal val="#ppt_y"/>
                                              </p:val>
                                            </p:tav>
                                            <p:tav tm="100000">
                                              <p:val>
                                                <p:strVal val="#ppt_y"/>
                                              </p:val>
                                            </p:tav>
                                          </p:tavLst>
                                        </p:anim>
                                      </p:childTnLst>
                                    </p:cTn>
                                  </p:par>
                                  <p:par>
                                    <p:cTn id="99" presetID="2" presetClass="entr" presetSubtype="2" fill="hold" grpId="0" nodeType="withEffect">
                                      <p:stCondLst>
                                        <p:cond delay="1500"/>
                                      </p:stCondLst>
                                      <p:childTnLst>
                                        <p:set>
                                          <p:cBhvr>
                                            <p:cTn id="100" dur="1" fill="hold">
                                              <p:stCondLst>
                                                <p:cond delay="0"/>
                                              </p:stCondLst>
                                            </p:cTn>
                                            <p:tgtEl>
                                              <p:spTgt spid="26"/>
                                            </p:tgtEl>
                                            <p:attrNameLst>
                                              <p:attrName>style.visibility</p:attrName>
                                            </p:attrNameLst>
                                          </p:cBhvr>
                                          <p:to>
                                            <p:strVal val="visible"/>
                                          </p:to>
                                        </p:set>
                                        <p:anim calcmode="lin" valueType="num">
                                          <p:cBhvr additive="base">
                                            <p:cTn id="101" dur="1000" fill="hold"/>
                                            <p:tgtEl>
                                              <p:spTgt spid="26"/>
                                            </p:tgtEl>
                                            <p:attrNameLst>
                                              <p:attrName>ppt_x</p:attrName>
                                            </p:attrNameLst>
                                          </p:cBhvr>
                                          <p:tavLst>
                                            <p:tav tm="0">
                                              <p:val>
                                                <p:strVal val="1+#ppt_w/2"/>
                                              </p:val>
                                            </p:tav>
                                            <p:tav tm="100000">
                                              <p:val>
                                                <p:strVal val="#ppt_x"/>
                                              </p:val>
                                            </p:tav>
                                          </p:tavLst>
                                        </p:anim>
                                        <p:anim calcmode="lin" valueType="num">
                                          <p:cBhvr additive="base">
                                            <p:cTn id="102" dur="1000" fill="hold"/>
                                            <p:tgtEl>
                                              <p:spTgt spid="26"/>
                                            </p:tgtEl>
                                            <p:attrNameLst>
                                              <p:attrName>ppt_y</p:attrName>
                                            </p:attrNameLst>
                                          </p:cBhvr>
                                          <p:tavLst>
                                            <p:tav tm="0">
                                              <p:val>
                                                <p:strVal val="#ppt_y"/>
                                              </p:val>
                                            </p:tav>
                                            <p:tav tm="100000">
                                              <p:val>
                                                <p:strVal val="#ppt_y"/>
                                              </p:val>
                                            </p:tav>
                                          </p:tavLst>
                                        </p:anim>
                                      </p:childTnLst>
                                    </p:cTn>
                                  </p:par>
                                  <p:par>
                                    <p:cTn id="103" presetID="2" presetClass="entr" presetSubtype="2" fill="hold" grpId="0" nodeType="withEffect">
                                      <p:stCondLst>
                                        <p:cond delay="1500"/>
                                      </p:stCondLst>
                                      <p:childTnLst>
                                        <p:set>
                                          <p:cBhvr>
                                            <p:cTn id="104" dur="1" fill="hold">
                                              <p:stCondLst>
                                                <p:cond delay="0"/>
                                              </p:stCondLst>
                                            </p:cTn>
                                            <p:tgtEl>
                                              <p:spTgt spid="32"/>
                                            </p:tgtEl>
                                            <p:attrNameLst>
                                              <p:attrName>style.visibility</p:attrName>
                                            </p:attrNameLst>
                                          </p:cBhvr>
                                          <p:to>
                                            <p:strVal val="visible"/>
                                          </p:to>
                                        </p:set>
                                        <p:anim calcmode="lin" valueType="num">
                                          <p:cBhvr additive="base">
                                            <p:cTn id="105" dur="1000" fill="hold"/>
                                            <p:tgtEl>
                                              <p:spTgt spid="32"/>
                                            </p:tgtEl>
                                            <p:attrNameLst>
                                              <p:attrName>ppt_x</p:attrName>
                                            </p:attrNameLst>
                                          </p:cBhvr>
                                          <p:tavLst>
                                            <p:tav tm="0">
                                              <p:val>
                                                <p:strVal val="1+#ppt_w/2"/>
                                              </p:val>
                                            </p:tav>
                                            <p:tav tm="100000">
                                              <p:val>
                                                <p:strVal val="#ppt_x"/>
                                              </p:val>
                                            </p:tav>
                                          </p:tavLst>
                                        </p:anim>
                                        <p:anim calcmode="lin" valueType="num">
                                          <p:cBhvr additive="base">
                                            <p:cTn id="106" dur="10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Graphic spid="6" grpId="0">
            <p:bldAsOne/>
          </p:bldGraphic>
          <p:bldGraphic spid="5" grpId="0">
            <p:bldAsOne/>
          </p:bldGraphic>
          <p:bldGraphic spid="4" grpId="0">
            <p:bldAsOne/>
          </p:bldGraphic>
          <p:bldGraphic spid="3" grpId="0">
            <p:bldAsOne/>
          </p:bldGraphic>
          <p:bldGraphic spid="2" grpId="0">
            <p:bldAsOne/>
          </p:bldGraphic>
          <p:bldP spid="10" grpId="0"/>
          <p:bldP spid="12" grpId="0"/>
          <p:bldP spid="14" grpId="0"/>
          <p:bldP spid="15" grpId="0"/>
          <p:bldP spid="17" grpId="0"/>
          <p:bldP spid="19" grpId="0"/>
          <p:bldP spid="21" grpId="0"/>
          <p:bldP spid="22" grpId="0"/>
          <p:bldP spid="23" grpId="0"/>
          <p:bldP spid="24" grpId="0"/>
          <p:bldP spid="25" grpId="0"/>
          <p:bldP spid="26" grpId="0"/>
          <p:bldP spid="27" grpId="0"/>
          <p:bldP spid="28" grpId="0"/>
          <p:bldP spid="29" grpId="0"/>
          <p:bldP spid="30" grpId="0"/>
          <p:bldP spid="31" grpId="0"/>
          <p:bldP spid="32" grpId="0"/>
        </p:bldLst>
      </p:timing>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C8A2030B-0348-4DE3-A754-88FE8A4235A5}"/>
              </a:ext>
            </a:extLst>
          </p:cNvPr>
          <p:cNvGraphicFramePr/>
          <p:nvPr>
            <p:extLst>
              <p:ext uri="{D42A27DB-BD31-4B8C-83A1-F6EECF244321}">
                <p14:modId xmlns:p14="http://schemas.microsoft.com/office/powerpoint/2010/main" val="1071009881"/>
              </p:ext>
            </p:extLst>
          </p:nvPr>
        </p:nvGraphicFramePr>
        <p:xfrm>
          <a:off x="2676269" y="1434003"/>
          <a:ext cx="6839462" cy="4559642"/>
        </p:xfrm>
        <a:graphic>
          <a:graphicData uri="http://schemas.openxmlformats.org/drawingml/2006/chart">
            <c:chart xmlns:c="http://schemas.openxmlformats.org/drawingml/2006/chart" xmlns:r="http://schemas.openxmlformats.org/officeDocument/2006/relationships" r:id="rId2"/>
          </a:graphicData>
        </a:graphic>
      </p:graphicFrame>
      <p:grpSp>
        <p:nvGrpSpPr>
          <p:cNvPr id="2" name="Group 1">
            <a:extLst>
              <a:ext uri="{FF2B5EF4-FFF2-40B4-BE49-F238E27FC236}">
                <a16:creationId xmlns:a16="http://schemas.microsoft.com/office/drawing/2014/main" id="{4D7819DD-B2AF-43AD-8DF6-2644133CFC12}"/>
              </a:ext>
            </a:extLst>
          </p:cNvPr>
          <p:cNvGrpSpPr/>
          <p:nvPr/>
        </p:nvGrpSpPr>
        <p:grpSpPr>
          <a:xfrm>
            <a:off x="5279177" y="2889465"/>
            <a:ext cx="1672952" cy="1675538"/>
            <a:chOff x="5279177" y="2889465"/>
            <a:chExt cx="1672952" cy="1675538"/>
          </a:xfrm>
        </p:grpSpPr>
        <p:grpSp>
          <p:nvGrpSpPr>
            <p:cNvPr id="6" name="Group 5">
              <a:extLst>
                <a:ext uri="{FF2B5EF4-FFF2-40B4-BE49-F238E27FC236}">
                  <a16:creationId xmlns:a16="http://schemas.microsoft.com/office/drawing/2014/main" id="{D9E2D68D-8E88-45F6-90BA-2A7899D32A38}"/>
                </a:ext>
              </a:extLst>
            </p:cNvPr>
            <p:cNvGrpSpPr/>
            <p:nvPr/>
          </p:nvGrpSpPr>
          <p:grpSpPr>
            <a:xfrm>
              <a:off x="5279177" y="2889465"/>
              <a:ext cx="1672952" cy="1675538"/>
              <a:chOff x="6345238" y="4948238"/>
              <a:chExt cx="1027113" cy="1028700"/>
            </a:xfrm>
            <a:effectLst>
              <a:outerShdw blurRad="431800" dist="292100" dir="2700000" sx="102000" sy="102000" algn="tl" rotWithShape="0">
                <a:prstClr val="black">
                  <a:alpha val="40000"/>
                </a:prstClr>
              </a:outerShdw>
            </a:effectLst>
          </p:grpSpPr>
          <p:sp>
            <p:nvSpPr>
              <p:cNvPr id="7" name="Oval 56">
                <a:extLst>
                  <a:ext uri="{FF2B5EF4-FFF2-40B4-BE49-F238E27FC236}">
                    <a16:creationId xmlns:a16="http://schemas.microsoft.com/office/drawing/2014/main" id="{B82220A6-9A39-474A-A114-D036EB553703}"/>
                  </a:ext>
                </a:extLst>
              </p:cNvPr>
              <p:cNvSpPr>
                <a:spLocks noChangeArrowheads="1"/>
              </p:cNvSpPr>
              <p:nvPr/>
            </p:nvSpPr>
            <p:spPr bwMode="auto">
              <a:xfrm>
                <a:off x="6345238" y="4948238"/>
                <a:ext cx="1027113" cy="1028700"/>
              </a:xfrm>
              <a:prstGeom prst="ellipse">
                <a:avLst/>
              </a:prstGeom>
              <a:gradFill flip="none" rotWithShape="1">
                <a:gsLst>
                  <a:gs pos="0">
                    <a:schemeClr val="bg2">
                      <a:shade val="30000"/>
                      <a:satMod val="115000"/>
                    </a:schemeClr>
                  </a:gs>
                  <a:gs pos="100000">
                    <a:schemeClr val="bg2">
                      <a:shade val="100000"/>
                      <a:satMod val="115000"/>
                    </a:schemeClr>
                  </a:gs>
                </a:gsLst>
                <a:lin ang="13500000" scaled="1"/>
                <a:tileRect/>
              </a:gradFill>
              <a:ln>
                <a:noFill/>
              </a:ln>
            </p:spPr>
            <p:txBody>
              <a:bodyPr vert="horz" wrap="square" lIns="91440" tIns="45720" rIns="91440" bIns="45720" numCol="1" anchor="t" anchorCtr="0" compatLnSpc="1">
                <a:prstTxWarp prst="textNoShape">
                  <a:avLst/>
                </a:prstTxWarp>
              </a:bodyPr>
              <a:lstStyle/>
              <a:p>
                <a:endParaRPr lang="ru-UA"/>
              </a:p>
            </p:txBody>
          </p:sp>
          <p:sp>
            <p:nvSpPr>
              <p:cNvPr id="8" name="Oval 57">
                <a:extLst>
                  <a:ext uri="{FF2B5EF4-FFF2-40B4-BE49-F238E27FC236}">
                    <a16:creationId xmlns:a16="http://schemas.microsoft.com/office/drawing/2014/main" id="{D3FDA71C-7720-407D-B53D-19310BA79AAB}"/>
                  </a:ext>
                </a:extLst>
              </p:cNvPr>
              <p:cNvSpPr>
                <a:spLocks noChangeArrowheads="1"/>
              </p:cNvSpPr>
              <p:nvPr/>
            </p:nvSpPr>
            <p:spPr bwMode="auto">
              <a:xfrm>
                <a:off x="6359525" y="4962526"/>
                <a:ext cx="998538" cy="1000125"/>
              </a:xfrm>
              <a:prstGeom prst="ellipse">
                <a:avLst/>
              </a:prstGeom>
              <a:solidFill>
                <a:schemeClr val="bg2">
                  <a:lumMod val="95000"/>
                </a:schemeClr>
              </a:solidFill>
              <a:ln>
                <a:noFill/>
              </a:ln>
            </p:spPr>
            <p:txBody>
              <a:bodyPr vert="horz" wrap="square" lIns="91440" tIns="45720" rIns="91440" bIns="45720" numCol="1" anchor="t" anchorCtr="0" compatLnSpc="1">
                <a:prstTxWarp prst="textNoShape">
                  <a:avLst/>
                </a:prstTxWarp>
              </a:bodyPr>
              <a:lstStyle/>
              <a:p>
                <a:endParaRPr lang="ru-UA"/>
              </a:p>
            </p:txBody>
          </p:sp>
        </p:grpSp>
        <p:sp>
          <p:nvSpPr>
            <p:cNvPr id="9" name="Freeform 18">
              <a:extLst>
                <a:ext uri="{FF2B5EF4-FFF2-40B4-BE49-F238E27FC236}">
                  <a16:creationId xmlns:a16="http://schemas.microsoft.com/office/drawing/2014/main" id="{B01B1EA4-BC43-41FA-A751-AAACCDBA15AA}"/>
                </a:ext>
              </a:extLst>
            </p:cNvPr>
            <p:cNvSpPr>
              <a:spLocks noEditPoints="1"/>
            </p:cNvSpPr>
            <p:nvPr/>
          </p:nvSpPr>
          <p:spPr bwMode="auto">
            <a:xfrm>
              <a:off x="5836443" y="3175219"/>
              <a:ext cx="538163" cy="617538"/>
            </a:xfrm>
            <a:custGeom>
              <a:avLst/>
              <a:gdLst>
                <a:gd name="T0" fmla="*/ 45 w 140"/>
                <a:gd name="T1" fmla="*/ 123 h 158"/>
                <a:gd name="T2" fmla="*/ 34 w 140"/>
                <a:gd name="T3" fmla="*/ 95 h 158"/>
                <a:gd name="T4" fmla="*/ 27 w 140"/>
                <a:gd name="T5" fmla="*/ 71 h 158"/>
                <a:gd name="T6" fmla="*/ 70 w 140"/>
                <a:gd name="T7" fmla="*/ 27 h 158"/>
                <a:gd name="T8" fmla="*/ 114 w 140"/>
                <a:gd name="T9" fmla="*/ 71 h 158"/>
                <a:gd name="T10" fmla="*/ 107 w 140"/>
                <a:gd name="T11" fmla="*/ 95 h 158"/>
                <a:gd name="T12" fmla="*/ 95 w 140"/>
                <a:gd name="T13" fmla="*/ 118 h 158"/>
                <a:gd name="T14" fmla="*/ 70 w 140"/>
                <a:gd name="T15" fmla="*/ 44 h 158"/>
                <a:gd name="T16" fmla="*/ 44 w 140"/>
                <a:gd name="T17" fmla="*/ 70 h 158"/>
                <a:gd name="T18" fmla="*/ 70 w 140"/>
                <a:gd name="T19" fmla="*/ 96 h 158"/>
                <a:gd name="T20" fmla="*/ 96 w 140"/>
                <a:gd name="T21" fmla="*/ 70 h 158"/>
                <a:gd name="T22" fmla="*/ 70 w 140"/>
                <a:gd name="T23" fmla="*/ 44 h 158"/>
                <a:gd name="T24" fmla="*/ 60 w 140"/>
                <a:gd name="T25" fmla="*/ 74 h 158"/>
                <a:gd name="T26" fmla="*/ 67 w 140"/>
                <a:gd name="T27" fmla="*/ 83 h 158"/>
                <a:gd name="T28" fmla="*/ 80 w 140"/>
                <a:gd name="T29" fmla="*/ 62 h 158"/>
                <a:gd name="T30" fmla="*/ 70 w 140"/>
                <a:gd name="T31" fmla="*/ 13 h 158"/>
                <a:gd name="T32" fmla="*/ 70 w 140"/>
                <a:gd name="T33" fmla="*/ 0 h 158"/>
                <a:gd name="T34" fmla="*/ 42 w 140"/>
                <a:gd name="T35" fmla="*/ 21 h 158"/>
                <a:gd name="T36" fmla="*/ 35 w 140"/>
                <a:gd name="T37" fmla="*/ 9 h 158"/>
                <a:gd name="T38" fmla="*/ 10 w 140"/>
                <a:gd name="T39" fmla="*/ 35 h 158"/>
                <a:gd name="T40" fmla="*/ 21 w 140"/>
                <a:gd name="T41" fmla="*/ 42 h 158"/>
                <a:gd name="T42" fmla="*/ 0 w 140"/>
                <a:gd name="T43" fmla="*/ 70 h 158"/>
                <a:gd name="T44" fmla="*/ 14 w 140"/>
                <a:gd name="T45" fmla="*/ 70 h 158"/>
                <a:gd name="T46" fmla="*/ 105 w 140"/>
                <a:gd name="T47" fmla="*/ 9 h 158"/>
                <a:gd name="T48" fmla="*/ 98 w 140"/>
                <a:gd name="T49" fmla="*/ 21 h 158"/>
                <a:gd name="T50" fmla="*/ 131 w 140"/>
                <a:gd name="T51" fmla="*/ 35 h 158"/>
                <a:gd name="T52" fmla="*/ 119 w 140"/>
                <a:gd name="T53" fmla="*/ 42 h 158"/>
                <a:gd name="T54" fmla="*/ 126 w 140"/>
                <a:gd name="T55" fmla="*/ 70 h 158"/>
                <a:gd name="T56" fmla="*/ 140 w 140"/>
                <a:gd name="T57" fmla="*/ 70 h 158"/>
                <a:gd name="T58" fmla="*/ 86 w 140"/>
                <a:gd name="T59" fmla="*/ 127 h 158"/>
                <a:gd name="T60" fmla="*/ 51 w 140"/>
                <a:gd name="T61" fmla="*/ 136 h 158"/>
                <a:gd name="T62" fmla="*/ 47 w 140"/>
                <a:gd name="T63" fmla="*/ 142 h 158"/>
                <a:gd name="T64" fmla="*/ 53 w 140"/>
                <a:gd name="T65" fmla="*/ 148 h 158"/>
                <a:gd name="T66" fmla="*/ 56 w 140"/>
                <a:gd name="T67" fmla="*/ 147 h 158"/>
                <a:gd name="T68" fmla="*/ 86 w 140"/>
                <a:gd name="T69" fmla="*/ 139 h 158"/>
                <a:gd name="T70" fmla="*/ 86 w 140"/>
                <a:gd name="T71" fmla="*/ 139 h 158"/>
                <a:gd name="T72" fmla="*/ 87 w 140"/>
                <a:gd name="T73" fmla="*/ 139 h 158"/>
                <a:gd name="T74" fmla="*/ 93 w 140"/>
                <a:gd name="T75" fmla="*/ 144 h 158"/>
                <a:gd name="T76" fmla="*/ 89 w 140"/>
                <a:gd name="T77" fmla="*/ 150 h 158"/>
                <a:gd name="T78" fmla="*/ 60 w 140"/>
                <a:gd name="T79" fmla="*/ 15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40" h="158">
                  <a:moveTo>
                    <a:pt x="45" y="123"/>
                  </a:moveTo>
                  <a:cubicBezTo>
                    <a:pt x="46" y="116"/>
                    <a:pt x="43" y="109"/>
                    <a:pt x="34" y="95"/>
                  </a:cubicBezTo>
                  <a:cubicBezTo>
                    <a:pt x="29" y="88"/>
                    <a:pt x="27" y="79"/>
                    <a:pt x="27" y="71"/>
                  </a:cubicBezTo>
                  <a:cubicBezTo>
                    <a:pt x="27" y="47"/>
                    <a:pt x="46" y="27"/>
                    <a:pt x="70" y="27"/>
                  </a:cubicBezTo>
                  <a:cubicBezTo>
                    <a:pt x="94" y="27"/>
                    <a:pt x="114" y="47"/>
                    <a:pt x="114" y="71"/>
                  </a:cubicBezTo>
                  <a:cubicBezTo>
                    <a:pt x="114" y="79"/>
                    <a:pt x="111" y="88"/>
                    <a:pt x="107" y="95"/>
                  </a:cubicBezTo>
                  <a:cubicBezTo>
                    <a:pt x="99" y="106"/>
                    <a:pt x="96" y="113"/>
                    <a:pt x="95" y="118"/>
                  </a:cubicBezTo>
                  <a:moveTo>
                    <a:pt x="70" y="44"/>
                  </a:moveTo>
                  <a:cubicBezTo>
                    <a:pt x="56" y="44"/>
                    <a:pt x="44" y="56"/>
                    <a:pt x="44" y="70"/>
                  </a:cubicBezTo>
                  <a:cubicBezTo>
                    <a:pt x="44" y="85"/>
                    <a:pt x="56" y="96"/>
                    <a:pt x="70" y="96"/>
                  </a:cubicBezTo>
                  <a:cubicBezTo>
                    <a:pt x="85" y="96"/>
                    <a:pt x="96" y="85"/>
                    <a:pt x="96" y="70"/>
                  </a:cubicBezTo>
                  <a:cubicBezTo>
                    <a:pt x="96" y="56"/>
                    <a:pt x="85" y="44"/>
                    <a:pt x="70" y="44"/>
                  </a:cubicBezTo>
                  <a:close/>
                  <a:moveTo>
                    <a:pt x="60" y="74"/>
                  </a:moveTo>
                  <a:cubicBezTo>
                    <a:pt x="67" y="83"/>
                    <a:pt x="67" y="83"/>
                    <a:pt x="67" y="83"/>
                  </a:cubicBezTo>
                  <a:cubicBezTo>
                    <a:pt x="80" y="62"/>
                    <a:pt x="80" y="62"/>
                    <a:pt x="80" y="62"/>
                  </a:cubicBezTo>
                  <a:moveTo>
                    <a:pt x="70" y="13"/>
                  </a:moveTo>
                  <a:cubicBezTo>
                    <a:pt x="70" y="0"/>
                    <a:pt x="70" y="0"/>
                    <a:pt x="70" y="0"/>
                  </a:cubicBezTo>
                  <a:moveTo>
                    <a:pt x="42" y="21"/>
                  </a:moveTo>
                  <a:cubicBezTo>
                    <a:pt x="35" y="9"/>
                    <a:pt x="35" y="9"/>
                    <a:pt x="35" y="9"/>
                  </a:cubicBezTo>
                  <a:moveTo>
                    <a:pt x="10" y="35"/>
                  </a:moveTo>
                  <a:cubicBezTo>
                    <a:pt x="21" y="42"/>
                    <a:pt x="21" y="42"/>
                    <a:pt x="21" y="42"/>
                  </a:cubicBezTo>
                  <a:moveTo>
                    <a:pt x="0" y="70"/>
                  </a:moveTo>
                  <a:cubicBezTo>
                    <a:pt x="14" y="70"/>
                    <a:pt x="14" y="70"/>
                    <a:pt x="14" y="70"/>
                  </a:cubicBezTo>
                  <a:moveTo>
                    <a:pt x="105" y="9"/>
                  </a:moveTo>
                  <a:cubicBezTo>
                    <a:pt x="98" y="21"/>
                    <a:pt x="98" y="21"/>
                    <a:pt x="98" y="21"/>
                  </a:cubicBezTo>
                  <a:moveTo>
                    <a:pt x="131" y="35"/>
                  </a:moveTo>
                  <a:cubicBezTo>
                    <a:pt x="119" y="42"/>
                    <a:pt x="119" y="42"/>
                    <a:pt x="119" y="42"/>
                  </a:cubicBezTo>
                  <a:moveTo>
                    <a:pt x="126" y="70"/>
                  </a:moveTo>
                  <a:cubicBezTo>
                    <a:pt x="140" y="70"/>
                    <a:pt x="140" y="70"/>
                    <a:pt x="140" y="70"/>
                  </a:cubicBezTo>
                  <a:moveTo>
                    <a:pt x="86" y="127"/>
                  </a:moveTo>
                  <a:cubicBezTo>
                    <a:pt x="86" y="127"/>
                    <a:pt x="51" y="136"/>
                    <a:pt x="51" y="136"/>
                  </a:cubicBezTo>
                  <a:cubicBezTo>
                    <a:pt x="49" y="137"/>
                    <a:pt x="47" y="139"/>
                    <a:pt x="47" y="142"/>
                  </a:cubicBezTo>
                  <a:cubicBezTo>
                    <a:pt x="47" y="145"/>
                    <a:pt x="50" y="148"/>
                    <a:pt x="53" y="148"/>
                  </a:cubicBezTo>
                  <a:cubicBezTo>
                    <a:pt x="54" y="148"/>
                    <a:pt x="56" y="147"/>
                    <a:pt x="56" y="147"/>
                  </a:cubicBezTo>
                  <a:cubicBezTo>
                    <a:pt x="86" y="139"/>
                    <a:pt x="86" y="139"/>
                    <a:pt x="86" y="139"/>
                  </a:cubicBezTo>
                  <a:cubicBezTo>
                    <a:pt x="86" y="139"/>
                    <a:pt x="86" y="139"/>
                    <a:pt x="86" y="139"/>
                  </a:cubicBezTo>
                  <a:cubicBezTo>
                    <a:pt x="86" y="139"/>
                    <a:pt x="87" y="139"/>
                    <a:pt x="87" y="139"/>
                  </a:cubicBezTo>
                  <a:cubicBezTo>
                    <a:pt x="90" y="139"/>
                    <a:pt x="93" y="141"/>
                    <a:pt x="93" y="144"/>
                  </a:cubicBezTo>
                  <a:cubicBezTo>
                    <a:pt x="93" y="147"/>
                    <a:pt x="91" y="149"/>
                    <a:pt x="89" y="150"/>
                  </a:cubicBezTo>
                  <a:cubicBezTo>
                    <a:pt x="60" y="158"/>
                    <a:pt x="60" y="158"/>
                    <a:pt x="60" y="158"/>
                  </a:cubicBezTo>
                </a:path>
              </a:pathLst>
            </a:custGeom>
            <a:noFill/>
            <a:ln w="190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10" name="Text Placeholder 17">
              <a:extLst>
                <a:ext uri="{FF2B5EF4-FFF2-40B4-BE49-F238E27FC236}">
                  <a16:creationId xmlns:a16="http://schemas.microsoft.com/office/drawing/2014/main" id="{F3D52FC8-C253-48BC-BC68-9A82193BAB3D}"/>
                </a:ext>
              </a:extLst>
            </p:cNvPr>
            <p:cNvSpPr txBox="1">
              <a:spLocks/>
            </p:cNvSpPr>
            <p:nvPr/>
          </p:nvSpPr>
          <p:spPr>
            <a:xfrm>
              <a:off x="5467433" y="3834843"/>
              <a:ext cx="1296438" cy="4595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ru-UA" sz="800"/>
                <a:t>Lorem ipsum dolor sit amet, consectetur adipiscing elit</a:t>
              </a:r>
              <a:endParaRPr lang="ru-RU" altLang="ru-UA" sz="800"/>
            </a:p>
          </p:txBody>
        </p:sp>
      </p:grpSp>
      <p:grpSp>
        <p:nvGrpSpPr>
          <p:cNvPr id="59" name="Group 58">
            <a:extLst>
              <a:ext uri="{FF2B5EF4-FFF2-40B4-BE49-F238E27FC236}">
                <a16:creationId xmlns:a16="http://schemas.microsoft.com/office/drawing/2014/main" id="{4326DA15-CF05-4932-BB3D-E7D606782061}"/>
              </a:ext>
            </a:extLst>
          </p:cNvPr>
          <p:cNvGrpSpPr/>
          <p:nvPr/>
        </p:nvGrpSpPr>
        <p:grpSpPr>
          <a:xfrm>
            <a:off x="6991350" y="1792288"/>
            <a:ext cx="1490663" cy="495300"/>
            <a:chOff x="6991350" y="1792288"/>
            <a:chExt cx="1490663" cy="495300"/>
          </a:xfrm>
        </p:grpSpPr>
        <p:sp>
          <p:nvSpPr>
            <p:cNvPr id="15" name="Freeform 5">
              <a:extLst>
                <a:ext uri="{FF2B5EF4-FFF2-40B4-BE49-F238E27FC236}">
                  <a16:creationId xmlns:a16="http://schemas.microsoft.com/office/drawing/2014/main" id="{A77F5CB9-2AF0-4EE1-B079-BAE52125C689}"/>
                </a:ext>
              </a:extLst>
            </p:cNvPr>
            <p:cNvSpPr>
              <a:spLocks/>
            </p:cNvSpPr>
            <p:nvPr/>
          </p:nvSpPr>
          <p:spPr bwMode="auto">
            <a:xfrm>
              <a:off x="6991350" y="1843088"/>
              <a:ext cx="1389063" cy="444500"/>
            </a:xfrm>
            <a:custGeom>
              <a:avLst/>
              <a:gdLst>
                <a:gd name="T0" fmla="*/ 0 w 875"/>
                <a:gd name="T1" fmla="*/ 280 h 280"/>
                <a:gd name="T2" fmla="*/ 206 w 875"/>
                <a:gd name="T3" fmla="*/ 0 h 280"/>
                <a:gd name="T4" fmla="*/ 875 w 875"/>
                <a:gd name="T5" fmla="*/ 0 h 280"/>
              </a:gdLst>
              <a:ahLst/>
              <a:cxnLst>
                <a:cxn ang="0">
                  <a:pos x="T0" y="T1"/>
                </a:cxn>
                <a:cxn ang="0">
                  <a:pos x="T2" y="T3"/>
                </a:cxn>
                <a:cxn ang="0">
                  <a:pos x="T4" y="T5"/>
                </a:cxn>
              </a:cxnLst>
              <a:rect l="0" t="0" r="r" b="b"/>
              <a:pathLst>
                <a:path w="875" h="280">
                  <a:moveTo>
                    <a:pt x="0" y="280"/>
                  </a:moveTo>
                  <a:lnTo>
                    <a:pt x="206" y="0"/>
                  </a:lnTo>
                  <a:lnTo>
                    <a:pt x="875" y="0"/>
                  </a:lnTo>
                </a:path>
              </a:pathLst>
            </a:custGeom>
            <a:noFill/>
            <a:ln w="14288" cap="flat">
              <a:solidFill>
                <a:schemeClr val="bg2">
                  <a:lumMod val="50000"/>
                  <a:lumOff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16" name="Oval 6">
              <a:extLst>
                <a:ext uri="{FF2B5EF4-FFF2-40B4-BE49-F238E27FC236}">
                  <a16:creationId xmlns:a16="http://schemas.microsoft.com/office/drawing/2014/main" id="{95157C2A-9FEF-4D84-B83B-949B8F6C7D18}"/>
                </a:ext>
              </a:extLst>
            </p:cNvPr>
            <p:cNvSpPr>
              <a:spLocks noChangeArrowheads="1"/>
            </p:cNvSpPr>
            <p:nvPr/>
          </p:nvSpPr>
          <p:spPr bwMode="auto">
            <a:xfrm>
              <a:off x="8380413" y="1792288"/>
              <a:ext cx="101600" cy="103188"/>
            </a:xfrm>
            <a:prstGeom prst="ellipse">
              <a:avLst/>
            </a:prstGeom>
            <a:noFill/>
            <a:ln w="14288" cap="flat">
              <a:solidFill>
                <a:schemeClr val="bg2">
                  <a:lumMod val="50000"/>
                  <a:lumOff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grpSp>
      <p:grpSp>
        <p:nvGrpSpPr>
          <p:cNvPr id="60" name="Group 59">
            <a:extLst>
              <a:ext uri="{FF2B5EF4-FFF2-40B4-BE49-F238E27FC236}">
                <a16:creationId xmlns:a16="http://schemas.microsoft.com/office/drawing/2014/main" id="{6D57E762-8EA6-4FE7-8763-61EF08B26D68}"/>
              </a:ext>
            </a:extLst>
          </p:cNvPr>
          <p:cNvGrpSpPr/>
          <p:nvPr/>
        </p:nvGrpSpPr>
        <p:grpSpPr>
          <a:xfrm>
            <a:off x="7273925" y="4699000"/>
            <a:ext cx="1260476" cy="609601"/>
            <a:chOff x="7273925" y="4699000"/>
            <a:chExt cx="1260476" cy="609601"/>
          </a:xfrm>
        </p:grpSpPr>
        <p:sp>
          <p:nvSpPr>
            <p:cNvPr id="17" name="Freeform 7">
              <a:extLst>
                <a:ext uri="{FF2B5EF4-FFF2-40B4-BE49-F238E27FC236}">
                  <a16:creationId xmlns:a16="http://schemas.microsoft.com/office/drawing/2014/main" id="{734D3276-CC16-46BA-B52F-DD5E916AB08F}"/>
                </a:ext>
              </a:extLst>
            </p:cNvPr>
            <p:cNvSpPr>
              <a:spLocks/>
            </p:cNvSpPr>
            <p:nvPr/>
          </p:nvSpPr>
          <p:spPr bwMode="auto">
            <a:xfrm>
              <a:off x="7273925" y="4699000"/>
              <a:ext cx="1157288" cy="557213"/>
            </a:xfrm>
            <a:custGeom>
              <a:avLst/>
              <a:gdLst>
                <a:gd name="T0" fmla="*/ 0 w 729"/>
                <a:gd name="T1" fmla="*/ 0 h 351"/>
                <a:gd name="T2" fmla="*/ 360 w 729"/>
                <a:gd name="T3" fmla="*/ 351 h 351"/>
                <a:gd name="T4" fmla="*/ 729 w 729"/>
                <a:gd name="T5" fmla="*/ 351 h 351"/>
              </a:gdLst>
              <a:ahLst/>
              <a:cxnLst>
                <a:cxn ang="0">
                  <a:pos x="T0" y="T1"/>
                </a:cxn>
                <a:cxn ang="0">
                  <a:pos x="T2" y="T3"/>
                </a:cxn>
                <a:cxn ang="0">
                  <a:pos x="T4" y="T5"/>
                </a:cxn>
              </a:cxnLst>
              <a:rect l="0" t="0" r="r" b="b"/>
              <a:pathLst>
                <a:path w="729" h="351">
                  <a:moveTo>
                    <a:pt x="0" y="0"/>
                  </a:moveTo>
                  <a:lnTo>
                    <a:pt x="360" y="351"/>
                  </a:lnTo>
                  <a:lnTo>
                    <a:pt x="729" y="351"/>
                  </a:lnTo>
                </a:path>
              </a:pathLst>
            </a:custGeom>
            <a:noFill/>
            <a:ln w="14288" cap="flat">
              <a:solidFill>
                <a:schemeClr val="bg2">
                  <a:lumMod val="50000"/>
                  <a:lumOff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18" name="Oval 8">
              <a:extLst>
                <a:ext uri="{FF2B5EF4-FFF2-40B4-BE49-F238E27FC236}">
                  <a16:creationId xmlns:a16="http://schemas.microsoft.com/office/drawing/2014/main" id="{163FF2F9-3689-4CFA-A042-0F0870C9776F}"/>
                </a:ext>
              </a:extLst>
            </p:cNvPr>
            <p:cNvSpPr>
              <a:spLocks noChangeArrowheads="1"/>
            </p:cNvSpPr>
            <p:nvPr/>
          </p:nvSpPr>
          <p:spPr bwMode="auto">
            <a:xfrm>
              <a:off x="8431213" y="5205413"/>
              <a:ext cx="103188" cy="103188"/>
            </a:xfrm>
            <a:prstGeom prst="ellipse">
              <a:avLst/>
            </a:prstGeom>
            <a:noFill/>
            <a:ln w="14288" cap="flat">
              <a:solidFill>
                <a:schemeClr val="bg2">
                  <a:lumMod val="50000"/>
                  <a:lumOff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grpSp>
      <p:grpSp>
        <p:nvGrpSpPr>
          <p:cNvPr id="57" name="Group 56">
            <a:extLst>
              <a:ext uri="{FF2B5EF4-FFF2-40B4-BE49-F238E27FC236}">
                <a16:creationId xmlns:a16="http://schemas.microsoft.com/office/drawing/2014/main" id="{C91B6DEE-60DB-4586-955E-6CE28462A62F}"/>
              </a:ext>
            </a:extLst>
          </p:cNvPr>
          <p:cNvGrpSpPr/>
          <p:nvPr/>
        </p:nvGrpSpPr>
        <p:grpSpPr>
          <a:xfrm>
            <a:off x="3514725" y="4699000"/>
            <a:ext cx="1263651" cy="609601"/>
            <a:chOff x="3514725" y="4699000"/>
            <a:chExt cx="1263651" cy="609601"/>
          </a:xfrm>
        </p:grpSpPr>
        <p:sp>
          <p:nvSpPr>
            <p:cNvPr id="19" name="Freeform 9">
              <a:extLst>
                <a:ext uri="{FF2B5EF4-FFF2-40B4-BE49-F238E27FC236}">
                  <a16:creationId xmlns:a16="http://schemas.microsoft.com/office/drawing/2014/main" id="{B97CE712-0E6A-486C-A7D8-4F66968717EA}"/>
                </a:ext>
              </a:extLst>
            </p:cNvPr>
            <p:cNvSpPr>
              <a:spLocks/>
            </p:cNvSpPr>
            <p:nvPr/>
          </p:nvSpPr>
          <p:spPr bwMode="auto">
            <a:xfrm>
              <a:off x="3617913" y="4699000"/>
              <a:ext cx="1160463" cy="557213"/>
            </a:xfrm>
            <a:custGeom>
              <a:avLst/>
              <a:gdLst>
                <a:gd name="T0" fmla="*/ 731 w 731"/>
                <a:gd name="T1" fmla="*/ 0 h 351"/>
                <a:gd name="T2" fmla="*/ 371 w 731"/>
                <a:gd name="T3" fmla="*/ 351 h 351"/>
                <a:gd name="T4" fmla="*/ 0 w 731"/>
                <a:gd name="T5" fmla="*/ 351 h 351"/>
              </a:gdLst>
              <a:ahLst/>
              <a:cxnLst>
                <a:cxn ang="0">
                  <a:pos x="T0" y="T1"/>
                </a:cxn>
                <a:cxn ang="0">
                  <a:pos x="T2" y="T3"/>
                </a:cxn>
                <a:cxn ang="0">
                  <a:pos x="T4" y="T5"/>
                </a:cxn>
              </a:cxnLst>
              <a:rect l="0" t="0" r="r" b="b"/>
              <a:pathLst>
                <a:path w="731" h="351">
                  <a:moveTo>
                    <a:pt x="731" y="0"/>
                  </a:moveTo>
                  <a:lnTo>
                    <a:pt x="371" y="351"/>
                  </a:lnTo>
                  <a:lnTo>
                    <a:pt x="0" y="351"/>
                  </a:lnTo>
                </a:path>
              </a:pathLst>
            </a:custGeom>
            <a:noFill/>
            <a:ln w="14288" cap="flat">
              <a:solidFill>
                <a:schemeClr val="bg2">
                  <a:lumMod val="50000"/>
                  <a:lumOff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20" name="Oval 10">
              <a:extLst>
                <a:ext uri="{FF2B5EF4-FFF2-40B4-BE49-F238E27FC236}">
                  <a16:creationId xmlns:a16="http://schemas.microsoft.com/office/drawing/2014/main" id="{F8570429-DB94-4B45-A2FD-A7CEA7958794}"/>
                </a:ext>
              </a:extLst>
            </p:cNvPr>
            <p:cNvSpPr>
              <a:spLocks noChangeArrowheads="1"/>
            </p:cNvSpPr>
            <p:nvPr/>
          </p:nvSpPr>
          <p:spPr bwMode="auto">
            <a:xfrm>
              <a:off x="3514725" y="5205413"/>
              <a:ext cx="103188" cy="103188"/>
            </a:xfrm>
            <a:prstGeom prst="ellipse">
              <a:avLst/>
            </a:prstGeom>
            <a:noFill/>
            <a:ln w="14288" cap="flat">
              <a:solidFill>
                <a:schemeClr val="bg2">
                  <a:lumMod val="50000"/>
                  <a:lumOff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grpSp>
      <p:grpSp>
        <p:nvGrpSpPr>
          <p:cNvPr id="58" name="Group 57">
            <a:extLst>
              <a:ext uri="{FF2B5EF4-FFF2-40B4-BE49-F238E27FC236}">
                <a16:creationId xmlns:a16="http://schemas.microsoft.com/office/drawing/2014/main" id="{CA79A9D8-7797-4509-BCDC-D4E01CEAEF02}"/>
              </a:ext>
            </a:extLst>
          </p:cNvPr>
          <p:cNvGrpSpPr/>
          <p:nvPr/>
        </p:nvGrpSpPr>
        <p:grpSpPr>
          <a:xfrm>
            <a:off x="3508375" y="1912938"/>
            <a:ext cx="1263650" cy="620713"/>
            <a:chOff x="3508375" y="1912938"/>
            <a:chExt cx="1263650" cy="620713"/>
          </a:xfrm>
        </p:grpSpPr>
        <p:sp>
          <p:nvSpPr>
            <p:cNvPr id="21" name="Freeform 11">
              <a:extLst>
                <a:ext uri="{FF2B5EF4-FFF2-40B4-BE49-F238E27FC236}">
                  <a16:creationId xmlns:a16="http://schemas.microsoft.com/office/drawing/2014/main" id="{3D149B41-1379-4216-8F6B-51F208DEC135}"/>
                </a:ext>
              </a:extLst>
            </p:cNvPr>
            <p:cNvSpPr>
              <a:spLocks/>
            </p:cNvSpPr>
            <p:nvPr/>
          </p:nvSpPr>
          <p:spPr bwMode="auto">
            <a:xfrm>
              <a:off x="3609975" y="1963738"/>
              <a:ext cx="1162050" cy="569913"/>
            </a:xfrm>
            <a:custGeom>
              <a:avLst/>
              <a:gdLst>
                <a:gd name="T0" fmla="*/ 732 w 732"/>
                <a:gd name="T1" fmla="*/ 359 h 359"/>
                <a:gd name="T2" fmla="*/ 372 w 732"/>
                <a:gd name="T3" fmla="*/ 0 h 359"/>
                <a:gd name="T4" fmla="*/ 0 w 732"/>
                <a:gd name="T5" fmla="*/ 0 h 359"/>
              </a:gdLst>
              <a:ahLst/>
              <a:cxnLst>
                <a:cxn ang="0">
                  <a:pos x="T0" y="T1"/>
                </a:cxn>
                <a:cxn ang="0">
                  <a:pos x="T2" y="T3"/>
                </a:cxn>
                <a:cxn ang="0">
                  <a:pos x="T4" y="T5"/>
                </a:cxn>
              </a:cxnLst>
              <a:rect l="0" t="0" r="r" b="b"/>
              <a:pathLst>
                <a:path w="732" h="359">
                  <a:moveTo>
                    <a:pt x="732" y="359"/>
                  </a:moveTo>
                  <a:lnTo>
                    <a:pt x="372" y="0"/>
                  </a:lnTo>
                  <a:lnTo>
                    <a:pt x="0" y="0"/>
                  </a:lnTo>
                </a:path>
              </a:pathLst>
            </a:custGeom>
            <a:noFill/>
            <a:ln w="14288" cap="flat">
              <a:solidFill>
                <a:schemeClr val="bg2">
                  <a:lumMod val="50000"/>
                  <a:lumOff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22" name="Oval 12">
              <a:extLst>
                <a:ext uri="{FF2B5EF4-FFF2-40B4-BE49-F238E27FC236}">
                  <a16:creationId xmlns:a16="http://schemas.microsoft.com/office/drawing/2014/main" id="{D294AD42-C708-436D-B2C2-B197DA4BBA2F}"/>
                </a:ext>
              </a:extLst>
            </p:cNvPr>
            <p:cNvSpPr>
              <a:spLocks noChangeArrowheads="1"/>
            </p:cNvSpPr>
            <p:nvPr/>
          </p:nvSpPr>
          <p:spPr bwMode="auto">
            <a:xfrm>
              <a:off x="3508375" y="1912938"/>
              <a:ext cx="101600" cy="103188"/>
            </a:xfrm>
            <a:prstGeom prst="ellipse">
              <a:avLst/>
            </a:prstGeom>
            <a:noFill/>
            <a:ln w="14288" cap="flat">
              <a:solidFill>
                <a:schemeClr val="bg2">
                  <a:lumMod val="50000"/>
                  <a:lumOff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grpSp>
      <p:sp>
        <p:nvSpPr>
          <p:cNvPr id="23" name="Rectangle 13">
            <a:extLst>
              <a:ext uri="{FF2B5EF4-FFF2-40B4-BE49-F238E27FC236}">
                <a16:creationId xmlns:a16="http://schemas.microsoft.com/office/drawing/2014/main" id="{F6B9ABB0-E868-463A-84F6-4B149D085758}"/>
              </a:ext>
            </a:extLst>
          </p:cNvPr>
          <p:cNvSpPr>
            <a:spLocks noChangeArrowheads="1"/>
          </p:cNvSpPr>
          <p:nvPr/>
        </p:nvSpPr>
        <p:spPr bwMode="auto">
          <a:xfrm>
            <a:off x="8801100" y="2081213"/>
            <a:ext cx="14507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accent2"/>
                </a:solidFill>
                <a:effectLst/>
                <a:latin typeface="Montserrat SemiBold" panose="00000700000000000000" pitchFamily="50" charset="-52"/>
              </a:rPr>
              <a:t>IN</a:t>
            </a:r>
            <a:r>
              <a:rPr kumimoji="0" lang="en-US" altLang="ru-UA" sz="1600" b="1" i="0" u="none" strike="noStrike" cap="none" normalizeH="0" baseline="0">
                <a:ln>
                  <a:noFill/>
                </a:ln>
                <a:solidFill>
                  <a:schemeClr val="accent2"/>
                </a:solidFill>
                <a:effectLst/>
                <a:latin typeface="Montserrat SemiBold" panose="00000700000000000000" pitchFamily="50" charset="-52"/>
              </a:rPr>
              <a:t>FODATA 01</a:t>
            </a:r>
            <a:endParaRPr kumimoji="0" lang="ru-UA" altLang="ru-UA" sz="1800" b="0" i="0" u="none" strike="noStrike" cap="none" normalizeH="0" baseline="0">
              <a:ln>
                <a:noFill/>
              </a:ln>
              <a:solidFill>
                <a:schemeClr val="accent2"/>
              </a:solidFill>
              <a:effectLst/>
            </a:endParaRPr>
          </a:p>
        </p:txBody>
      </p:sp>
      <p:sp>
        <p:nvSpPr>
          <p:cNvPr id="31" name="Freeform 21">
            <a:extLst>
              <a:ext uri="{FF2B5EF4-FFF2-40B4-BE49-F238E27FC236}">
                <a16:creationId xmlns:a16="http://schemas.microsoft.com/office/drawing/2014/main" id="{DB185299-0427-4002-99FE-88AD8EC61BA7}"/>
              </a:ext>
            </a:extLst>
          </p:cNvPr>
          <p:cNvSpPr>
            <a:spLocks noEditPoints="1"/>
          </p:cNvSpPr>
          <p:nvPr/>
        </p:nvSpPr>
        <p:spPr bwMode="auto">
          <a:xfrm>
            <a:off x="9263063" y="1504950"/>
            <a:ext cx="501650" cy="525463"/>
          </a:xfrm>
          <a:custGeom>
            <a:avLst/>
            <a:gdLst>
              <a:gd name="T0" fmla="*/ 51 w 137"/>
              <a:gd name="T1" fmla="*/ 15 h 143"/>
              <a:gd name="T2" fmla="*/ 120 w 137"/>
              <a:gd name="T3" fmla="*/ 57 h 143"/>
              <a:gd name="T4" fmla="*/ 137 w 137"/>
              <a:gd name="T5" fmla="*/ 92 h 143"/>
              <a:gd name="T6" fmla="*/ 123 w 137"/>
              <a:gd name="T7" fmla="*/ 92 h 143"/>
              <a:gd name="T8" fmla="*/ 123 w 137"/>
              <a:gd name="T9" fmla="*/ 115 h 143"/>
              <a:gd name="T10" fmla="*/ 115 w 137"/>
              <a:gd name="T11" fmla="*/ 123 h 143"/>
              <a:gd name="T12" fmla="*/ 100 w 137"/>
              <a:gd name="T13" fmla="*/ 123 h 143"/>
              <a:gd name="T14" fmla="*/ 100 w 137"/>
              <a:gd name="T15" fmla="*/ 143 h 143"/>
              <a:gd name="T16" fmla="*/ 36 w 137"/>
              <a:gd name="T17" fmla="*/ 143 h 143"/>
              <a:gd name="T18" fmla="*/ 36 w 137"/>
              <a:gd name="T19" fmla="*/ 122 h 143"/>
              <a:gd name="T20" fmla="*/ 30 w 137"/>
              <a:gd name="T21" fmla="*/ 108 h 143"/>
              <a:gd name="T22" fmla="*/ 77 w 137"/>
              <a:gd name="T23" fmla="*/ 65 h 143"/>
              <a:gd name="T24" fmla="*/ 77 w 137"/>
              <a:gd name="T25" fmla="*/ 55 h 143"/>
              <a:gd name="T26" fmla="*/ 66 w 137"/>
              <a:gd name="T27" fmla="*/ 51 h 143"/>
              <a:gd name="T28" fmla="*/ 64 w 137"/>
              <a:gd name="T29" fmla="*/ 47 h 143"/>
              <a:gd name="T30" fmla="*/ 69 w 137"/>
              <a:gd name="T31" fmla="*/ 36 h 143"/>
              <a:gd name="T32" fmla="*/ 62 w 137"/>
              <a:gd name="T33" fmla="*/ 29 h 143"/>
              <a:gd name="T34" fmla="*/ 51 w 137"/>
              <a:gd name="T35" fmla="*/ 34 h 143"/>
              <a:gd name="T36" fmla="*/ 47 w 137"/>
              <a:gd name="T37" fmla="*/ 32 h 143"/>
              <a:gd name="T38" fmla="*/ 43 w 137"/>
              <a:gd name="T39" fmla="*/ 21 h 143"/>
              <a:gd name="T40" fmla="*/ 33 w 137"/>
              <a:gd name="T41" fmla="*/ 21 h 143"/>
              <a:gd name="T42" fmla="*/ 29 w 137"/>
              <a:gd name="T43" fmla="*/ 32 h 143"/>
              <a:gd name="T44" fmla="*/ 25 w 137"/>
              <a:gd name="T45" fmla="*/ 34 h 143"/>
              <a:gd name="T46" fmla="*/ 14 w 137"/>
              <a:gd name="T47" fmla="*/ 29 h 143"/>
              <a:gd name="T48" fmla="*/ 7 w 137"/>
              <a:gd name="T49" fmla="*/ 36 h 143"/>
              <a:gd name="T50" fmla="*/ 12 w 137"/>
              <a:gd name="T51" fmla="*/ 47 h 143"/>
              <a:gd name="T52" fmla="*/ 11 w 137"/>
              <a:gd name="T53" fmla="*/ 51 h 143"/>
              <a:gd name="T54" fmla="*/ 0 w 137"/>
              <a:gd name="T55" fmla="*/ 55 h 143"/>
              <a:gd name="T56" fmla="*/ 0 w 137"/>
              <a:gd name="T57" fmla="*/ 65 h 143"/>
              <a:gd name="T58" fmla="*/ 11 w 137"/>
              <a:gd name="T59" fmla="*/ 69 h 143"/>
              <a:gd name="T60" fmla="*/ 12 w 137"/>
              <a:gd name="T61" fmla="*/ 73 h 143"/>
              <a:gd name="T62" fmla="*/ 7 w 137"/>
              <a:gd name="T63" fmla="*/ 84 h 143"/>
              <a:gd name="T64" fmla="*/ 14 w 137"/>
              <a:gd name="T65" fmla="*/ 90 h 143"/>
              <a:gd name="T66" fmla="*/ 25 w 137"/>
              <a:gd name="T67" fmla="*/ 86 h 143"/>
              <a:gd name="T68" fmla="*/ 29 w 137"/>
              <a:gd name="T69" fmla="*/ 87 h 143"/>
              <a:gd name="T70" fmla="*/ 33 w 137"/>
              <a:gd name="T71" fmla="*/ 98 h 143"/>
              <a:gd name="T72" fmla="*/ 43 w 137"/>
              <a:gd name="T73" fmla="*/ 98 h 143"/>
              <a:gd name="T74" fmla="*/ 47 w 137"/>
              <a:gd name="T75" fmla="*/ 87 h 143"/>
              <a:gd name="T76" fmla="*/ 51 w 137"/>
              <a:gd name="T77" fmla="*/ 86 h 143"/>
              <a:gd name="T78" fmla="*/ 62 w 137"/>
              <a:gd name="T79" fmla="*/ 90 h 143"/>
              <a:gd name="T80" fmla="*/ 69 w 137"/>
              <a:gd name="T81" fmla="*/ 84 h 143"/>
              <a:gd name="T82" fmla="*/ 64 w 137"/>
              <a:gd name="T83" fmla="*/ 73 h 143"/>
              <a:gd name="T84" fmla="*/ 66 w 137"/>
              <a:gd name="T85" fmla="*/ 69 h 143"/>
              <a:gd name="T86" fmla="*/ 77 w 137"/>
              <a:gd name="T87" fmla="*/ 65 h 143"/>
              <a:gd name="T88" fmla="*/ 38 w 137"/>
              <a:gd name="T89" fmla="*/ 44 h 143"/>
              <a:gd name="T90" fmla="*/ 22 w 137"/>
              <a:gd name="T91" fmla="*/ 60 h 143"/>
              <a:gd name="T92" fmla="*/ 38 w 137"/>
              <a:gd name="T93" fmla="*/ 76 h 143"/>
              <a:gd name="T94" fmla="*/ 54 w 137"/>
              <a:gd name="T95" fmla="*/ 60 h 143"/>
              <a:gd name="T96" fmla="*/ 38 w 137"/>
              <a:gd name="T97" fmla="*/ 44 h 143"/>
              <a:gd name="T98" fmla="*/ 100 w 137"/>
              <a:gd name="T99" fmla="*/ 123 h 143"/>
              <a:gd name="T100" fmla="*/ 91 w 137"/>
              <a:gd name="T101" fmla="*/ 12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7" h="143">
                <a:moveTo>
                  <a:pt x="51" y="15"/>
                </a:moveTo>
                <a:cubicBezTo>
                  <a:pt x="127" y="0"/>
                  <a:pt x="120" y="57"/>
                  <a:pt x="120" y="57"/>
                </a:cubicBezTo>
                <a:cubicBezTo>
                  <a:pt x="137" y="92"/>
                  <a:pt x="137" y="92"/>
                  <a:pt x="137" y="92"/>
                </a:cubicBezTo>
                <a:cubicBezTo>
                  <a:pt x="123" y="92"/>
                  <a:pt x="123" y="92"/>
                  <a:pt x="123" y="92"/>
                </a:cubicBezTo>
                <a:cubicBezTo>
                  <a:pt x="123" y="115"/>
                  <a:pt x="123" y="115"/>
                  <a:pt x="123" y="115"/>
                </a:cubicBezTo>
                <a:cubicBezTo>
                  <a:pt x="123" y="120"/>
                  <a:pt x="120" y="123"/>
                  <a:pt x="115" y="123"/>
                </a:cubicBezTo>
                <a:cubicBezTo>
                  <a:pt x="100" y="123"/>
                  <a:pt x="100" y="123"/>
                  <a:pt x="100" y="123"/>
                </a:cubicBezTo>
                <a:cubicBezTo>
                  <a:pt x="100" y="143"/>
                  <a:pt x="100" y="143"/>
                  <a:pt x="100" y="143"/>
                </a:cubicBezTo>
                <a:moveTo>
                  <a:pt x="36" y="143"/>
                </a:moveTo>
                <a:cubicBezTo>
                  <a:pt x="36" y="122"/>
                  <a:pt x="36" y="122"/>
                  <a:pt x="36" y="122"/>
                </a:cubicBezTo>
                <a:cubicBezTo>
                  <a:pt x="30" y="108"/>
                  <a:pt x="30" y="108"/>
                  <a:pt x="30" y="108"/>
                </a:cubicBezTo>
                <a:moveTo>
                  <a:pt x="77" y="65"/>
                </a:moveTo>
                <a:cubicBezTo>
                  <a:pt x="77" y="55"/>
                  <a:pt x="77" y="55"/>
                  <a:pt x="77" y="55"/>
                </a:cubicBezTo>
                <a:cubicBezTo>
                  <a:pt x="66" y="51"/>
                  <a:pt x="66" y="51"/>
                  <a:pt x="66" y="51"/>
                </a:cubicBezTo>
                <a:cubicBezTo>
                  <a:pt x="65" y="49"/>
                  <a:pt x="65" y="48"/>
                  <a:pt x="64" y="47"/>
                </a:cubicBezTo>
                <a:cubicBezTo>
                  <a:pt x="69" y="36"/>
                  <a:pt x="69" y="36"/>
                  <a:pt x="69" y="36"/>
                </a:cubicBezTo>
                <a:cubicBezTo>
                  <a:pt x="62" y="29"/>
                  <a:pt x="62" y="29"/>
                  <a:pt x="62" y="29"/>
                </a:cubicBezTo>
                <a:cubicBezTo>
                  <a:pt x="51" y="34"/>
                  <a:pt x="51" y="34"/>
                  <a:pt x="51" y="34"/>
                </a:cubicBezTo>
                <a:cubicBezTo>
                  <a:pt x="50" y="33"/>
                  <a:pt x="49" y="33"/>
                  <a:pt x="47" y="32"/>
                </a:cubicBezTo>
                <a:cubicBezTo>
                  <a:pt x="43" y="21"/>
                  <a:pt x="43" y="21"/>
                  <a:pt x="43" y="21"/>
                </a:cubicBezTo>
                <a:cubicBezTo>
                  <a:pt x="33" y="21"/>
                  <a:pt x="33" y="21"/>
                  <a:pt x="33" y="21"/>
                </a:cubicBezTo>
                <a:cubicBezTo>
                  <a:pt x="29" y="32"/>
                  <a:pt x="29" y="32"/>
                  <a:pt x="29" y="32"/>
                </a:cubicBezTo>
                <a:cubicBezTo>
                  <a:pt x="28" y="33"/>
                  <a:pt x="26" y="33"/>
                  <a:pt x="25" y="34"/>
                </a:cubicBezTo>
                <a:cubicBezTo>
                  <a:pt x="14" y="29"/>
                  <a:pt x="14" y="29"/>
                  <a:pt x="14" y="29"/>
                </a:cubicBezTo>
                <a:cubicBezTo>
                  <a:pt x="7" y="36"/>
                  <a:pt x="7" y="36"/>
                  <a:pt x="7" y="36"/>
                </a:cubicBezTo>
                <a:cubicBezTo>
                  <a:pt x="12" y="47"/>
                  <a:pt x="12" y="47"/>
                  <a:pt x="12" y="47"/>
                </a:cubicBezTo>
                <a:cubicBezTo>
                  <a:pt x="12" y="48"/>
                  <a:pt x="11" y="49"/>
                  <a:pt x="11" y="51"/>
                </a:cubicBezTo>
                <a:cubicBezTo>
                  <a:pt x="0" y="55"/>
                  <a:pt x="0" y="55"/>
                  <a:pt x="0" y="55"/>
                </a:cubicBezTo>
                <a:cubicBezTo>
                  <a:pt x="0" y="65"/>
                  <a:pt x="0" y="65"/>
                  <a:pt x="0" y="65"/>
                </a:cubicBezTo>
                <a:cubicBezTo>
                  <a:pt x="11" y="69"/>
                  <a:pt x="11" y="69"/>
                  <a:pt x="11" y="69"/>
                </a:cubicBezTo>
                <a:cubicBezTo>
                  <a:pt x="11" y="70"/>
                  <a:pt x="12" y="72"/>
                  <a:pt x="12" y="73"/>
                </a:cubicBezTo>
                <a:cubicBezTo>
                  <a:pt x="7" y="84"/>
                  <a:pt x="7" y="84"/>
                  <a:pt x="7" y="84"/>
                </a:cubicBezTo>
                <a:cubicBezTo>
                  <a:pt x="14" y="90"/>
                  <a:pt x="14" y="90"/>
                  <a:pt x="14" y="90"/>
                </a:cubicBezTo>
                <a:cubicBezTo>
                  <a:pt x="25" y="86"/>
                  <a:pt x="25" y="86"/>
                  <a:pt x="25" y="86"/>
                </a:cubicBezTo>
                <a:cubicBezTo>
                  <a:pt x="26" y="86"/>
                  <a:pt x="28" y="87"/>
                  <a:pt x="29" y="87"/>
                </a:cubicBezTo>
                <a:cubicBezTo>
                  <a:pt x="33" y="98"/>
                  <a:pt x="33" y="98"/>
                  <a:pt x="33" y="98"/>
                </a:cubicBezTo>
                <a:cubicBezTo>
                  <a:pt x="43" y="98"/>
                  <a:pt x="43" y="98"/>
                  <a:pt x="43" y="98"/>
                </a:cubicBezTo>
                <a:cubicBezTo>
                  <a:pt x="47" y="87"/>
                  <a:pt x="47" y="87"/>
                  <a:pt x="47" y="87"/>
                </a:cubicBezTo>
                <a:cubicBezTo>
                  <a:pt x="49" y="87"/>
                  <a:pt x="50" y="86"/>
                  <a:pt x="51" y="86"/>
                </a:cubicBezTo>
                <a:cubicBezTo>
                  <a:pt x="62" y="90"/>
                  <a:pt x="62" y="90"/>
                  <a:pt x="62" y="90"/>
                </a:cubicBezTo>
                <a:cubicBezTo>
                  <a:pt x="69" y="84"/>
                  <a:pt x="69" y="84"/>
                  <a:pt x="69" y="84"/>
                </a:cubicBezTo>
                <a:cubicBezTo>
                  <a:pt x="64" y="73"/>
                  <a:pt x="64" y="73"/>
                  <a:pt x="64" y="73"/>
                </a:cubicBezTo>
                <a:cubicBezTo>
                  <a:pt x="65" y="72"/>
                  <a:pt x="65" y="70"/>
                  <a:pt x="66" y="69"/>
                </a:cubicBezTo>
                <a:lnTo>
                  <a:pt x="77" y="65"/>
                </a:lnTo>
                <a:close/>
                <a:moveTo>
                  <a:pt x="38" y="44"/>
                </a:moveTo>
                <a:cubicBezTo>
                  <a:pt x="29" y="44"/>
                  <a:pt x="22" y="51"/>
                  <a:pt x="22" y="60"/>
                </a:cubicBezTo>
                <a:cubicBezTo>
                  <a:pt x="22" y="69"/>
                  <a:pt x="29" y="76"/>
                  <a:pt x="38" y="76"/>
                </a:cubicBezTo>
                <a:cubicBezTo>
                  <a:pt x="47" y="76"/>
                  <a:pt x="54" y="69"/>
                  <a:pt x="54" y="60"/>
                </a:cubicBezTo>
                <a:cubicBezTo>
                  <a:pt x="54" y="51"/>
                  <a:pt x="47" y="44"/>
                  <a:pt x="38" y="44"/>
                </a:cubicBezTo>
                <a:close/>
                <a:moveTo>
                  <a:pt x="100" y="123"/>
                </a:moveTo>
                <a:cubicBezTo>
                  <a:pt x="91" y="123"/>
                  <a:pt x="91" y="123"/>
                  <a:pt x="91" y="123"/>
                </a:cubicBezTo>
              </a:path>
            </a:pathLst>
          </a:custGeom>
          <a:noFill/>
          <a:ln w="14288"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32" name="Rectangle 22">
            <a:extLst>
              <a:ext uri="{FF2B5EF4-FFF2-40B4-BE49-F238E27FC236}">
                <a16:creationId xmlns:a16="http://schemas.microsoft.com/office/drawing/2014/main" id="{C0377E11-9D8A-4129-ACBC-CE81CC2A2F3C}"/>
              </a:ext>
            </a:extLst>
          </p:cNvPr>
          <p:cNvSpPr>
            <a:spLocks noChangeArrowheads="1"/>
          </p:cNvSpPr>
          <p:nvPr/>
        </p:nvSpPr>
        <p:spPr bwMode="auto">
          <a:xfrm>
            <a:off x="8801100" y="4845050"/>
            <a:ext cx="147155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accent3"/>
                </a:solidFill>
                <a:effectLst/>
                <a:latin typeface="Montserrat SemiBold" panose="00000700000000000000" pitchFamily="50" charset="-52"/>
              </a:rPr>
              <a:t>IN</a:t>
            </a:r>
            <a:r>
              <a:rPr kumimoji="0" lang="en-US" altLang="ru-UA" sz="1600" b="1" i="0" u="none" strike="noStrike" cap="none" normalizeH="0" baseline="0">
                <a:ln>
                  <a:noFill/>
                </a:ln>
                <a:solidFill>
                  <a:schemeClr val="accent3"/>
                </a:solidFill>
                <a:effectLst/>
                <a:latin typeface="Montserrat SemiBold" panose="00000700000000000000" pitchFamily="50" charset="-52"/>
              </a:rPr>
              <a:t>FODATA 02</a:t>
            </a:r>
            <a:endParaRPr kumimoji="0" lang="ru-UA" altLang="ru-UA" sz="1800" b="0" i="0" u="none" strike="noStrike" cap="none" normalizeH="0" baseline="0">
              <a:ln>
                <a:noFill/>
              </a:ln>
              <a:solidFill>
                <a:schemeClr val="accent3"/>
              </a:solidFill>
              <a:effectLst/>
            </a:endParaRPr>
          </a:p>
        </p:txBody>
      </p:sp>
      <p:sp>
        <p:nvSpPr>
          <p:cNvPr id="38" name="Freeform 28">
            <a:extLst>
              <a:ext uri="{FF2B5EF4-FFF2-40B4-BE49-F238E27FC236}">
                <a16:creationId xmlns:a16="http://schemas.microsoft.com/office/drawing/2014/main" id="{C85A5986-CE38-4836-A5E6-D781681D0F34}"/>
              </a:ext>
            </a:extLst>
          </p:cNvPr>
          <p:cNvSpPr>
            <a:spLocks noEditPoints="1"/>
          </p:cNvSpPr>
          <p:nvPr/>
        </p:nvSpPr>
        <p:spPr bwMode="auto">
          <a:xfrm>
            <a:off x="9232900" y="4276725"/>
            <a:ext cx="531813" cy="430213"/>
          </a:xfrm>
          <a:custGeom>
            <a:avLst/>
            <a:gdLst>
              <a:gd name="T0" fmla="*/ 145 w 145"/>
              <a:gd name="T1" fmla="*/ 117 h 117"/>
              <a:gd name="T2" fmla="*/ 0 w 145"/>
              <a:gd name="T3" fmla="*/ 117 h 117"/>
              <a:gd name="T4" fmla="*/ 35 w 145"/>
              <a:gd name="T5" fmla="*/ 85 h 117"/>
              <a:gd name="T6" fmla="*/ 15 w 145"/>
              <a:gd name="T7" fmla="*/ 85 h 117"/>
              <a:gd name="T8" fmla="*/ 15 w 145"/>
              <a:gd name="T9" fmla="*/ 117 h 117"/>
              <a:gd name="T10" fmla="*/ 35 w 145"/>
              <a:gd name="T11" fmla="*/ 117 h 117"/>
              <a:gd name="T12" fmla="*/ 35 w 145"/>
              <a:gd name="T13" fmla="*/ 85 h 117"/>
              <a:gd name="T14" fmla="*/ 66 w 145"/>
              <a:gd name="T15" fmla="*/ 54 h 117"/>
              <a:gd name="T16" fmla="*/ 46 w 145"/>
              <a:gd name="T17" fmla="*/ 54 h 117"/>
              <a:gd name="T18" fmla="*/ 46 w 145"/>
              <a:gd name="T19" fmla="*/ 117 h 117"/>
              <a:gd name="T20" fmla="*/ 66 w 145"/>
              <a:gd name="T21" fmla="*/ 117 h 117"/>
              <a:gd name="T22" fmla="*/ 66 w 145"/>
              <a:gd name="T23" fmla="*/ 54 h 117"/>
              <a:gd name="T24" fmla="*/ 98 w 145"/>
              <a:gd name="T25" fmla="*/ 68 h 117"/>
              <a:gd name="T26" fmla="*/ 78 w 145"/>
              <a:gd name="T27" fmla="*/ 68 h 117"/>
              <a:gd name="T28" fmla="*/ 78 w 145"/>
              <a:gd name="T29" fmla="*/ 117 h 117"/>
              <a:gd name="T30" fmla="*/ 98 w 145"/>
              <a:gd name="T31" fmla="*/ 117 h 117"/>
              <a:gd name="T32" fmla="*/ 98 w 145"/>
              <a:gd name="T33" fmla="*/ 68 h 117"/>
              <a:gd name="T34" fmla="*/ 129 w 145"/>
              <a:gd name="T35" fmla="*/ 36 h 117"/>
              <a:gd name="T36" fmla="*/ 109 w 145"/>
              <a:gd name="T37" fmla="*/ 36 h 117"/>
              <a:gd name="T38" fmla="*/ 109 w 145"/>
              <a:gd name="T39" fmla="*/ 117 h 117"/>
              <a:gd name="T40" fmla="*/ 129 w 145"/>
              <a:gd name="T41" fmla="*/ 117 h 117"/>
              <a:gd name="T42" fmla="*/ 129 w 145"/>
              <a:gd name="T43" fmla="*/ 36 h 117"/>
              <a:gd name="T44" fmla="*/ 25 w 145"/>
              <a:gd name="T45" fmla="*/ 51 h 117"/>
              <a:gd name="T46" fmla="*/ 19 w 145"/>
              <a:gd name="T47" fmla="*/ 56 h 117"/>
              <a:gd name="T48" fmla="*/ 25 w 145"/>
              <a:gd name="T49" fmla="*/ 62 h 117"/>
              <a:gd name="T50" fmla="*/ 31 w 145"/>
              <a:gd name="T51" fmla="*/ 56 h 117"/>
              <a:gd name="T52" fmla="*/ 25 w 145"/>
              <a:gd name="T53" fmla="*/ 51 h 117"/>
              <a:gd name="T54" fmla="*/ 56 w 145"/>
              <a:gd name="T55" fmla="*/ 21 h 117"/>
              <a:gd name="T56" fmla="*/ 51 w 145"/>
              <a:gd name="T57" fmla="*/ 27 h 117"/>
              <a:gd name="T58" fmla="*/ 56 w 145"/>
              <a:gd name="T59" fmla="*/ 32 h 117"/>
              <a:gd name="T60" fmla="*/ 62 w 145"/>
              <a:gd name="T61" fmla="*/ 27 h 117"/>
              <a:gd name="T62" fmla="*/ 56 w 145"/>
              <a:gd name="T63" fmla="*/ 21 h 117"/>
              <a:gd name="T64" fmla="*/ 88 w 145"/>
              <a:gd name="T65" fmla="*/ 36 h 117"/>
              <a:gd name="T66" fmla="*/ 82 w 145"/>
              <a:gd name="T67" fmla="*/ 42 h 117"/>
              <a:gd name="T68" fmla="*/ 88 w 145"/>
              <a:gd name="T69" fmla="*/ 47 h 117"/>
              <a:gd name="T70" fmla="*/ 94 w 145"/>
              <a:gd name="T71" fmla="*/ 42 h 117"/>
              <a:gd name="T72" fmla="*/ 88 w 145"/>
              <a:gd name="T73" fmla="*/ 36 h 117"/>
              <a:gd name="T74" fmla="*/ 119 w 145"/>
              <a:gd name="T75" fmla="*/ 0 h 117"/>
              <a:gd name="T76" fmla="*/ 113 w 145"/>
              <a:gd name="T77" fmla="*/ 6 h 117"/>
              <a:gd name="T78" fmla="*/ 119 w 145"/>
              <a:gd name="T79" fmla="*/ 12 h 117"/>
              <a:gd name="T80" fmla="*/ 125 w 145"/>
              <a:gd name="T81" fmla="*/ 6 h 117"/>
              <a:gd name="T82" fmla="*/ 119 w 145"/>
              <a:gd name="T83" fmla="*/ 0 h 117"/>
              <a:gd name="T84" fmla="*/ 92 w 145"/>
              <a:gd name="T85" fmla="*/ 37 h 117"/>
              <a:gd name="T86" fmla="*/ 115 w 145"/>
              <a:gd name="T87" fmla="*/ 10 h 117"/>
              <a:gd name="T88" fmla="*/ 62 w 145"/>
              <a:gd name="T89" fmla="*/ 29 h 117"/>
              <a:gd name="T90" fmla="*/ 83 w 145"/>
              <a:gd name="T91" fmla="*/ 39 h 117"/>
              <a:gd name="T92" fmla="*/ 52 w 145"/>
              <a:gd name="T93" fmla="*/ 31 h 117"/>
              <a:gd name="T94" fmla="*/ 29 w 145"/>
              <a:gd name="T95" fmla="*/ 53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5" h="117">
                <a:moveTo>
                  <a:pt x="145" y="117"/>
                </a:moveTo>
                <a:cubicBezTo>
                  <a:pt x="0" y="117"/>
                  <a:pt x="0" y="117"/>
                  <a:pt x="0" y="117"/>
                </a:cubicBezTo>
                <a:moveTo>
                  <a:pt x="35" y="85"/>
                </a:moveTo>
                <a:cubicBezTo>
                  <a:pt x="15" y="85"/>
                  <a:pt x="15" y="85"/>
                  <a:pt x="15" y="85"/>
                </a:cubicBezTo>
                <a:cubicBezTo>
                  <a:pt x="15" y="117"/>
                  <a:pt x="15" y="117"/>
                  <a:pt x="15" y="117"/>
                </a:cubicBezTo>
                <a:cubicBezTo>
                  <a:pt x="35" y="117"/>
                  <a:pt x="35" y="117"/>
                  <a:pt x="35" y="117"/>
                </a:cubicBezTo>
                <a:lnTo>
                  <a:pt x="35" y="85"/>
                </a:lnTo>
                <a:close/>
                <a:moveTo>
                  <a:pt x="66" y="54"/>
                </a:moveTo>
                <a:cubicBezTo>
                  <a:pt x="46" y="54"/>
                  <a:pt x="46" y="54"/>
                  <a:pt x="46" y="54"/>
                </a:cubicBezTo>
                <a:cubicBezTo>
                  <a:pt x="46" y="117"/>
                  <a:pt x="46" y="117"/>
                  <a:pt x="46" y="117"/>
                </a:cubicBezTo>
                <a:cubicBezTo>
                  <a:pt x="66" y="117"/>
                  <a:pt x="66" y="117"/>
                  <a:pt x="66" y="117"/>
                </a:cubicBezTo>
                <a:lnTo>
                  <a:pt x="66" y="54"/>
                </a:lnTo>
                <a:close/>
                <a:moveTo>
                  <a:pt x="98" y="68"/>
                </a:moveTo>
                <a:cubicBezTo>
                  <a:pt x="78" y="68"/>
                  <a:pt x="78" y="68"/>
                  <a:pt x="78" y="68"/>
                </a:cubicBezTo>
                <a:cubicBezTo>
                  <a:pt x="78" y="117"/>
                  <a:pt x="78" y="117"/>
                  <a:pt x="78" y="117"/>
                </a:cubicBezTo>
                <a:cubicBezTo>
                  <a:pt x="98" y="117"/>
                  <a:pt x="98" y="117"/>
                  <a:pt x="98" y="117"/>
                </a:cubicBezTo>
                <a:lnTo>
                  <a:pt x="98" y="68"/>
                </a:lnTo>
                <a:close/>
                <a:moveTo>
                  <a:pt x="129" y="36"/>
                </a:moveTo>
                <a:cubicBezTo>
                  <a:pt x="109" y="36"/>
                  <a:pt x="109" y="36"/>
                  <a:pt x="109" y="36"/>
                </a:cubicBezTo>
                <a:cubicBezTo>
                  <a:pt x="109" y="117"/>
                  <a:pt x="109" y="117"/>
                  <a:pt x="109" y="117"/>
                </a:cubicBezTo>
                <a:cubicBezTo>
                  <a:pt x="129" y="117"/>
                  <a:pt x="129" y="117"/>
                  <a:pt x="129" y="117"/>
                </a:cubicBezTo>
                <a:lnTo>
                  <a:pt x="129" y="36"/>
                </a:lnTo>
                <a:close/>
                <a:moveTo>
                  <a:pt x="25" y="51"/>
                </a:moveTo>
                <a:cubicBezTo>
                  <a:pt x="22" y="51"/>
                  <a:pt x="19" y="53"/>
                  <a:pt x="19" y="56"/>
                </a:cubicBezTo>
                <a:cubicBezTo>
                  <a:pt x="19" y="60"/>
                  <a:pt x="22" y="62"/>
                  <a:pt x="25" y="62"/>
                </a:cubicBezTo>
                <a:cubicBezTo>
                  <a:pt x="28" y="62"/>
                  <a:pt x="31" y="60"/>
                  <a:pt x="31" y="56"/>
                </a:cubicBezTo>
                <a:cubicBezTo>
                  <a:pt x="31" y="53"/>
                  <a:pt x="28" y="51"/>
                  <a:pt x="25" y="51"/>
                </a:cubicBezTo>
                <a:close/>
                <a:moveTo>
                  <a:pt x="56" y="21"/>
                </a:moveTo>
                <a:cubicBezTo>
                  <a:pt x="53" y="21"/>
                  <a:pt x="51" y="23"/>
                  <a:pt x="51" y="27"/>
                </a:cubicBezTo>
                <a:cubicBezTo>
                  <a:pt x="51" y="30"/>
                  <a:pt x="53" y="32"/>
                  <a:pt x="56" y="32"/>
                </a:cubicBezTo>
                <a:cubicBezTo>
                  <a:pt x="60" y="32"/>
                  <a:pt x="62" y="30"/>
                  <a:pt x="62" y="27"/>
                </a:cubicBezTo>
                <a:cubicBezTo>
                  <a:pt x="62" y="23"/>
                  <a:pt x="60" y="21"/>
                  <a:pt x="56" y="21"/>
                </a:cubicBezTo>
                <a:close/>
                <a:moveTo>
                  <a:pt x="88" y="36"/>
                </a:moveTo>
                <a:cubicBezTo>
                  <a:pt x="85" y="36"/>
                  <a:pt x="82" y="38"/>
                  <a:pt x="82" y="42"/>
                </a:cubicBezTo>
                <a:cubicBezTo>
                  <a:pt x="82" y="45"/>
                  <a:pt x="85" y="47"/>
                  <a:pt x="88" y="47"/>
                </a:cubicBezTo>
                <a:cubicBezTo>
                  <a:pt x="91" y="47"/>
                  <a:pt x="94" y="45"/>
                  <a:pt x="94" y="42"/>
                </a:cubicBezTo>
                <a:cubicBezTo>
                  <a:pt x="94" y="38"/>
                  <a:pt x="91" y="36"/>
                  <a:pt x="88" y="36"/>
                </a:cubicBezTo>
                <a:close/>
                <a:moveTo>
                  <a:pt x="119" y="0"/>
                </a:moveTo>
                <a:cubicBezTo>
                  <a:pt x="116" y="0"/>
                  <a:pt x="113" y="3"/>
                  <a:pt x="113" y="6"/>
                </a:cubicBezTo>
                <a:cubicBezTo>
                  <a:pt x="113" y="9"/>
                  <a:pt x="116" y="12"/>
                  <a:pt x="119" y="12"/>
                </a:cubicBezTo>
                <a:cubicBezTo>
                  <a:pt x="122" y="12"/>
                  <a:pt x="125" y="9"/>
                  <a:pt x="125" y="6"/>
                </a:cubicBezTo>
                <a:cubicBezTo>
                  <a:pt x="125" y="3"/>
                  <a:pt x="122" y="0"/>
                  <a:pt x="119" y="0"/>
                </a:cubicBezTo>
                <a:close/>
                <a:moveTo>
                  <a:pt x="92" y="37"/>
                </a:moveTo>
                <a:cubicBezTo>
                  <a:pt x="115" y="10"/>
                  <a:pt x="115" y="10"/>
                  <a:pt x="115" y="10"/>
                </a:cubicBezTo>
                <a:moveTo>
                  <a:pt x="62" y="29"/>
                </a:moveTo>
                <a:cubicBezTo>
                  <a:pt x="83" y="39"/>
                  <a:pt x="83" y="39"/>
                  <a:pt x="83" y="39"/>
                </a:cubicBezTo>
                <a:moveTo>
                  <a:pt x="52" y="31"/>
                </a:moveTo>
                <a:cubicBezTo>
                  <a:pt x="29" y="53"/>
                  <a:pt x="29" y="53"/>
                  <a:pt x="29" y="53"/>
                </a:cubicBezTo>
              </a:path>
            </a:pathLst>
          </a:custGeom>
          <a:noFill/>
          <a:ln w="14288"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39" name="Rectangle 29">
            <a:extLst>
              <a:ext uri="{FF2B5EF4-FFF2-40B4-BE49-F238E27FC236}">
                <a16:creationId xmlns:a16="http://schemas.microsoft.com/office/drawing/2014/main" id="{3C6A612B-1F67-4CB1-85F4-53E100E7A96F}"/>
              </a:ext>
            </a:extLst>
          </p:cNvPr>
          <p:cNvSpPr>
            <a:spLocks noChangeArrowheads="1"/>
          </p:cNvSpPr>
          <p:nvPr/>
        </p:nvSpPr>
        <p:spPr bwMode="auto">
          <a:xfrm>
            <a:off x="1911350" y="2081213"/>
            <a:ext cx="147155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accent1"/>
                </a:solidFill>
                <a:effectLst/>
                <a:latin typeface="Montserrat SemiBold" panose="00000700000000000000" pitchFamily="50" charset="-52"/>
              </a:rPr>
              <a:t>IN</a:t>
            </a:r>
            <a:r>
              <a:rPr kumimoji="0" lang="en-US" altLang="ru-UA" sz="1600" b="1" i="0" u="none" strike="noStrike" cap="none" normalizeH="0" baseline="0">
                <a:ln>
                  <a:noFill/>
                </a:ln>
                <a:solidFill>
                  <a:schemeClr val="accent1"/>
                </a:solidFill>
                <a:effectLst/>
                <a:latin typeface="Montserrat SemiBold" panose="00000700000000000000" pitchFamily="50" charset="-52"/>
              </a:rPr>
              <a:t>FODATA 04</a:t>
            </a:r>
            <a:endParaRPr kumimoji="0" lang="ru-UA" altLang="ru-UA" sz="1800" b="0" i="0" u="none" strike="noStrike" cap="none" normalizeH="0" baseline="0">
              <a:ln>
                <a:noFill/>
              </a:ln>
              <a:solidFill>
                <a:schemeClr val="accent1"/>
              </a:solidFill>
              <a:effectLst/>
            </a:endParaRPr>
          </a:p>
        </p:txBody>
      </p:sp>
      <p:sp>
        <p:nvSpPr>
          <p:cNvPr id="47" name="Rectangle 37">
            <a:extLst>
              <a:ext uri="{FF2B5EF4-FFF2-40B4-BE49-F238E27FC236}">
                <a16:creationId xmlns:a16="http://schemas.microsoft.com/office/drawing/2014/main" id="{B3D2787B-0418-4B6D-8F5C-3345EFA4B7BA}"/>
              </a:ext>
            </a:extLst>
          </p:cNvPr>
          <p:cNvSpPr>
            <a:spLocks noChangeArrowheads="1"/>
          </p:cNvSpPr>
          <p:nvPr/>
        </p:nvSpPr>
        <p:spPr bwMode="auto">
          <a:xfrm>
            <a:off x="1951038" y="4845050"/>
            <a:ext cx="14507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accent4"/>
                </a:solidFill>
                <a:effectLst/>
                <a:latin typeface="Montserrat SemiBold" panose="00000700000000000000" pitchFamily="50" charset="-52"/>
              </a:rPr>
              <a:t>IN</a:t>
            </a:r>
            <a:r>
              <a:rPr kumimoji="0" lang="en-US" altLang="ru-UA" sz="1600" b="1" i="0" u="none" strike="noStrike" cap="none" normalizeH="0" baseline="0">
                <a:ln>
                  <a:noFill/>
                </a:ln>
                <a:solidFill>
                  <a:schemeClr val="accent4"/>
                </a:solidFill>
                <a:effectLst/>
                <a:latin typeface="Montserrat SemiBold" panose="00000700000000000000" pitchFamily="50" charset="-52"/>
              </a:rPr>
              <a:t>FODATA 03</a:t>
            </a:r>
            <a:endParaRPr kumimoji="0" lang="ru-UA" altLang="ru-UA" sz="1800" b="0" i="0" u="none" strike="noStrike" cap="none" normalizeH="0" baseline="0">
              <a:ln>
                <a:noFill/>
              </a:ln>
              <a:solidFill>
                <a:schemeClr val="accent4"/>
              </a:solidFill>
              <a:effectLst/>
            </a:endParaRPr>
          </a:p>
        </p:txBody>
      </p:sp>
      <p:sp>
        <p:nvSpPr>
          <p:cNvPr id="55" name="Freeform 45">
            <a:extLst>
              <a:ext uri="{FF2B5EF4-FFF2-40B4-BE49-F238E27FC236}">
                <a16:creationId xmlns:a16="http://schemas.microsoft.com/office/drawing/2014/main" id="{C7789E21-3575-44F5-9BD5-F0251054B3FF}"/>
              </a:ext>
            </a:extLst>
          </p:cNvPr>
          <p:cNvSpPr>
            <a:spLocks noEditPoints="1"/>
          </p:cNvSpPr>
          <p:nvPr/>
        </p:nvSpPr>
        <p:spPr bwMode="auto">
          <a:xfrm>
            <a:off x="2466975" y="4184650"/>
            <a:ext cx="439738" cy="522288"/>
          </a:xfrm>
          <a:custGeom>
            <a:avLst/>
            <a:gdLst>
              <a:gd name="T0" fmla="*/ 277 w 277"/>
              <a:gd name="T1" fmla="*/ 134 h 329"/>
              <a:gd name="T2" fmla="*/ 277 w 277"/>
              <a:gd name="T3" fmla="*/ 329 h 329"/>
              <a:gd name="T4" fmla="*/ 0 w 277"/>
              <a:gd name="T5" fmla="*/ 329 h 329"/>
              <a:gd name="T6" fmla="*/ 0 w 277"/>
              <a:gd name="T7" fmla="*/ 134 h 329"/>
              <a:gd name="T8" fmla="*/ 277 w 277"/>
              <a:gd name="T9" fmla="*/ 329 h 329"/>
              <a:gd name="T10" fmla="*/ 139 w 277"/>
              <a:gd name="T11" fmla="*/ 231 h 329"/>
              <a:gd name="T12" fmla="*/ 0 w 277"/>
              <a:gd name="T13" fmla="*/ 329 h 329"/>
              <a:gd name="T14" fmla="*/ 277 w 277"/>
              <a:gd name="T15" fmla="*/ 134 h 329"/>
              <a:gd name="T16" fmla="*/ 185 w 277"/>
              <a:gd name="T17" fmla="*/ 234 h 329"/>
              <a:gd name="T18" fmla="*/ 0 w 277"/>
              <a:gd name="T19" fmla="*/ 134 h 329"/>
              <a:gd name="T20" fmla="*/ 95 w 277"/>
              <a:gd name="T21" fmla="*/ 234 h 329"/>
              <a:gd name="T22" fmla="*/ 243 w 277"/>
              <a:gd name="T23" fmla="*/ 130 h 329"/>
              <a:gd name="T24" fmla="*/ 243 w 277"/>
              <a:gd name="T25" fmla="*/ 60 h 329"/>
              <a:gd name="T26" fmla="*/ 183 w 277"/>
              <a:gd name="T27" fmla="*/ 0 h 329"/>
              <a:gd name="T28" fmla="*/ 35 w 277"/>
              <a:gd name="T29" fmla="*/ 0 h 329"/>
              <a:gd name="T30" fmla="*/ 35 w 277"/>
              <a:gd name="T31" fmla="*/ 130 h 329"/>
              <a:gd name="T32" fmla="*/ 243 w 277"/>
              <a:gd name="T33" fmla="*/ 60 h 329"/>
              <a:gd name="T34" fmla="*/ 183 w 277"/>
              <a:gd name="T35" fmla="*/ 0 h 329"/>
              <a:gd name="T36" fmla="*/ 183 w 277"/>
              <a:gd name="T37" fmla="*/ 60 h 329"/>
              <a:gd name="T38" fmla="*/ 243 w 277"/>
              <a:gd name="T39" fmla="*/ 60 h 329"/>
              <a:gd name="T40" fmla="*/ 93 w 277"/>
              <a:gd name="T41" fmla="*/ 95 h 329"/>
              <a:gd name="T42" fmla="*/ 65 w 277"/>
              <a:gd name="T43" fmla="*/ 95 h 329"/>
              <a:gd name="T44" fmla="*/ 206 w 277"/>
              <a:gd name="T45" fmla="*/ 95 h 329"/>
              <a:gd name="T46" fmla="*/ 123 w 277"/>
              <a:gd name="T47" fmla="*/ 95 h 329"/>
              <a:gd name="T48" fmla="*/ 65 w 277"/>
              <a:gd name="T49" fmla="*/ 127 h 329"/>
              <a:gd name="T50" fmla="*/ 143 w 277"/>
              <a:gd name="T51" fmla="*/ 127 h 329"/>
              <a:gd name="T52" fmla="*/ 206 w 277"/>
              <a:gd name="T53" fmla="*/ 127 h 329"/>
              <a:gd name="T54" fmla="*/ 176 w 277"/>
              <a:gd name="T55" fmla="*/ 127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7" h="329">
                <a:moveTo>
                  <a:pt x="277" y="134"/>
                </a:moveTo>
                <a:lnTo>
                  <a:pt x="277" y="329"/>
                </a:lnTo>
                <a:lnTo>
                  <a:pt x="0" y="329"/>
                </a:lnTo>
                <a:lnTo>
                  <a:pt x="0" y="134"/>
                </a:lnTo>
                <a:moveTo>
                  <a:pt x="277" y="329"/>
                </a:moveTo>
                <a:lnTo>
                  <a:pt x="139" y="231"/>
                </a:lnTo>
                <a:lnTo>
                  <a:pt x="0" y="329"/>
                </a:lnTo>
                <a:moveTo>
                  <a:pt x="277" y="134"/>
                </a:moveTo>
                <a:lnTo>
                  <a:pt x="185" y="234"/>
                </a:lnTo>
                <a:moveTo>
                  <a:pt x="0" y="134"/>
                </a:moveTo>
                <a:lnTo>
                  <a:pt x="95" y="234"/>
                </a:lnTo>
                <a:moveTo>
                  <a:pt x="243" y="130"/>
                </a:moveTo>
                <a:lnTo>
                  <a:pt x="243" y="60"/>
                </a:lnTo>
                <a:moveTo>
                  <a:pt x="183" y="0"/>
                </a:moveTo>
                <a:lnTo>
                  <a:pt x="35" y="0"/>
                </a:lnTo>
                <a:lnTo>
                  <a:pt x="35" y="130"/>
                </a:lnTo>
                <a:moveTo>
                  <a:pt x="243" y="60"/>
                </a:moveTo>
                <a:lnTo>
                  <a:pt x="183" y="0"/>
                </a:lnTo>
                <a:lnTo>
                  <a:pt x="183" y="60"/>
                </a:lnTo>
                <a:lnTo>
                  <a:pt x="243" y="60"/>
                </a:lnTo>
                <a:moveTo>
                  <a:pt x="93" y="95"/>
                </a:moveTo>
                <a:lnTo>
                  <a:pt x="65" y="95"/>
                </a:lnTo>
                <a:moveTo>
                  <a:pt x="206" y="95"/>
                </a:moveTo>
                <a:lnTo>
                  <a:pt x="123" y="95"/>
                </a:lnTo>
                <a:moveTo>
                  <a:pt x="65" y="127"/>
                </a:moveTo>
                <a:lnTo>
                  <a:pt x="143" y="127"/>
                </a:lnTo>
                <a:moveTo>
                  <a:pt x="206" y="127"/>
                </a:moveTo>
                <a:lnTo>
                  <a:pt x="176" y="127"/>
                </a:lnTo>
              </a:path>
            </a:pathLst>
          </a:custGeom>
          <a:noFill/>
          <a:ln w="14288"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56" name="Freeform 46">
            <a:extLst>
              <a:ext uri="{FF2B5EF4-FFF2-40B4-BE49-F238E27FC236}">
                <a16:creationId xmlns:a16="http://schemas.microsoft.com/office/drawing/2014/main" id="{090E974B-FC81-4A7F-BCB2-1636DF60650E}"/>
              </a:ext>
            </a:extLst>
          </p:cNvPr>
          <p:cNvSpPr>
            <a:spLocks noEditPoints="1"/>
          </p:cNvSpPr>
          <p:nvPr/>
        </p:nvSpPr>
        <p:spPr bwMode="auto">
          <a:xfrm>
            <a:off x="2185988" y="1549400"/>
            <a:ext cx="762000" cy="433388"/>
          </a:xfrm>
          <a:custGeom>
            <a:avLst/>
            <a:gdLst>
              <a:gd name="T0" fmla="*/ 49 w 208"/>
              <a:gd name="T1" fmla="*/ 96 h 118"/>
              <a:gd name="T2" fmla="*/ 48 w 208"/>
              <a:gd name="T3" fmla="*/ 87 h 118"/>
              <a:gd name="T4" fmla="*/ 60 w 208"/>
              <a:gd name="T5" fmla="*/ 76 h 118"/>
              <a:gd name="T6" fmla="*/ 67 w 208"/>
              <a:gd name="T7" fmla="*/ 82 h 118"/>
              <a:gd name="T8" fmla="*/ 57 w 208"/>
              <a:gd name="T9" fmla="*/ 95 h 118"/>
              <a:gd name="T10" fmla="*/ 126 w 208"/>
              <a:gd name="T11" fmla="*/ 85 h 118"/>
              <a:gd name="T12" fmla="*/ 151 w 208"/>
              <a:gd name="T13" fmla="*/ 96 h 118"/>
              <a:gd name="T14" fmla="*/ 153 w 208"/>
              <a:gd name="T15" fmla="*/ 85 h 118"/>
              <a:gd name="T16" fmla="*/ 127 w 208"/>
              <a:gd name="T17" fmla="*/ 105 h 118"/>
              <a:gd name="T18" fmla="*/ 138 w 208"/>
              <a:gd name="T19" fmla="*/ 105 h 118"/>
              <a:gd name="T20" fmla="*/ 141 w 208"/>
              <a:gd name="T21" fmla="*/ 96 h 118"/>
              <a:gd name="T22" fmla="*/ 113 w 208"/>
              <a:gd name="T23" fmla="*/ 113 h 118"/>
              <a:gd name="T24" fmla="*/ 125 w 208"/>
              <a:gd name="T25" fmla="*/ 113 h 118"/>
              <a:gd name="T26" fmla="*/ 127 w 208"/>
              <a:gd name="T27" fmla="*/ 105 h 118"/>
              <a:gd name="T28" fmla="*/ 97 w 208"/>
              <a:gd name="T29" fmla="*/ 115 h 118"/>
              <a:gd name="T30" fmla="*/ 110 w 208"/>
              <a:gd name="T31" fmla="*/ 114 h 118"/>
              <a:gd name="T32" fmla="*/ 66 w 208"/>
              <a:gd name="T33" fmla="*/ 105 h 118"/>
              <a:gd name="T34" fmla="*/ 80 w 208"/>
              <a:gd name="T35" fmla="*/ 80 h 118"/>
              <a:gd name="T36" fmla="*/ 71 w 208"/>
              <a:gd name="T37" fmla="*/ 81 h 118"/>
              <a:gd name="T38" fmla="*/ 57 w 208"/>
              <a:gd name="T39" fmla="*/ 105 h 118"/>
              <a:gd name="T40" fmla="*/ 66 w 208"/>
              <a:gd name="T41" fmla="*/ 105 h 118"/>
              <a:gd name="T42" fmla="*/ 91 w 208"/>
              <a:gd name="T43" fmla="*/ 96 h 118"/>
              <a:gd name="T44" fmla="*/ 85 w 208"/>
              <a:gd name="T45" fmla="*/ 85 h 118"/>
              <a:gd name="T46" fmla="*/ 68 w 208"/>
              <a:gd name="T47" fmla="*/ 102 h 118"/>
              <a:gd name="T48" fmla="*/ 74 w 208"/>
              <a:gd name="T49" fmla="*/ 112 h 118"/>
              <a:gd name="T50" fmla="*/ 96 w 208"/>
              <a:gd name="T51" fmla="*/ 109 h 118"/>
              <a:gd name="T52" fmla="*/ 97 w 208"/>
              <a:gd name="T53" fmla="*/ 98 h 118"/>
              <a:gd name="T54" fmla="*/ 88 w 208"/>
              <a:gd name="T55" fmla="*/ 99 h 118"/>
              <a:gd name="T56" fmla="*/ 81 w 208"/>
              <a:gd name="T57" fmla="*/ 116 h 118"/>
              <a:gd name="T58" fmla="*/ 90 w 208"/>
              <a:gd name="T59" fmla="*/ 115 h 118"/>
              <a:gd name="T60" fmla="*/ 178 w 208"/>
              <a:gd name="T61" fmla="*/ 1 h 118"/>
              <a:gd name="T62" fmla="*/ 173 w 208"/>
              <a:gd name="T63" fmla="*/ 70 h 118"/>
              <a:gd name="T64" fmla="*/ 208 w 208"/>
              <a:gd name="T65" fmla="*/ 56 h 118"/>
              <a:gd name="T66" fmla="*/ 112 w 208"/>
              <a:gd name="T67" fmla="*/ 30 h 118"/>
              <a:gd name="T68" fmla="*/ 102 w 208"/>
              <a:gd name="T69" fmla="*/ 31 h 118"/>
              <a:gd name="T70" fmla="*/ 71 w 208"/>
              <a:gd name="T71" fmla="*/ 46 h 118"/>
              <a:gd name="T72" fmla="*/ 98 w 208"/>
              <a:gd name="T73" fmla="*/ 53 h 118"/>
              <a:gd name="T74" fmla="*/ 152 w 208"/>
              <a:gd name="T75" fmla="*/ 85 h 118"/>
              <a:gd name="T76" fmla="*/ 161 w 208"/>
              <a:gd name="T77" fmla="*/ 74 h 118"/>
              <a:gd name="T78" fmla="*/ 152 w 208"/>
              <a:gd name="T79" fmla="*/ 85 h 118"/>
              <a:gd name="T80" fmla="*/ 52 w 208"/>
              <a:gd name="T81" fmla="*/ 84 h 118"/>
              <a:gd name="T82" fmla="*/ 30 w 208"/>
              <a:gd name="T83" fmla="*/ 78 h 118"/>
              <a:gd name="T84" fmla="*/ 43 w 208"/>
              <a:gd name="T85" fmla="*/ 0 h 118"/>
              <a:gd name="T86" fmla="*/ 50 w 208"/>
              <a:gd name="T87" fmla="*/ 85 h 118"/>
              <a:gd name="T88" fmla="*/ 69 w 208"/>
              <a:gd name="T89" fmla="*/ 29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08" h="118">
                <a:moveTo>
                  <a:pt x="54" y="97"/>
                </a:moveTo>
                <a:cubicBezTo>
                  <a:pt x="52" y="98"/>
                  <a:pt x="50" y="97"/>
                  <a:pt x="49" y="96"/>
                </a:cubicBezTo>
                <a:cubicBezTo>
                  <a:pt x="47" y="95"/>
                  <a:pt x="47" y="93"/>
                  <a:pt x="47" y="92"/>
                </a:cubicBezTo>
                <a:cubicBezTo>
                  <a:pt x="47" y="90"/>
                  <a:pt x="47" y="88"/>
                  <a:pt x="48" y="87"/>
                </a:cubicBezTo>
                <a:cubicBezTo>
                  <a:pt x="56" y="78"/>
                  <a:pt x="56" y="78"/>
                  <a:pt x="56" y="78"/>
                </a:cubicBezTo>
                <a:cubicBezTo>
                  <a:pt x="57" y="77"/>
                  <a:pt x="59" y="76"/>
                  <a:pt x="60" y="76"/>
                </a:cubicBezTo>
                <a:cubicBezTo>
                  <a:pt x="62" y="76"/>
                  <a:pt x="64" y="76"/>
                  <a:pt x="65" y="78"/>
                </a:cubicBezTo>
                <a:cubicBezTo>
                  <a:pt x="66" y="79"/>
                  <a:pt x="67" y="80"/>
                  <a:pt x="67" y="82"/>
                </a:cubicBezTo>
                <a:cubicBezTo>
                  <a:pt x="67" y="84"/>
                  <a:pt x="67" y="85"/>
                  <a:pt x="66" y="86"/>
                </a:cubicBezTo>
                <a:cubicBezTo>
                  <a:pt x="57" y="95"/>
                  <a:pt x="57" y="95"/>
                  <a:pt x="57" y="95"/>
                </a:cubicBezTo>
                <a:cubicBezTo>
                  <a:pt x="57" y="97"/>
                  <a:pt x="55" y="97"/>
                  <a:pt x="54" y="97"/>
                </a:cubicBezTo>
                <a:close/>
                <a:moveTo>
                  <a:pt x="126" y="85"/>
                </a:moveTo>
                <a:cubicBezTo>
                  <a:pt x="126" y="85"/>
                  <a:pt x="141" y="98"/>
                  <a:pt x="145" y="98"/>
                </a:cubicBezTo>
                <a:cubicBezTo>
                  <a:pt x="149" y="99"/>
                  <a:pt x="150" y="98"/>
                  <a:pt x="151" y="96"/>
                </a:cubicBezTo>
                <a:cubicBezTo>
                  <a:pt x="153" y="95"/>
                  <a:pt x="154" y="92"/>
                  <a:pt x="154" y="90"/>
                </a:cubicBezTo>
                <a:cubicBezTo>
                  <a:pt x="154" y="88"/>
                  <a:pt x="153" y="87"/>
                  <a:pt x="153" y="85"/>
                </a:cubicBezTo>
                <a:moveTo>
                  <a:pt x="114" y="93"/>
                </a:moveTo>
                <a:cubicBezTo>
                  <a:pt x="127" y="105"/>
                  <a:pt x="127" y="105"/>
                  <a:pt x="127" y="105"/>
                </a:cubicBezTo>
                <a:cubicBezTo>
                  <a:pt x="128" y="106"/>
                  <a:pt x="130" y="107"/>
                  <a:pt x="133" y="107"/>
                </a:cubicBezTo>
                <a:cubicBezTo>
                  <a:pt x="135" y="107"/>
                  <a:pt x="137" y="107"/>
                  <a:pt x="138" y="105"/>
                </a:cubicBezTo>
                <a:cubicBezTo>
                  <a:pt x="140" y="104"/>
                  <a:pt x="141" y="101"/>
                  <a:pt x="141" y="99"/>
                </a:cubicBezTo>
                <a:cubicBezTo>
                  <a:pt x="141" y="98"/>
                  <a:pt x="141" y="97"/>
                  <a:pt x="141" y="96"/>
                </a:cubicBezTo>
                <a:moveTo>
                  <a:pt x="107" y="107"/>
                </a:moveTo>
                <a:cubicBezTo>
                  <a:pt x="113" y="113"/>
                  <a:pt x="113" y="113"/>
                  <a:pt x="113" y="113"/>
                </a:cubicBezTo>
                <a:cubicBezTo>
                  <a:pt x="114" y="114"/>
                  <a:pt x="116" y="115"/>
                  <a:pt x="119" y="115"/>
                </a:cubicBezTo>
                <a:cubicBezTo>
                  <a:pt x="121" y="116"/>
                  <a:pt x="123" y="115"/>
                  <a:pt x="125" y="113"/>
                </a:cubicBezTo>
                <a:cubicBezTo>
                  <a:pt x="126" y="112"/>
                  <a:pt x="127" y="109"/>
                  <a:pt x="127" y="107"/>
                </a:cubicBezTo>
                <a:cubicBezTo>
                  <a:pt x="127" y="106"/>
                  <a:pt x="127" y="105"/>
                  <a:pt x="127" y="105"/>
                </a:cubicBezTo>
                <a:moveTo>
                  <a:pt x="92" y="113"/>
                </a:moveTo>
                <a:cubicBezTo>
                  <a:pt x="97" y="115"/>
                  <a:pt x="97" y="115"/>
                  <a:pt x="97" y="115"/>
                </a:cubicBezTo>
                <a:cubicBezTo>
                  <a:pt x="98" y="116"/>
                  <a:pt x="101" y="116"/>
                  <a:pt x="104" y="116"/>
                </a:cubicBezTo>
                <a:cubicBezTo>
                  <a:pt x="107" y="116"/>
                  <a:pt x="109" y="115"/>
                  <a:pt x="110" y="114"/>
                </a:cubicBezTo>
                <a:cubicBezTo>
                  <a:pt x="111" y="113"/>
                  <a:pt x="112" y="113"/>
                  <a:pt x="112" y="112"/>
                </a:cubicBezTo>
                <a:moveTo>
                  <a:pt x="66" y="105"/>
                </a:moveTo>
                <a:cubicBezTo>
                  <a:pt x="80" y="89"/>
                  <a:pt x="80" y="89"/>
                  <a:pt x="80" y="89"/>
                </a:cubicBezTo>
                <a:cubicBezTo>
                  <a:pt x="82" y="86"/>
                  <a:pt x="82" y="82"/>
                  <a:pt x="80" y="80"/>
                </a:cubicBezTo>
                <a:cubicBezTo>
                  <a:pt x="78" y="79"/>
                  <a:pt x="76" y="78"/>
                  <a:pt x="75" y="79"/>
                </a:cubicBezTo>
                <a:cubicBezTo>
                  <a:pt x="73" y="79"/>
                  <a:pt x="72" y="80"/>
                  <a:pt x="71" y="81"/>
                </a:cubicBezTo>
                <a:cubicBezTo>
                  <a:pt x="57" y="96"/>
                  <a:pt x="57" y="96"/>
                  <a:pt x="57" y="96"/>
                </a:cubicBezTo>
                <a:cubicBezTo>
                  <a:pt x="54" y="99"/>
                  <a:pt x="54" y="103"/>
                  <a:pt x="57" y="105"/>
                </a:cubicBezTo>
                <a:cubicBezTo>
                  <a:pt x="58" y="107"/>
                  <a:pt x="60" y="107"/>
                  <a:pt x="62" y="107"/>
                </a:cubicBezTo>
                <a:cubicBezTo>
                  <a:pt x="64" y="107"/>
                  <a:pt x="65" y="106"/>
                  <a:pt x="66" y="105"/>
                </a:cubicBezTo>
                <a:close/>
                <a:moveTo>
                  <a:pt x="78" y="110"/>
                </a:moveTo>
                <a:cubicBezTo>
                  <a:pt x="91" y="96"/>
                  <a:pt x="91" y="96"/>
                  <a:pt x="91" y="96"/>
                </a:cubicBezTo>
                <a:cubicBezTo>
                  <a:pt x="93" y="93"/>
                  <a:pt x="93" y="89"/>
                  <a:pt x="90" y="87"/>
                </a:cubicBezTo>
                <a:cubicBezTo>
                  <a:pt x="89" y="86"/>
                  <a:pt x="87" y="85"/>
                  <a:pt x="85" y="85"/>
                </a:cubicBezTo>
                <a:cubicBezTo>
                  <a:pt x="84" y="86"/>
                  <a:pt x="82" y="86"/>
                  <a:pt x="81" y="87"/>
                </a:cubicBezTo>
                <a:cubicBezTo>
                  <a:pt x="68" y="102"/>
                  <a:pt x="68" y="102"/>
                  <a:pt x="68" y="102"/>
                </a:cubicBezTo>
                <a:cubicBezTo>
                  <a:pt x="66" y="105"/>
                  <a:pt x="66" y="109"/>
                  <a:pt x="69" y="111"/>
                </a:cubicBezTo>
                <a:cubicBezTo>
                  <a:pt x="70" y="112"/>
                  <a:pt x="72" y="113"/>
                  <a:pt x="74" y="112"/>
                </a:cubicBezTo>
                <a:cubicBezTo>
                  <a:pt x="75" y="112"/>
                  <a:pt x="77" y="112"/>
                  <a:pt x="78" y="110"/>
                </a:cubicBezTo>
                <a:close/>
                <a:moveTo>
                  <a:pt x="96" y="109"/>
                </a:moveTo>
                <a:cubicBezTo>
                  <a:pt x="97" y="107"/>
                  <a:pt x="97" y="107"/>
                  <a:pt x="97" y="107"/>
                </a:cubicBezTo>
                <a:cubicBezTo>
                  <a:pt x="100" y="104"/>
                  <a:pt x="100" y="100"/>
                  <a:pt x="97" y="98"/>
                </a:cubicBezTo>
                <a:cubicBezTo>
                  <a:pt x="96" y="97"/>
                  <a:pt x="94" y="96"/>
                  <a:pt x="92" y="97"/>
                </a:cubicBezTo>
                <a:cubicBezTo>
                  <a:pt x="91" y="97"/>
                  <a:pt x="89" y="97"/>
                  <a:pt x="88" y="99"/>
                </a:cubicBezTo>
                <a:cubicBezTo>
                  <a:pt x="81" y="107"/>
                  <a:pt x="81" y="107"/>
                  <a:pt x="81" y="107"/>
                </a:cubicBezTo>
                <a:cubicBezTo>
                  <a:pt x="78" y="110"/>
                  <a:pt x="79" y="114"/>
                  <a:pt x="81" y="116"/>
                </a:cubicBezTo>
                <a:cubicBezTo>
                  <a:pt x="82" y="117"/>
                  <a:pt x="84" y="118"/>
                  <a:pt x="86" y="117"/>
                </a:cubicBezTo>
                <a:cubicBezTo>
                  <a:pt x="88" y="117"/>
                  <a:pt x="89" y="116"/>
                  <a:pt x="90" y="115"/>
                </a:cubicBezTo>
                <a:lnTo>
                  <a:pt x="96" y="109"/>
                </a:lnTo>
                <a:close/>
                <a:moveTo>
                  <a:pt x="178" y="1"/>
                </a:moveTo>
                <a:cubicBezTo>
                  <a:pt x="165" y="8"/>
                  <a:pt x="146" y="18"/>
                  <a:pt x="143" y="20"/>
                </a:cubicBezTo>
                <a:cubicBezTo>
                  <a:pt x="145" y="24"/>
                  <a:pt x="158" y="45"/>
                  <a:pt x="173" y="70"/>
                </a:cubicBezTo>
                <a:cubicBezTo>
                  <a:pt x="174" y="74"/>
                  <a:pt x="174" y="74"/>
                  <a:pt x="174" y="74"/>
                </a:cubicBezTo>
                <a:cubicBezTo>
                  <a:pt x="208" y="56"/>
                  <a:pt x="208" y="56"/>
                  <a:pt x="208" y="56"/>
                </a:cubicBezTo>
                <a:moveTo>
                  <a:pt x="147" y="27"/>
                </a:moveTo>
                <a:cubicBezTo>
                  <a:pt x="131" y="21"/>
                  <a:pt x="122" y="30"/>
                  <a:pt x="112" y="30"/>
                </a:cubicBezTo>
                <a:cubicBezTo>
                  <a:pt x="108" y="30"/>
                  <a:pt x="105" y="31"/>
                  <a:pt x="103" y="31"/>
                </a:cubicBezTo>
                <a:cubicBezTo>
                  <a:pt x="102" y="31"/>
                  <a:pt x="102" y="31"/>
                  <a:pt x="102" y="31"/>
                </a:cubicBezTo>
                <a:cubicBezTo>
                  <a:pt x="101" y="31"/>
                  <a:pt x="100" y="31"/>
                  <a:pt x="99" y="32"/>
                </a:cubicBezTo>
                <a:cubicBezTo>
                  <a:pt x="71" y="46"/>
                  <a:pt x="71" y="46"/>
                  <a:pt x="71" y="46"/>
                </a:cubicBezTo>
                <a:cubicBezTo>
                  <a:pt x="58" y="53"/>
                  <a:pt x="71" y="62"/>
                  <a:pt x="75" y="61"/>
                </a:cubicBezTo>
                <a:cubicBezTo>
                  <a:pt x="80" y="60"/>
                  <a:pt x="91" y="56"/>
                  <a:pt x="98" y="53"/>
                </a:cubicBezTo>
                <a:cubicBezTo>
                  <a:pt x="103" y="51"/>
                  <a:pt x="108" y="52"/>
                  <a:pt x="112" y="55"/>
                </a:cubicBezTo>
                <a:cubicBezTo>
                  <a:pt x="124" y="64"/>
                  <a:pt x="151" y="83"/>
                  <a:pt x="152" y="85"/>
                </a:cubicBezTo>
                <a:moveTo>
                  <a:pt x="171" y="68"/>
                </a:moveTo>
                <a:cubicBezTo>
                  <a:pt x="169" y="69"/>
                  <a:pt x="163" y="72"/>
                  <a:pt x="161" y="74"/>
                </a:cubicBezTo>
                <a:cubicBezTo>
                  <a:pt x="161" y="74"/>
                  <a:pt x="160" y="76"/>
                  <a:pt x="159" y="78"/>
                </a:cubicBezTo>
                <a:cubicBezTo>
                  <a:pt x="157" y="80"/>
                  <a:pt x="155" y="84"/>
                  <a:pt x="152" y="85"/>
                </a:cubicBezTo>
                <a:moveTo>
                  <a:pt x="52" y="84"/>
                </a:moveTo>
                <a:cubicBezTo>
                  <a:pt x="52" y="84"/>
                  <a:pt x="52" y="84"/>
                  <a:pt x="52" y="84"/>
                </a:cubicBezTo>
                <a:moveTo>
                  <a:pt x="0" y="53"/>
                </a:moveTo>
                <a:cubicBezTo>
                  <a:pt x="30" y="78"/>
                  <a:pt x="30" y="78"/>
                  <a:pt x="30" y="78"/>
                </a:cubicBezTo>
                <a:cubicBezTo>
                  <a:pt x="72" y="24"/>
                  <a:pt x="72" y="24"/>
                  <a:pt x="72" y="24"/>
                </a:cubicBezTo>
                <a:cubicBezTo>
                  <a:pt x="43" y="0"/>
                  <a:pt x="43" y="0"/>
                  <a:pt x="43" y="0"/>
                </a:cubicBezTo>
                <a:moveTo>
                  <a:pt x="33" y="74"/>
                </a:moveTo>
                <a:cubicBezTo>
                  <a:pt x="41" y="81"/>
                  <a:pt x="50" y="85"/>
                  <a:pt x="50" y="85"/>
                </a:cubicBezTo>
                <a:moveTo>
                  <a:pt x="89" y="37"/>
                </a:moveTo>
                <a:cubicBezTo>
                  <a:pt x="85" y="35"/>
                  <a:pt x="76" y="31"/>
                  <a:pt x="69" y="29"/>
                </a:cubicBezTo>
              </a:path>
            </a:pathLst>
          </a:custGeom>
          <a:noFill/>
          <a:ln w="14288"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61" name="Text Placeholder 33">
            <a:extLst>
              <a:ext uri="{FF2B5EF4-FFF2-40B4-BE49-F238E27FC236}">
                <a16:creationId xmlns:a16="http://schemas.microsoft.com/office/drawing/2014/main" id="{3CB4B5AC-5B9E-4078-B42F-5B8E99F7458B}"/>
              </a:ext>
            </a:extLst>
          </p:cNvPr>
          <p:cNvSpPr txBox="1">
            <a:spLocks/>
          </p:cNvSpPr>
          <p:nvPr/>
        </p:nvSpPr>
        <p:spPr>
          <a:xfrm>
            <a:off x="1089660" y="2365460"/>
            <a:ext cx="2343174"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latin typeface="Montserrat Light" panose="00000400000000000000" pitchFamily="50" charset="-52"/>
              </a:rPr>
              <a:t>Lorem ipsum dolor sit amet, consectetur adipiscing elit, sed do eiusmod tempor incididunt ut labore et dolore magna</a:t>
            </a:r>
          </a:p>
        </p:txBody>
      </p:sp>
      <p:sp>
        <p:nvSpPr>
          <p:cNvPr id="62" name="Text Placeholder 33">
            <a:extLst>
              <a:ext uri="{FF2B5EF4-FFF2-40B4-BE49-F238E27FC236}">
                <a16:creationId xmlns:a16="http://schemas.microsoft.com/office/drawing/2014/main" id="{8B6382B1-20C8-44AB-B1BE-352033AF0ED1}"/>
              </a:ext>
            </a:extLst>
          </p:cNvPr>
          <p:cNvSpPr txBox="1">
            <a:spLocks/>
          </p:cNvSpPr>
          <p:nvPr/>
        </p:nvSpPr>
        <p:spPr>
          <a:xfrm>
            <a:off x="1089660" y="5139033"/>
            <a:ext cx="2343174"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latin typeface="Montserrat Light" panose="00000400000000000000" pitchFamily="50" charset="-52"/>
              </a:rPr>
              <a:t>Lorem ipsum dolor sit amet, consectetur adipiscing elit, sed do eiusmod tempor incididunt ut labore et dolore magna</a:t>
            </a:r>
          </a:p>
        </p:txBody>
      </p:sp>
      <p:sp>
        <p:nvSpPr>
          <p:cNvPr id="63" name="Text Placeholder 33">
            <a:extLst>
              <a:ext uri="{FF2B5EF4-FFF2-40B4-BE49-F238E27FC236}">
                <a16:creationId xmlns:a16="http://schemas.microsoft.com/office/drawing/2014/main" id="{06C4212B-979D-4169-A11E-69693418E47E}"/>
              </a:ext>
            </a:extLst>
          </p:cNvPr>
          <p:cNvSpPr txBox="1">
            <a:spLocks/>
          </p:cNvSpPr>
          <p:nvPr/>
        </p:nvSpPr>
        <p:spPr>
          <a:xfrm>
            <a:off x="8711734" y="2365460"/>
            <a:ext cx="2343174"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 incididunt ut labore et dolore magna</a:t>
            </a:r>
          </a:p>
        </p:txBody>
      </p:sp>
      <p:sp>
        <p:nvSpPr>
          <p:cNvPr id="64" name="Text Placeholder 33">
            <a:extLst>
              <a:ext uri="{FF2B5EF4-FFF2-40B4-BE49-F238E27FC236}">
                <a16:creationId xmlns:a16="http://schemas.microsoft.com/office/drawing/2014/main" id="{2D186374-4571-4B3C-930C-5854F0877A9A}"/>
              </a:ext>
            </a:extLst>
          </p:cNvPr>
          <p:cNvSpPr txBox="1">
            <a:spLocks/>
          </p:cNvSpPr>
          <p:nvPr/>
        </p:nvSpPr>
        <p:spPr>
          <a:xfrm>
            <a:off x="8711734" y="5139033"/>
            <a:ext cx="2343174"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 incididunt ut labore et dolore magna</a:t>
            </a:r>
          </a:p>
        </p:txBody>
      </p:sp>
      <p:sp>
        <p:nvSpPr>
          <p:cNvPr id="33" name="TextBox 32">
            <a:extLst>
              <a:ext uri="{FF2B5EF4-FFF2-40B4-BE49-F238E27FC236}">
                <a16:creationId xmlns:a16="http://schemas.microsoft.com/office/drawing/2014/main" id="{AFEF2E94-3ED8-454F-9FE3-59A6F2CAFA99}"/>
              </a:ext>
            </a:extLst>
          </p:cNvPr>
          <p:cNvSpPr txBox="1"/>
          <p:nvPr/>
        </p:nvSpPr>
        <p:spPr>
          <a:xfrm>
            <a:off x="3708970" y="333188"/>
            <a:ext cx="4774064" cy="461665"/>
          </a:xfrm>
          <a:prstGeom prst="rect">
            <a:avLst/>
          </a:prstGeom>
          <a:noFill/>
        </p:spPr>
        <p:txBody>
          <a:bodyPr wrap="none" rtlCol="0">
            <a:spAutoFit/>
          </a:bodyPr>
          <a:lstStyle/>
          <a:p>
            <a:pPr algn="ctr"/>
            <a:r>
              <a:rPr lang="en-US" sz="2400">
                <a:latin typeface="Montserrat SemiBold" panose="00000700000000000000" pitchFamily="50" charset="-52"/>
              </a:rPr>
              <a:t>EDITABLE PIE INFOGRAPHIC</a:t>
            </a:r>
            <a:endParaRPr lang="ru-UA" sz="2400">
              <a:latin typeface="Montserrat SemiBold" panose="00000700000000000000" pitchFamily="50" charset="-52"/>
            </a:endParaRPr>
          </a:p>
        </p:txBody>
      </p:sp>
      <p:sp>
        <p:nvSpPr>
          <p:cNvPr id="34" name="TextBox 33">
            <a:extLst>
              <a:ext uri="{FF2B5EF4-FFF2-40B4-BE49-F238E27FC236}">
                <a16:creationId xmlns:a16="http://schemas.microsoft.com/office/drawing/2014/main" id="{47B2CC56-3675-4DF3-ADCB-EA153BF6F1E5}"/>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3974611195"/>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Effect transition="in" filter="fade">
                                          <p:cBhvr>
                                            <p:cTn id="9" dur="750"/>
                                            <p:tgtEl>
                                              <p:spTgt spid="2"/>
                                            </p:tgtEl>
                                          </p:cBhvr>
                                        </p:animEffect>
                                      </p:childTnLst>
                                    </p:cTn>
                                  </p:par>
                                  <p:par>
                                    <p:cTn id="10" presetID="10" presetClass="entr" presetSubtype="0" fill="hold" grpId="0" nodeType="withEffect">
                                      <p:stCondLst>
                                        <p:cond delay="250"/>
                                      </p:stCondLst>
                                      <p:childTnLst>
                                        <p:set>
                                          <p:cBhvr>
                                            <p:cTn id="11" dur="1" fill="hold">
                                              <p:stCondLst>
                                                <p:cond delay="0"/>
                                              </p:stCondLst>
                                            </p:cTn>
                                            <p:tgtEl>
                                              <p:spTgt spid="4">
                                                <p:graphicEl>
                                                  <a:chart seriesIdx="-3" categoryIdx="-3" bldStep="gridLegend"/>
                                                </p:graphicEl>
                                              </p:spTgt>
                                            </p:tgtEl>
                                            <p:attrNameLst>
                                              <p:attrName>style.visibility</p:attrName>
                                            </p:attrNameLst>
                                          </p:cBhvr>
                                          <p:to>
                                            <p:strVal val="visible"/>
                                          </p:to>
                                        </p:set>
                                        <p:animEffect transition="in" filter="fade">
                                          <p:cBhvr>
                                            <p:cTn id="12" dur="750"/>
                                            <p:tgtEl>
                                              <p:spTgt spid="4">
                                                <p:graphicEl>
                                                  <a:chart seriesIdx="-3" categoryIdx="-3" bldStep="gridLegend"/>
                                                </p:graphicEl>
                                              </p:spTgt>
                                            </p:tgtEl>
                                          </p:cBhvr>
                                        </p:animEffect>
                                      </p:childTnLst>
                                    </p:cTn>
                                  </p:par>
                                  <p:par>
                                    <p:cTn id="13" presetID="10" presetClass="entr" presetSubtype="0" fill="hold" grpId="0" nodeType="withEffect">
                                      <p:stCondLst>
                                        <p:cond delay="500"/>
                                      </p:stCondLst>
                                      <p:childTnLst>
                                        <p:set>
                                          <p:cBhvr>
                                            <p:cTn id="14" dur="1" fill="hold">
                                              <p:stCondLst>
                                                <p:cond delay="0"/>
                                              </p:stCondLst>
                                            </p:cTn>
                                            <p:tgtEl>
                                              <p:spTgt spid="4">
                                                <p:graphicEl>
                                                  <a:chart seriesIdx="-4" categoryIdx="0" bldStep="category"/>
                                                </p:graphicEl>
                                              </p:spTgt>
                                            </p:tgtEl>
                                            <p:attrNameLst>
                                              <p:attrName>style.visibility</p:attrName>
                                            </p:attrNameLst>
                                          </p:cBhvr>
                                          <p:to>
                                            <p:strVal val="visible"/>
                                          </p:to>
                                        </p:set>
                                        <p:animEffect transition="in" filter="fade">
                                          <p:cBhvr>
                                            <p:cTn id="15" dur="750"/>
                                            <p:tgtEl>
                                              <p:spTgt spid="4">
                                                <p:graphicEl>
                                                  <a:chart seriesIdx="-4" categoryIdx="0" bldStep="category"/>
                                                </p:graphicEl>
                                              </p:spTgt>
                                            </p:tgtEl>
                                          </p:cBhvr>
                                        </p:animEffect>
                                      </p:childTnLst>
                                    </p:cTn>
                                  </p:par>
                                  <p:par>
                                    <p:cTn id="16" presetID="10" presetClass="entr" presetSubtype="0" fill="hold" grpId="0" nodeType="withEffect">
                                      <p:stCondLst>
                                        <p:cond delay="750"/>
                                      </p:stCondLst>
                                      <p:childTnLst>
                                        <p:set>
                                          <p:cBhvr>
                                            <p:cTn id="17" dur="1" fill="hold">
                                              <p:stCondLst>
                                                <p:cond delay="0"/>
                                              </p:stCondLst>
                                            </p:cTn>
                                            <p:tgtEl>
                                              <p:spTgt spid="4">
                                                <p:graphicEl>
                                                  <a:chart seriesIdx="-4" categoryIdx="1" bldStep="category"/>
                                                </p:graphicEl>
                                              </p:spTgt>
                                            </p:tgtEl>
                                            <p:attrNameLst>
                                              <p:attrName>style.visibility</p:attrName>
                                            </p:attrNameLst>
                                          </p:cBhvr>
                                          <p:to>
                                            <p:strVal val="visible"/>
                                          </p:to>
                                        </p:set>
                                        <p:animEffect transition="in" filter="fade">
                                          <p:cBhvr>
                                            <p:cTn id="18" dur="750"/>
                                            <p:tgtEl>
                                              <p:spTgt spid="4">
                                                <p:graphicEl>
                                                  <a:chart seriesIdx="-4" categoryIdx="1" bldStep="category"/>
                                                </p:graphicEl>
                                              </p:spTgt>
                                            </p:tgtEl>
                                          </p:cBhvr>
                                        </p:animEffect>
                                      </p:childTnLst>
                                    </p:cTn>
                                  </p:par>
                                  <p:par>
                                    <p:cTn id="19" presetID="10" presetClass="entr" presetSubtype="0" fill="hold" grpId="0" nodeType="withEffect">
                                      <p:stCondLst>
                                        <p:cond delay="1000"/>
                                      </p:stCondLst>
                                      <p:childTnLst>
                                        <p:set>
                                          <p:cBhvr>
                                            <p:cTn id="20" dur="1" fill="hold">
                                              <p:stCondLst>
                                                <p:cond delay="0"/>
                                              </p:stCondLst>
                                            </p:cTn>
                                            <p:tgtEl>
                                              <p:spTgt spid="4">
                                                <p:graphicEl>
                                                  <a:chart seriesIdx="-4" categoryIdx="2" bldStep="category"/>
                                                </p:graphicEl>
                                              </p:spTgt>
                                            </p:tgtEl>
                                            <p:attrNameLst>
                                              <p:attrName>style.visibility</p:attrName>
                                            </p:attrNameLst>
                                          </p:cBhvr>
                                          <p:to>
                                            <p:strVal val="visible"/>
                                          </p:to>
                                        </p:set>
                                        <p:animEffect transition="in" filter="fade">
                                          <p:cBhvr>
                                            <p:cTn id="21" dur="750"/>
                                            <p:tgtEl>
                                              <p:spTgt spid="4">
                                                <p:graphicEl>
                                                  <a:chart seriesIdx="-4" categoryIdx="2" bldStep="category"/>
                                                </p:graphicEl>
                                              </p:spTgt>
                                            </p:tgtEl>
                                          </p:cBhvr>
                                        </p:animEffect>
                                      </p:childTnLst>
                                    </p:cTn>
                                  </p:par>
                                  <p:par>
                                    <p:cTn id="22" presetID="10" presetClass="entr" presetSubtype="0" fill="hold" grpId="0" nodeType="withEffect">
                                      <p:stCondLst>
                                        <p:cond delay="1250"/>
                                      </p:stCondLst>
                                      <p:childTnLst>
                                        <p:set>
                                          <p:cBhvr>
                                            <p:cTn id="23" dur="1" fill="hold">
                                              <p:stCondLst>
                                                <p:cond delay="0"/>
                                              </p:stCondLst>
                                            </p:cTn>
                                            <p:tgtEl>
                                              <p:spTgt spid="4">
                                                <p:graphicEl>
                                                  <a:chart seriesIdx="-4" categoryIdx="3" bldStep="category"/>
                                                </p:graphicEl>
                                              </p:spTgt>
                                            </p:tgtEl>
                                            <p:attrNameLst>
                                              <p:attrName>style.visibility</p:attrName>
                                            </p:attrNameLst>
                                          </p:cBhvr>
                                          <p:to>
                                            <p:strVal val="visible"/>
                                          </p:to>
                                        </p:set>
                                        <p:animEffect transition="in" filter="fade">
                                          <p:cBhvr>
                                            <p:cTn id="24" dur="750"/>
                                            <p:tgtEl>
                                              <p:spTgt spid="4">
                                                <p:graphicEl>
                                                  <a:chart seriesIdx="-4" categoryIdx="3" bldStep="category"/>
                                                </p:graphicEl>
                                              </p:spTgt>
                                            </p:tgtEl>
                                          </p:cBhvr>
                                        </p:animEffect>
                                      </p:childTnLst>
                                    </p:cTn>
                                  </p:par>
                                  <p:par>
                                    <p:cTn id="25" presetID="22" presetClass="entr" presetSubtype="8" fill="hold" nodeType="withEffect">
                                      <p:stCondLst>
                                        <p:cond delay="500"/>
                                      </p:stCondLst>
                                      <p:childTnLst>
                                        <p:set>
                                          <p:cBhvr>
                                            <p:cTn id="26" dur="1" fill="hold">
                                              <p:stCondLst>
                                                <p:cond delay="0"/>
                                              </p:stCondLst>
                                            </p:cTn>
                                            <p:tgtEl>
                                              <p:spTgt spid="59"/>
                                            </p:tgtEl>
                                            <p:attrNameLst>
                                              <p:attrName>style.visibility</p:attrName>
                                            </p:attrNameLst>
                                          </p:cBhvr>
                                          <p:to>
                                            <p:strVal val="visible"/>
                                          </p:to>
                                        </p:set>
                                        <p:animEffect transition="in" filter="wipe(left)">
                                          <p:cBhvr>
                                            <p:cTn id="27" dur="750"/>
                                            <p:tgtEl>
                                              <p:spTgt spid="59"/>
                                            </p:tgtEl>
                                          </p:cBhvr>
                                        </p:animEffect>
                                      </p:childTnLst>
                                    </p:cTn>
                                  </p:par>
                                  <p:par>
                                    <p:cTn id="28" presetID="22" presetClass="entr" presetSubtype="8" fill="hold" nodeType="withEffect">
                                      <p:stCondLst>
                                        <p:cond delay="750"/>
                                      </p:stCondLst>
                                      <p:childTnLst>
                                        <p:set>
                                          <p:cBhvr>
                                            <p:cTn id="29" dur="1" fill="hold">
                                              <p:stCondLst>
                                                <p:cond delay="0"/>
                                              </p:stCondLst>
                                            </p:cTn>
                                            <p:tgtEl>
                                              <p:spTgt spid="60"/>
                                            </p:tgtEl>
                                            <p:attrNameLst>
                                              <p:attrName>style.visibility</p:attrName>
                                            </p:attrNameLst>
                                          </p:cBhvr>
                                          <p:to>
                                            <p:strVal val="visible"/>
                                          </p:to>
                                        </p:set>
                                        <p:animEffect transition="in" filter="wipe(left)">
                                          <p:cBhvr>
                                            <p:cTn id="30" dur="750"/>
                                            <p:tgtEl>
                                              <p:spTgt spid="60"/>
                                            </p:tgtEl>
                                          </p:cBhvr>
                                        </p:animEffect>
                                      </p:childTnLst>
                                    </p:cTn>
                                  </p:par>
                                  <p:par>
                                    <p:cTn id="31" presetID="22" presetClass="entr" presetSubtype="2" fill="hold" nodeType="withEffect">
                                      <p:stCondLst>
                                        <p:cond delay="1000"/>
                                      </p:stCondLst>
                                      <p:childTnLst>
                                        <p:set>
                                          <p:cBhvr>
                                            <p:cTn id="32" dur="1" fill="hold">
                                              <p:stCondLst>
                                                <p:cond delay="0"/>
                                              </p:stCondLst>
                                            </p:cTn>
                                            <p:tgtEl>
                                              <p:spTgt spid="57"/>
                                            </p:tgtEl>
                                            <p:attrNameLst>
                                              <p:attrName>style.visibility</p:attrName>
                                            </p:attrNameLst>
                                          </p:cBhvr>
                                          <p:to>
                                            <p:strVal val="visible"/>
                                          </p:to>
                                        </p:set>
                                        <p:animEffect transition="in" filter="wipe(right)">
                                          <p:cBhvr>
                                            <p:cTn id="33" dur="750"/>
                                            <p:tgtEl>
                                              <p:spTgt spid="57"/>
                                            </p:tgtEl>
                                          </p:cBhvr>
                                        </p:animEffect>
                                      </p:childTnLst>
                                    </p:cTn>
                                  </p:par>
                                  <p:par>
                                    <p:cTn id="34" presetID="22" presetClass="entr" presetSubtype="2" fill="hold" nodeType="withEffect">
                                      <p:stCondLst>
                                        <p:cond delay="1250"/>
                                      </p:stCondLst>
                                      <p:childTnLst>
                                        <p:set>
                                          <p:cBhvr>
                                            <p:cTn id="35" dur="1" fill="hold">
                                              <p:stCondLst>
                                                <p:cond delay="0"/>
                                              </p:stCondLst>
                                            </p:cTn>
                                            <p:tgtEl>
                                              <p:spTgt spid="58"/>
                                            </p:tgtEl>
                                            <p:attrNameLst>
                                              <p:attrName>style.visibility</p:attrName>
                                            </p:attrNameLst>
                                          </p:cBhvr>
                                          <p:to>
                                            <p:strVal val="visible"/>
                                          </p:to>
                                        </p:set>
                                        <p:animEffect transition="in" filter="wipe(right)">
                                          <p:cBhvr>
                                            <p:cTn id="36" dur="750"/>
                                            <p:tgtEl>
                                              <p:spTgt spid="58"/>
                                            </p:tgtEl>
                                          </p:cBhvr>
                                        </p:animEffect>
                                      </p:childTnLst>
                                    </p:cTn>
                                  </p:par>
                                  <p:par>
                                    <p:cTn id="37" presetID="2" presetClass="entr" presetSubtype="2" fill="hold" grpId="0" nodeType="withEffect" p14:presetBounceEnd="67000">
                                      <p:stCondLst>
                                        <p:cond delay="500"/>
                                      </p:stCondLst>
                                      <p:childTnLst>
                                        <p:set>
                                          <p:cBhvr>
                                            <p:cTn id="38" dur="1" fill="hold">
                                              <p:stCondLst>
                                                <p:cond delay="0"/>
                                              </p:stCondLst>
                                            </p:cTn>
                                            <p:tgtEl>
                                              <p:spTgt spid="23"/>
                                            </p:tgtEl>
                                            <p:attrNameLst>
                                              <p:attrName>style.visibility</p:attrName>
                                            </p:attrNameLst>
                                          </p:cBhvr>
                                          <p:to>
                                            <p:strVal val="visible"/>
                                          </p:to>
                                        </p:set>
                                        <p:anim calcmode="lin" valueType="num" p14:bounceEnd="67000">
                                          <p:cBhvr additive="base">
                                            <p:cTn id="39" dur="1000" fill="hold"/>
                                            <p:tgtEl>
                                              <p:spTgt spid="23"/>
                                            </p:tgtEl>
                                            <p:attrNameLst>
                                              <p:attrName>ppt_x</p:attrName>
                                            </p:attrNameLst>
                                          </p:cBhvr>
                                          <p:tavLst>
                                            <p:tav tm="0">
                                              <p:val>
                                                <p:strVal val="1+#ppt_w/2"/>
                                              </p:val>
                                            </p:tav>
                                            <p:tav tm="100000">
                                              <p:val>
                                                <p:strVal val="#ppt_x"/>
                                              </p:val>
                                            </p:tav>
                                          </p:tavLst>
                                        </p:anim>
                                        <p:anim calcmode="lin" valueType="num" p14:bounceEnd="67000">
                                          <p:cBhvr additive="base">
                                            <p:cTn id="40" dur="1000" fill="hold"/>
                                            <p:tgtEl>
                                              <p:spTgt spid="23"/>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14:presetBounceEnd="67000">
                                      <p:stCondLst>
                                        <p:cond delay="500"/>
                                      </p:stCondLst>
                                      <p:childTnLst>
                                        <p:set>
                                          <p:cBhvr>
                                            <p:cTn id="42" dur="1" fill="hold">
                                              <p:stCondLst>
                                                <p:cond delay="0"/>
                                              </p:stCondLst>
                                            </p:cTn>
                                            <p:tgtEl>
                                              <p:spTgt spid="31"/>
                                            </p:tgtEl>
                                            <p:attrNameLst>
                                              <p:attrName>style.visibility</p:attrName>
                                            </p:attrNameLst>
                                          </p:cBhvr>
                                          <p:to>
                                            <p:strVal val="visible"/>
                                          </p:to>
                                        </p:set>
                                        <p:anim calcmode="lin" valueType="num" p14:bounceEnd="67000">
                                          <p:cBhvr additive="base">
                                            <p:cTn id="43" dur="1000" fill="hold"/>
                                            <p:tgtEl>
                                              <p:spTgt spid="31"/>
                                            </p:tgtEl>
                                            <p:attrNameLst>
                                              <p:attrName>ppt_x</p:attrName>
                                            </p:attrNameLst>
                                          </p:cBhvr>
                                          <p:tavLst>
                                            <p:tav tm="0">
                                              <p:val>
                                                <p:strVal val="1+#ppt_w/2"/>
                                              </p:val>
                                            </p:tav>
                                            <p:tav tm="100000">
                                              <p:val>
                                                <p:strVal val="#ppt_x"/>
                                              </p:val>
                                            </p:tav>
                                          </p:tavLst>
                                        </p:anim>
                                        <p:anim calcmode="lin" valueType="num" p14:bounceEnd="67000">
                                          <p:cBhvr additive="base">
                                            <p:cTn id="44" dur="1000" fill="hold"/>
                                            <p:tgtEl>
                                              <p:spTgt spid="31"/>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14:presetBounceEnd="67000">
                                      <p:stCondLst>
                                        <p:cond delay="500"/>
                                      </p:stCondLst>
                                      <p:childTnLst>
                                        <p:set>
                                          <p:cBhvr>
                                            <p:cTn id="46" dur="1" fill="hold">
                                              <p:stCondLst>
                                                <p:cond delay="0"/>
                                              </p:stCondLst>
                                            </p:cTn>
                                            <p:tgtEl>
                                              <p:spTgt spid="63"/>
                                            </p:tgtEl>
                                            <p:attrNameLst>
                                              <p:attrName>style.visibility</p:attrName>
                                            </p:attrNameLst>
                                          </p:cBhvr>
                                          <p:to>
                                            <p:strVal val="visible"/>
                                          </p:to>
                                        </p:set>
                                        <p:anim calcmode="lin" valueType="num" p14:bounceEnd="67000">
                                          <p:cBhvr additive="base">
                                            <p:cTn id="47" dur="1000" fill="hold"/>
                                            <p:tgtEl>
                                              <p:spTgt spid="63"/>
                                            </p:tgtEl>
                                            <p:attrNameLst>
                                              <p:attrName>ppt_x</p:attrName>
                                            </p:attrNameLst>
                                          </p:cBhvr>
                                          <p:tavLst>
                                            <p:tav tm="0">
                                              <p:val>
                                                <p:strVal val="1+#ppt_w/2"/>
                                              </p:val>
                                            </p:tav>
                                            <p:tav tm="100000">
                                              <p:val>
                                                <p:strVal val="#ppt_x"/>
                                              </p:val>
                                            </p:tav>
                                          </p:tavLst>
                                        </p:anim>
                                        <p:anim calcmode="lin" valueType="num" p14:bounceEnd="67000">
                                          <p:cBhvr additive="base">
                                            <p:cTn id="48" dur="1000" fill="hold"/>
                                            <p:tgtEl>
                                              <p:spTgt spid="63"/>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14:presetBounceEnd="67000">
                                      <p:stCondLst>
                                        <p:cond delay="750"/>
                                      </p:stCondLst>
                                      <p:childTnLst>
                                        <p:set>
                                          <p:cBhvr>
                                            <p:cTn id="50" dur="1" fill="hold">
                                              <p:stCondLst>
                                                <p:cond delay="0"/>
                                              </p:stCondLst>
                                            </p:cTn>
                                            <p:tgtEl>
                                              <p:spTgt spid="32"/>
                                            </p:tgtEl>
                                            <p:attrNameLst>
                                              <p:attrName>style.visibility</p:attrName>
                                            </p:attrNameLst>
                                          </p:cBhvr>
                                          <p:to>
                                            <p:strVal val="visible"/>
                                          </p:to>
                                        </p:set>
                                        <p:anim calcmode="lin" valueType="num" p14:bounceEnd="67000">
                                          <p:cBhvr additive="base">
                                            <p:cTn id="51" dur="1000" fill="hold"/>
                                            <p:tgtEl>
                                              <p:spTgt spid="32"/>
                                            </p:tgtEl>
                                            <p:attrNameLst>
                                              <p:attrName>ppt_x</p:attrName>
                                            </p:attrNameLst>
                                          </p:cBhvr>
                                          <p:tavLst>
                                            <p:tav tm="0">
                                              <p:val>
                                                <p:strVal val="1+#ppt_w/2"/>
                                              </p:val>
                                            </p:tav>
                                            <p:tav tm="100000">
                                              <p:val>
                                                <p:strVal val="#ppt_x"/>
                                              </p:val>
                                            </p:tav>
                                          </p:tavLst>
                                        </p:anim>
                                        <p:anim calcmode="lin" valueType="num" p14:bounceEnd="67000">
                                          <p:cBhvr additive="base">
                                            <p:cTn id="52" dur="1000" fill="hold"/>
                                            <p:tgtEl>
                                              <p:spTgt spid="32"/>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14:presetBounceEnd="67000">
                                      <p:stCondLst>
                                        <p:cond delay="750"/>
                                      </p:stCondLst>
                                      <p:childTnLst>
                                        <p:set>
                                          <p:cBhvr>
                                            <p:cTn id="54" dur="1" fill="hold">
                                              <p:stCondLst>
                                                <p:cond delay="0"/>
                                              </p:stCondLst>
                                            </p:cTn>
                                            <p:tgtEl>
                                              <p:spTgt spid="38"/>
                                            </p:tgtEl>
                                            <p:attrNameLst>
                                              <p:attrName>style.visibility</p:attrName>
                                            </p:attrNameLst>
                                          </p:cBhvr>
                                          <p:to>
                                            <p:strVal val="visible"/>
                                          </p:to>
                                        </p:set>
                                        <p:anim calcmode="lin" valueType="num" p14:bounceEnd="67000">
                                          <p:cBhvr additive="base">
                                            <p:cTn id="55" dur="1000" fill="hold"/>
                                            <p:tgtEl>
                                              <p:spTgt spid="38"/>
                                            </p:tgtEl>
                                            <p:attrNameLst>
                                              <p:attrName>ppt_x</p:attrName>
                                            </p:attrNameLst>
                                          </p:cBhvr>
                                          <p:tavLst>
                                            <p:tav tm="0">
                                              <p:val>
                                                <p:strVal val="1+#ppt_w/2"/>
                                              </p:val>
                                            </p:tav>
                                            <p:tav tm="100000">
                                              <p:val>
                                                <p:strVal val="#ppt_x"/>
                                              </p:val>
                                            </p:tav>
                                          </p:tavLst>
                                        </p:anim>
                                        <p:anim calcmode="lin" valueType="num" p14:bounceEnd="67000">
                                          <p:cBhvr additive="base">
                                            <p:cTn id="56" dur="1000" fill="hold"/>
                                            <p:tgtEl>
                                              <p:spTgt spid="38"/>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14:presetBounceEnd="67000">
                                      <p:stCondLst>
                                        <p:cond delay="750"/>
                                      </p:stCondLst>
                                      <p:childTnLst>
                                        <p:set>
                                          <p:cBhvr>
                                            <p:cTn id="58" dur="1" fill="hold">
                                              <p:stCondLst>
                                                <p:cond delay="0"/>
                                              </p:stCondLst>
                                            </p:cTn>
                                            <p:tgtEl>
                                              <p:spTgt spid="64"/>
                                            </p:tgtEl>
                                            <p:attrNameLst>
                                              <p:attrName>style.visibility</p:attrName>
                                            </p:attrNameLst>
                                          </p:cBhvr>
                                          <p:to>
                                            <p:strVal val="visible"/>
                                          </p:to>
                                        </p:set>
                                        <p:anim calcmode="lin" valueType="num" p14:bounceEnd="67000">
                                          <p:cBhvr additive="base">
                                            <p:cTn id="59" dur="1000" fill="hold"/>
                                            <p:tgtEl>
                                              <p:spTgt spid="64"/>
                                            </p:tgtEl>
                                            <p:attrNameLst>
                                              <p:attrName>ppt_x</p:attrName>
                                            </p:attrNameLst>
                                          </p:cBhvr>
                                          <p:tavLst>
                                            <p:tav tm="0">
                                              <p:val>
                                                <p:strVal val="1+#ppt_w/2"/>
                                              </p:val>
                                            </p:tav>
                                            <p:tav tm="100000">
                                              <p:val>
                                                <p:strVal val="#ppt_x"/>
                                              </p:val>
                                            </p:tav>
                                          </p:tavLst>
                                        </p:anim>
                                        <p:anim calcmode="lin" valueType="num" p14:bounceEnd="67000">
                                          <p:cBhvr additive="base">
                                            <p:cTn id="60" dur="1000" fill="hold"/>
                                            <p:tgtEl>
                                              <p:spTgt spid="64"/>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14:presetBounceEnd="67000">
                                      <p:stCondLst>
                                        <p:cond delay="1000"/>
                                      </p:stCondLst>
                                      <p:childTnLst>
                                        <p:set>
                                          <p:cBhvr>
                                            <p:cTn id="62" dur="1" fill="hold">
                                              <p:stCondLst>
                                                <p:cond delay="0"/>
                                              </p:stCondLst>
                                            </p:cTn>
                                            <p:tgtEl>
                                              <p:spTgt spid="47"/>
                                            </p:tgtEl>
                                            <p:attrNameLst>
                                              <p:attrName>style.visibility</p:attrName>
                                            </p:attrNameLst>
                                          </p:cBhvr>
                                          <p:to>
                                            <p:strVal val="visible"/>
                                          </p:to>
                                        </p:set>
                                        <p:anim calcmode="lin" valueType="num" p14:bounceEnd="67000">
                                          <p:cBhvr additive="base">
                                            <p:cTn id="63" dur="1000" fill="hold"/>
                                            <p:tgtEl>
                                              <p:spTgt spid="47"/>
                                            </p:tgtEl>
                                            <p:attrNameLst>
                                              <p:attrName>ppt_x</p:attrName>
                                            </p:attrNameLst>
                                          </p:cBhvr>
                                          <p:tavLst>
                                            <p:tav tm="0">
                                              <p:val>
                                                <p:strVal val="0-#ppt_w/2"/>
                                              </p:val>
                                            </p:tav>
                                            <p:tav tm="100000">
                                              <p:val>
                                                <p:strVal val="#ppt_x"/>
                                              </p:val>
                                            </p:tav>
                                          </p:tavLst>
                                        </p:anim>
                                        <p:anim calcmode="lin" valueType="num" p14:bounceEnd="67000">
                                          <p:cBhvr additive="base">
                                            <p:cTn id="64" dur="1000" fill="hold"/>
                                            <p:tgtEl>
                                              <p:spTgt spid="47"/>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14:presetBounceEnd="67000">
                                      <p:stCondLst>
                                        <p:cond delay="1000"/>
                                      </p:stCondLst>
                                      <p:childTnLst>
                                        <p:set>
                                          <p:cBhvr>
                                            <p:cTn id="66" dur="1" fill="hold">
                                              <p:stCondLst>
                                                <p:cond delay="0"/>
                                              </p:stCondLst>
                                            </p:cTn>
                                            <p:tgtEl>
                                              <p:spTgt spid="55"/>
                                            </p:tgtEl>
                                            <p:attrNameLst>
                                              <p:attrName>style.visibility</p:attrName>
                                            </p:attrNameLst>
                                          </p:cBhvr>
                                          <p:to>
                                            <p:strVal val="visible"/>
                                          </p:to>
                                        </p:set>
                                        <p:anim calcmode="lin" valueType="num" p14:bounceEnd="67000">
                                          <p:cBhvr additive="base">
                                            <p:cTn id="67" dur="1000" fill="hold"/>
                                            <p:tgtEl>
                                              <p:spTgt spid="55"/>
                                            </p:tgtEl>
                                            <p:attrNameLst>
                                              <p:attrName>ppt_x</p:attrName>
                                            </p:attrNameLst>
                                          </p:cBhvr>
                                          <p:tavLst>
                                            <p:tav tm="0">
                                              <p:val>
                                                <p:strVal val="0-#ppt_w/2"/>
                                              </p:val>
                                            </p:tav>
                                            <p:tav tm="100000">
                                              <p:val>
                                                <p:strVal val="#ppt_x"/>
                                              </p:val>
                                            </p:tav>
                                          </p:tavLst>
                                        </p:anim>
                                        <p:anim calcmode="lin" valueType="num" p14:bounceEnd="67000">
                                          <p:cBhvr additive="base">
                                            <p:cTn id="68" dur="1000" fill="hold"/>
                                            <p:tgtEl>
                                              <p:spTgt spid="55"/>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14:presetBounceEnd="67000">
                                      <p:stCondLst>
                                        <p:cond delay="1000"/>
                                      </p:stCondLst>
                                      <p:childTnLst>
                                        <p:set>
                                          <p:cBhvr>
                                            <p:cTn id="70" dur="1" fill="hold">
                                              <p:stCondLst>
                                                <p:cond delay="0"/>
                                              </p:stCondLst>
                                            </p:cTn>
                                            <p:tgtEl>
                                              <p:spTgt spid="62"/>
                                            </p:tgtEl>
                                            <p:attrNameLst>
                                              <p:attrName>style.visibility</p:attrName>
                                            </p:attrNameLst>
                                          </p:cBhvr>
                                          <p:to>
                                            <p:strVal val="visible"/>
                                          </p:to>
                                        </p:set>
                                        <p:anim calcmode="lin" valueType="num" p14:bounceEnd="67000">
                                          <p:cBhvr additive="base">
                                            <p:cTn id="71" dur="1000" fill="hold"/>
                                            <p:tgtEl>
                                              <p:spTgt spid="62"/>
                                            </p:tgtEl>
                                            <p:attrNameLst>
                                              <p:attrName>ppt_x</p:attrName>
                                            </p:attrNameLst>
                                          </p:cBhvr>
                                          <p:tavLst>
                                            <p:tav tm="0">
                                              <p:val>
                                                <p:strVal val="0-#ppt_w/2"/>
                                              </p:val>
                                            </p:tav>
                                            <p:tav tm="100000">
                                              <p:val>
                                                <p:strVal val="#ppt_x"/>
                                              </p:val>
                                            </p:tav>
                                          </p:tavLst>
                                        </p:anim>
                                        <p:anim calcmode="lin" valueType="num" p14:bounceEnd="67000">
                                          <p:cBhvr additive="base">
                                            <p:cTn id="72" dur="1000" fill="hold"/>
                                            <p:tgtEl>
                                              <p:spTgt spid="62"/>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14:presetBounceEnd="67000">
                                      <p:stCondLst>
                                        <p:cond delay="1250"/>
                                      </p:stCondLst>
                                      <p:childTnLst>
                                        <p:set>
                                          <p:cBhvr>
                                            <p:cTn id="74" dur="1" fill="hold">
                                              <p:stCondLst>
                                                <p:cond delay="0"/>
                                              </p:stCondLst>
                                            </p:cTn>
                                            <p:tgtEl>
                                              <p:spTgt spid="39"/>
                                            </p:tgtEl>
                                            <p:attrNameLst>
                                              <p:attrName>style.visibility</p:attrName>
                                            </p:attrNameLst>
                                          </p:cBhvr>
                                          <p:to>
                                            <p:strVal val="visible"/>
                                          </p:to>
                                        </p:set>
                                        <p:anim calcmode="lin" valueType="num" p14:bounceEnd="67000">
                                          <p:cBhvr additive="base">
                                            <p:cTn id="75" dur="1000" fill="hold"/>
                                            <p:tgtEl>
                                              <p:spTgt spid="39"/>
                                            </p:tgtEl>
                                            <p:attrNameLst>
                                              <p:attrName>ppt_x</p:attrName>
                                            </p:attrNameLst>
                                          </p:cBhvr>
                                          <p:tavLst>
                                            <p:tav tm="0">
                                              <p:val>
                                                <p:strVal val="0-#ppt_w/2"/>
                                              </p:val>
                                            </p:tav>
                                            <p:tav tm="100000">
                                              <p:val>
                                                <p:strVal val="#ppt_x"/>
                                              </p:val>
                                            </p:tav>
                                          </p:tavLst>
                                        </p:anim>
                                        <p:anim calcmode="lin" valueType="num" p14:bounceEnd="67000">
                                          <p:cBhvr additive="base">
                                            <p:cTn id="76" dur="1000" fill="hold"/>
                                            <p:tgtEl>
                                              <p:spTgt spid="39"/>
                                            </p:tgtEl>
                                            <p:attrNameLst>
                                              <p:attrName>ppt_y</p:attrName>
                                            </p:attrNameLst>
                                          </p:cBhvr>
                                          <p:tavLst>
                                            <p:tav tm="0">
                                              <p:val>
                                                <p:strVal val="#ppt_y"/>
                                              </p:val>
                                            </p:tav>
                                            <p:tav tm="100000">
                                              <p:val>
                                                <p:strVal val="#ppt_y"/>
                                              </p:val>
                                            </p:tav>
                                          </p:tavLst>
                                        </p:anim>
                                      </p:childTnLst>
                                    </p:cTn>
                                  </p:par>
                                  <p:par>
                                    <p:cTn id="77" presetID="2" presetClass="entr" presetSubtype="8" fill="hold" grpId="0" nodeType="withEffect" p14:presetBounceEnd="67000">
                                      <p:stCondLst>
                                        <p:cond delay="1250"/>
                                      </p:stCondLst>
                                      <p:childTnLst>
                                        <p:set>
                                          <p:cBhvr>
                                            <p:cTn id="78" dur="1" fill="hold">
                                              <p:stCondLst>
                                                <p:cond delay="0"/>
                                              </p:stCondLst>
                                            </p:cTn>
                                            <p:tgtEl>
                                              <p:spTgt spid="56"/>
                                            </p:tgtEl>
                                            <p:attrNameLst>
                                              <p:attrName>style.visibility</p:attrName>
                                            </p:attrNameLst>
                                          </p:cBhvr>
                                          <p:to>
                                            <p:strVal val="visible"/>
                                          </p:to>
                                        </p:set>
                                        <p:anim calcmode="lin" valueType="num" p14:bounceEnd="67000">
                                          <p:cBhvr additive="base">
                                            <p:cTn id="79" dur="1000" fill="hold"/>
                                            <p:tgtEl>
                                              <p:spTgt spid="56"/>
                                            </p:tgtEl>
                                            <p:attrNameLst>
                                              <p:attrName>ppt_x</p:attrName>
                                            </p:attrNameLst>
                                          </p:cBhvr>
                                          <p:tavLst>
                                            <p:tav tm="0">
                                              <p:val>
                                                <p:strVal val="0-#ppt_w/2"/>
                                              </p:val>
                                            </p:tav>
                                            <p:tav tm="100000">
                                              <p:val>
                                                <p:strVal val="#ppt_x"/>
                                              </p:val>
                                            </p:tav>
                                          </p:tavLst>
                                        </p:anim>
                                        <p:anim calcmode="lin" valueType="num" p14:bounceEnd="67000">
                                          <p:cBhvr additive="base">
                                            <p:cTn id="80" dur="1000" fill="hold"/>
                                            <p:tgtEl>
                                              <p:spTgt spid="56"/>
                                            </p:tgtEl>
                                            <p:attrNameLst>
                                              <p:attrName>ppt_y</p:attrName>
                                            </p:attrNameLst>
                                          </p:cBhvr>
                                          <p:tavLst>
                                            <p:tav tm="0">
                                              <p:val>
                                                <p:strVal val="#ppt_y"/>
                                              </p:val>
                                            </p:tav>
                                            <p:tav tm="100000">
                                              <p:val>
                                                <p:strVal val="#ppt_y"/>
                                              </p:val>
                                            </p:tav>
                                          </p:tavLst>
                                        </p:anim>
                                      </p:childTnLst>
                                    </p:cTn>
                                  </p:par>
                                  <p:par>
                                    <p:cTn id="81" presetID="2" presetClass="entr" presetSubtype="8" fill="hold" grpId="0" nodeType="withEffect" p14:presetBounceEnd="67000">
                                      <p:stCondLst>
                                        <p:cond delay="1250"/>
                                      </p:stCondLst>
                                      <p:childTnLst>
                                        <p:set>
                                          <p:cBhvr>
                                            <p:cTn id="82" dur="1" fill="hold">
                                              <p:stCondLst>
                                                <p:cond delay="0"/>
                                              </p:stCondLst>
                                            </p:cTn>
                                            <p:tgtEl>
                                              <p:spTgt spid="61"/>
                                            </p:tgtEl>
                                            <p:attrNameLst>
                                              <p:attrName>style.visibility</p:attrName>
                                            </p:attrNameLst>
                                          </p:cBhvr>
                                          <p:to>
                                            <p:strVal val="visible"/>
                                          </p:to>
                                        </p:set>
                                        <p:anim calcmode="lin" valueType="num" p14:bounceEnd="67000">
                                          <p:cBhvr additive="base">
                                            <p:cTn id="83" dur="1000" fill="hold"/>
                                            <p:tgtEl>
                                              <p:spTgt spid="61"/>
                                            </p:tgtEl>
                                            <p:attrNameLst>
                                              <p:attrName>ppt_x</p:attrName>
                                            </p:attrNameLst>
                                          </p:cBhvr>
                                          <p:tavLst>
                                            <p:tav tm="0">
                                              <p:val>
                                                <p:strVal val="0-#ppt_w/2"/>
                                              </p:val>
                                            </p:tav>
                                            <p:tav tm="100000">
                                              <p:val>
                                                <p:strVal val="#ppt_x"/>
                                              </p:val>
                                            </p:tav>
                                          </p:tavLst>
                                        </p:anim>
                                        <p:anim calcmode="lin" valueType="num" p14:bounceEnd="67000">
                                          <p:cBhvr additive="base">
                                            <p:cTn id="84" dur="1000" fill="hold"/>
                                            <p:tgtEl>
                                              <p:spTgt spid="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Chart bld="category"/>
            </p:bldSub>
          </p:bldGraphic>
          <p:bldP spid="23" grpId="0"/>
          <p:bldP spid="31" grpId="0" animBg="1"/>
          <p:bldP spid="32" grpId="0"/>
          <p:bldP spid="38" grpId="0" animBg="1"/>
          <p:bldP spid="39" grpId="0"/>
          <p:bldP spid="47" grpId="0"/>
          <p:bldP spid="55" grpId="0" animBg="1"/>
          <p:bldP spid="56" grpId="0" animBg="1"/>
          <p:bldP spid="61" grpId="0"/>
          <p:bldP spid="62" grpId="0"/>
          <p:bldP spid="63" grpId="0"/>
          <p:bldP spid="6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Effect transition="in" filter="fade">
                                          <p:cBhvr>
                                            <p:cTn id="9" dur="750"/>
                                            <p:tgtEl>
                                              <p:spTgt spid="2"/>
                                            </p:tgtEl>
                                          </p:cBhvr>
                                        </p:animEffect>
                                      </p:childTnLst>
                                    </p:cTn>
                                  </p:par>
                                  <p:par>
                                    <p:cTn id="10" presetID="10" presetClass="entr" presetSubtype="0" fill="hold" grpId="0" nodeType="withEffect">
                                      <p:stCondLst>
                                        <p:cond delay="250"/>
                                      </p:stCondLst>
                                      <p:childTnLst>
                                        <p:set>
                                          <p:cBhvr>
                                            <p:cTn id="11" dur="1" fill="hold">
                                              <p:stCondLst>
                                                <p:cond delay="0"/>
                                              </p:stCondLst>
                                            </p:cTn>
                                            <p:tgtEl>
                                              <p:spTgt spid="4">
                                                <p:graphicEl>
                                                  <a:chart seriesIdx="-3" categoryIdx="-3" bldStep="gridLegend"/>
                                                </p:graphicEl>
                                              </p:spTgt>
                                            </p:tgtEl>
                                            <p:attrNameLst>
                                              <p:attrName>style.visibility</p:attrName>
                                            </p:attrNameLst>
                                          </p:cBhvr>
                                          <p:to>
                                            <p:strVal val="visible"/>
                                          </p:to>
                                        </p:set>
                                        <p:animEffect transition="in" filter="fade">
                                          <p:cBhvr>
                                            <p:cTn id="12" dur="750"/>
                                            <p:tgtEl>
                                              <p:spTgt spid="4">
                                                <p:graphicEl>
                                                  <a:chart seriesIdx="-3" categoryIdx="-3" bldStep="gridLegend"/>
                                                </p:graphicEl>
                                              </p:spTgt>
                                            </p:tgtEl>
                                          </p:cBhvr>
                                        </p:animEffect>
                                      </p:childTnLst>
                                    </p:cTn>
                                  </p:par>
                                  <p:par>
                                    <p:cTn id="13" presetID="10" presetClass="entr" presetSubtype="0" fill="hold" grpId="0" nodeType="withEffect">
                                      <p:stCondLst>
                                        <p:cond delay="500"/>
                                      </p:stCondLst>
                                      <p:childTnLst>
                                        <p:set>
                                          <p:cBhvr>
                                            <p:cTn id="14" dur="1" fill="hold">
                                              <p:stCondLst>
                                                <p:cond delay="0"/>
                                              </p:stCondLst>
                                            </p:cTn>
                                            <p:tgtEl>
                                              <p:spTgt spid="4">
                                                <p:graphicEl>
                                                  <a:chart seriesIdx="-4" categoryIdx="0" bldStep="category"/>
                                                </p:graphicEl>
                                              </p:spTgt>
                                            </p:tgtEl>
                                            <p:attrNameLst>
                                              <p:attrName>style.visibility</p:attrName>
                                            </p:attrNameLst>
                                          </p:cBhvr>
                                          <p:to>
                                            <p:strVal val="visible"/>
                                          </p:to>
                                        </p:set>
                                        <p:animEffect transition="in" filter="fade">
                                          <p:cBhvr>
                                            <p:cTn id="15" dur="750"/>
                                            <p:tgtEl>
                                              <p:spTgt spid="4">
                                                <p:graphicEl>
                                                  <a:chart seriesIdx="-4" categoryIdx="0" bldStep="category"/>
                                                </p:graphicEl>
                                              </p:spTgt>
                                            </p:tgtEl>
                                          </p:cBhvr>
                                        </p:animEffect>
                                      </p:childTnLst>
                                    </p:cTn>
                                  </p:par>
                                  <p:par>
                                    <p:cTn id="16" presetID="10" presetClass="entr" presetSubtype="0" fill="hold" grpId="0" nodeType="withEffect">
                                      <p:stCondLst>
                                        <p:cond delay="750"/>
                                      </p:stCondLst>
                                      <p:childTnLst>
                                        <p:set>
                                          <p:cBhvr>
                                            <p:cTn id="17" dur="1" fill="hold">
                                              <p:stCondLst>
                                                <p:cond delay="0"/>
                                              </p:stCondLst>
                                            </p:cTn>
                                            <p:tgtEl>
                                              <p:spTgt spid="4">
                                                <p:graphicEl>
                                                  <a:chart seriesIdx="-4" categoryIdx="1" bldStep="category"/>
                                                </p:graphicEl>
                                              </p:spTgt>
                                            </p:tgtEl>
                                            <p:attrNameLst>
                                              <p:attrName>style.visibility</p:attrName>
                                            </p:attrNameLst>
                                          </p:cBhvr>
                                          <p:to>
                                            <p:strVal val="visible"/>
                                          </p:to>
                                        </p:set>
                                        <p:animEffect transition="in" filter="fade">
                                          <p:cBhvr>
                                            <p:cTn id="18" dur="750"/>
                                            <p:tgtEl>
                                              <p:spTgt spid="4">
                                                <p:graphicEl>
                                                  <a:chart seriesIdx="-4" categoryIdx="1" bldStep="category"/>
                                                </p:graphicEl>
                                              </p:spTgt>
                                            </p:tgtEl>
                                          </p:cBhvr>
                                        </p:animEffect>
                                      </p:childTnLst>
                                    </p:cTn>
                                  </p:par>
                                  <p:par>
                                    <p:cTn id="19" presetID="10" presetClass="entr" presetSubtype="0" fill="hold" grpId="0" nodeType="withEffect">
                                      <p:stCondLst>
                                        <p:cond delay="1000"/>
                                      </p:stCondLst>
                                      <p:childTnLst>
                                        <p:set>
                                          <p:cBhvr>
                                            <p:cTn id="20" dur="1" fill="hold">
                                              <p:stCondLst>
                                                <p:cond delay="0"/>
                                              </p:stCondLst>
                                            </p:cTn>
                                            <p:tgtEl>
                                              <p:spTgt spid="4">
                                                <p:graphicEl>
                                                  <a:chart seriesIdx="-4" categoryIdx="2" bldStep="category"/>
                                                </p:graphicEl>
                                              </p:spTgt>
                                            </p:tgtEl>
                                            <p:attrNameLst>
                                              <p:attrName>style.visibility</p:attrName>
                                            </p:attrNameLst>
                                          </p:cBhvr>
                                          <p:to>
                                            <p:strVal val="visible"/>
                                          </p:to>
                                        </p:set>
                                        <p:animEffect transition="in" filter="fade">
                                          <p:cBhvr>
                                            <p:cTn id="21" dur="750"/>
                                            <p:tgtEl>
                                              <p:spTgt spid="4">
                                                <p:graphicEl>
                                                  <a:chart seriesIdx="-4" categoryIdx="2" bldStep="category"/>
                                                </p:graphicEl>
                                              </p:spTgt>
                                            </p:tgtEl>
                                          </p:cBhvr>
                                        </p:animEffect>
                                      </p:childTnLst>
                                    </p:cTn>
                                  </p:par>
                                  <p:par>
                                    <p:cTn id="22" presetID="10" presetClass="entr" presetSubtype="0" fill="hold" grpId="0" nodeType="withEffect">
                                      <p:stCondLst>
                                        <p:cond delay="1250"/>
                                      </p:stCondLst>
                                      <p:childTnLst>
                                        <p:set>
                                          <p:cBhvr>
                                            <p:cTn id="23" dur="1" fill="hold">
                                              <p:stCondLst>
                                                <p:cond delay="0"/>
                                              </p:stCondLst>
                                            </p:cTn>
                                            <p:tgtEl>
                                              <p:spTgt spid="4">
                                                <p:graphicEl>
                                                  <a:chart seriesIdx="-4" categoryIdx="3" bldStep="category"/>
                                                </p:graphicEl>
                                              </p:spTgt>
                                            </p:tgtEl>
                                            <p:attrNameLst>
                                              <p:attrName>style.visibility</p:attrName>
                                            </p:attrNameLst>
                                          </p:cBhvr>
                                          <p:to>
                                            <p:strVal val="visible"/>
                                          </p:to>
                                        </p:set>
                                        <p:animEffect transition="in" filter="fade">
                                          <p:cBhvr>
                                            <p:cTn id="24" dur="750"/>
                                            <p:tgtEl>
                                              <p:spTgt spid="4">
                                                <p:graphicEl>
                                                  <a:chart seriesIdx="-4" categoryIdx="3" bldStep="category"/>
                                                </p:graphicEl>
                                              </p:spTgt>
                                            </p:tgtEl>
                                          </p:cBhvr>
                                        </p:animEffect>
                                      </p:childTnLst>
                                    </p:cTn>
                                  </p:par>
                                  <p:par>
                                    <p:cTn id="25" presetID="22" presetClass="entr" presetSubtype="8" fill="hold" nodeType="withEffect">
                                      <p:stCondLst>
                                        <p:cond delay="500"/>
                                      </p:stCondLst>
                                      <p:childTnLst>
                                        <p:set>
                                          <p:cBhvr>
                                            <p:cTn id="26" dur="1" fill="hold">
                                              <p:stCondLst>
                                                <p:cond delay="0"/>
                                              </p:stCondLst>
                                            </p:cTn>
                                            <p:tgtEl>
                                              <p:spTgt spid="59"/>
                                            </p:tgtEl>
                                            <p:attrNameLst>
                                              <p:attrName>style.visibility</p:attrName>
                                            </p:attrNameLst>
                                          </p:cBhvr>
                                          <p:to>
                                            <p:strVal val="visible"/>
                                          </p:to>
                                        </p:set>
                                        <p:animEffect transition="in" filter="wipe(left)">
                                          <p:cBhvr>
                                            <p:cTn id="27" dur="750"/>
                                            <p:tgtEl>
                                              <p:spTgt spid="59"/>
                                            </p:tgtEl>
                                          </p:cBhvr>
                                        </p:animEffect>
                                      </p:childTnLst>
                                    </p:cTn>
                                  </p:par>
                                  <p:par>
                                    <p:cTn id="28" presetID="22" presetClass="entr" presetSubtype="8" fill="hold" nodeType="withEffect">
                                      <p:stCondLst>
                                        <p:cond delay="750"/>
                                      </p:stCondLst>
                                      <p:childTnLst>
                                        <p:set>
                                          <p:cBhvr>
                                            <p:cTn id="29" dur="1" fill="hold">
                                              <p:stCondLst>
                                                <p:cond delay="0"/>
                                              </p:stCondLst>
                                            </p:cTn>
                                            <p:tgtEl>
                                              <p:spTgt spid="60"/>
                                            </p:tgtEl>
                                            <p:attrNameLst>
                                              <p:attrName>style.visibility</p:attrName>
                                            </p:attrNameLst>
                                          </p:cBhvr>
                                          <p:to>
                                            <p:strVal val="visible"/>
                                          </p:to>
                                        </p:set>
                                        <p:animEffect transition="in" filter="wipe(left)">
                                          <p:cBhvr>
                                            <p:cTn id="30" dur="750"/>
                                            <p:tgtEl>
                                              <p:spTgt spid="60"/>
                                            </p:tgtEl>
                                          </p:cBhvr>
                                        </p:animEffect>
                                      </p:childTnLst>
                                    </p:cTn>
                                  </p:par>
                                  <p:par>
                                    <p:cTn id="31" presetID="22" presetClass="entr" presetSubtype="2" fill="hold" nodeType="withEffect">
                                      <p:stCondLst>
                                        <p:cond delay="1000"/>
                                      </p:stCondLst>
                                      <p:childTnLst>
                                        <p:set>
                                          <p:cBhvr>
                                            <p:cTn id="32" dur="1" fill="hold">
                                              <p:stCondLst>
                                                <p:cond delay="0"/>
                                              </p:stCondLst>
                                            </p:cTn>
                                            <p:tgtEl>
                                              <p:spTgt spid="57"/>
                                            </p:tgtEl>
                                            <p:attrNameLst>
                                              <p:attrName>style.visibility</p:attrName>
                                            </p:attrNameLst>
                                          </p:cBhvr>
                                          <p:to>
                                            <p:strVal val="visible"/>
                                          </p:to>
                                        </p:set>
                                        <p:animEffect transition="in" filter="wipe(right)">
                                          <p:cBhvr>
                                            <p:cTn id="33" dur="750"/>
                                            <p:tgtEl>
                                              <p:spTgt spid="57"/>
                                            </p:tgtEl>
                                          </p:cBhvr>
                                        </p:animEffect>
                                      </p:childTnLst>
                                    </p:cTn>
                                  </p:par>
                                  <p:par>
                                    <p:cTn id="34" presetID="22" presetClass="entr" presetSubtype="2" fill="hold" nodeType="withEffect">
                                      <p:stCondLst>
                                        <p:cond delay="1250"/>
                                      </p:stCondLst>
                                      <p:childTnLst>
                                        <p:set>
                                          <p:cBhvr>
                                            <p:cTn id="35" dur="1" fill="hold">
                                              <p:stCondLst>
                                                <p:cond delay="0"/>
                                              </p:stCondLst>
                                            </p:cTn>
                                            <p:tgtEl>
                                              <p:spTgt spid="58"/>
                                            </p:tgtEl>
                                            <p:attrNameLst>
                                              <p:attrName>style.visibility</p:attrName>
                                            </p:attrNameLst>
                                          </p:cBhvr>
                                          <p:to>
                                            <p:strVal val="visible"/>
                                          </p:to>
                                        </p:set>
                                        <p:animEffect transition="in" filter="wipe(right)">
                                          <p:cBhvr>
                                            <p:cTn id="36" dur="750"/>
                                            <p:tgtEl>
                                              <p:spTgt spid="58"/>
                                            </p:tgtEl>
                                          </p:cBhvr>
                                        </p:animEffect>
                                      </p:childTnLst>
                                    </p:cTn>
                                  </p:par>
                                  <p:par>
                                    <p:cTn id="37" presetID="2" presetClass="entr" presetSubtype="2" fill="hold" grpId="0" nodeType="withEffect">
                                      <p:stCondLst>
                                        <p:cond delay="500"/>
                                      </p:stCondLst>
                                      <p:childTnLst>
                                        <p:set>
                                          <p:cBhvr>
                                            <p:cTn id="38" dur="1" fill="hold">
                                              <p:stCondLst>
                                                <p:cond delay="0"/>
                                              </p:stCondLst>
                                            </p:cTn>
                                            <p:tgtEl>
                                              <p:spTgt spid="23"/>
                                            </p:tgtEl>
                                            <p:attrNameLst>
                                              <p:attrName>style.visibility</p:attrName>
                                            </p:attrNameLst>
                                          </p:cBhvr>
                                          <p:to>
                                            <p:strVal val="visible"/>
                                          </p:to>
                                        </p:set>
                                        <p:anim calcmode="lin" valueType="num">
                                          <p:cBhvr additive="base">
                                            <p:cTn id="39" dur="1000" fill="hold"/>
                                            <p:tgtEl>
                                              <p:spTgt spid="23"/>
                                            </p:tgtEl>
                                            <p:attrNameLst>
                                              <p:attrName>ppt_x</p:attrName>
                                            </p:attrNameLst>
                                          </p:cBhvr>
                                          <p:tavLst>
                                            <p:tav tm="0">
                                              <p:val>
                                                <p:strVal val="1+#ppt_w/2"/>
                                              </p:val>
                                            </p:tav>
                                            <p:tav tm="100000">
                                              <p:val>
                                                <p:strVal val="#ppt_x"/>
                                              </p:val>
                                            </p:tav>
                                          </p:tavLst>
                                        </p:anim>
                                        <p:anim calcmode="lin" valueType="num">
                                          <p:cBhvr additive="base">
                                            <p:cTn id="40" dur="1000" fill="hold"/>
                                            <p:tgtEl>
                                              <p:spTgt spid="23"/>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500"/>
                                      </p:stCondLst>
                                      <p:childTnLst>
                                        <p:set>
                                          <p:cBhvr>
                                            <p:cTn id="42" dur="1" fill="hold">
                                              <p:stCondLst>
                                                <p:cond delay="0"/>
                                              </p:stCondLst>
                                            </p:cTn>
                                            <p:tgtEl>
                                              <p:spTgt spid="31"/>
                                            </p:tgtEl>
                                            <p:attrNameLst>
                                              <p:attrName>style.visibility</p:attrName>
                                            </p:attrNameLst>
                                          </p:cBhvr>
                                          <p:to>
                                            <p:strVal val="visible"/>
                                          </p:to>
                                        </p:set>
                                        <p:anim calcmode="lin" valueType="num">
                                          <p:cBhvr additive="base">
                                            <p:cTn id="43" dur="1000" fill="hold"/>
                                            <p:tgtEl>
                                              <p:spTgt spid="31"/>
                                            </p:tgtEl>
                                            <p:attrNameLst>
                                              <p:attrName>ppt_x</p:attrName>
                                            </p:attrNameLst>
                                          </p:cBhvr>
                                          <p:tavLst>
                                            <p:tav tm="0">
                                              <p:val>
                                                <p:strVal val="1+#ppt_w/2"/>
                                              </p:val>
                                            </p:tav>
                                            <p:tav tm="100000">
                                              <p:val>
                                                <p:strVal val="#ppt_x"/>
                                              </p:val>
                                            </p:tav>
                                          </p:tavLst>
                                        </p:anim>
                                        <p:anim calcmode="lin" valueType="num">
                                          <p:cBhvr additive="base">
                                            <p:cTn id="44" dur="1000" fill="hold"/>
                                            <p:tgtEl>
                                              <p:spTgt spid="31"/>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500"/>
                                      </p:stCondLst>
                                      <p:childTnLst>
                                        <p:set>
                                          <p:cBhvr>
                                            <p:cTn id="46" dur="1" fill="hold">
                                              <p:stCondLst>
                                                <p:cond delay="0"/>
                                              </p:stCondLst>
                                            </p:cTn>
                                            <p:tgtEl>
                                              <p:spTgt spid="63"/>
                                            </p:tgtEl>
                                            <p:attrNameLst>
                                              <p:attrName>style.visibility</p:attrName>
                                            </p:attrNameLst>
                                          </p:cBhvr>
                                          <p:to>
                                            <p:strVal val="visible"/>
                                          </p:to>
                                        </p:set>
                                        <p:anim calcmode="lin" valueType="num">
                                          <p:cBhvr additive="base">
                                            <p:cTn id="47" dur="1000" fill="hold"/>
                                            <p:tgtEl>
                                              <p:spTgt spid="63"/>
                                            </p:tgtEl>
                                            <p:attrNameLst>
                                              <p:attrName>ppt_x</p:attrName>
                                            </p:attrNameLst>
                                          </p:cBhvr>
                                          <p:tavLst>
                                            <p:tav tm="0">
                                              <p:val>
                                                <p:strVal val="1+#ppt_w/2"/>
                                              </p:val>
                                            </p:tav>
                                            <p:tav tm="100000">
                                              <p:val>
                                                <p:strVal val="#ppt_x"/>
                                              </p:val>
                                            </p:tav>
                                          </p:tavLst>
                                        </p:anim>
                                        <p:anim calcmode="lin" valueType="num">
                                          <p:cBhvr additive="base">
                                            <p:cTn id="48" dur="1000" fill="hold"/>
                                            <p:tgtEl>
                                              <p:spTgt spid="63"/>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750"/>
                                      </p:stCondLst>
                                      <p:childTnLst>
                                        <p:set>
                                          <p:cBhvr>
                                            <p:cTn id="50" dur="1" fill="hold">
                                              <p:stCondLst>
                                                <p:cond delay="0"/>
                                              </p:stCondLst>
                                            </p:cTn>
                                            <p:tgtEl>
                                              <p:spTgt spid="32"/>
                                            </p:tgtEl>
                                            <p:attrNameLst>
                                              <p:attrName>style.visibility</p:attrName>
                                            </p:attrNameLst>
                                          </p:cBhvr>
                                          <p:to>
                                            <p:strVal val="visible"/>
                                          </p:to>
                                        </p:set>
                                        <p:anim calcmode="lin" valueType="num">
                                          <p:cBhvr additive="base">
                                            <p:cTn id="51" dur="1000" fill="hold"/>
                                            <p:tgtEl>
                                              <p:spTgt spid="32"/>
                                            </p:tgtEl>
                                            <p:attrNameLst>
                                              <p:attrName>ppt_x</p:attrName>
                                            </p:attrNameLst>
                                          </p:cBhvr>
                                          <p:tavLst>
                                            <p:tav tm="0">
                                              <p:val>
                                                <p:strVal val="1+#ppt_w/2"/>
                                              </p:val>
                                            </p:tav>
                                            <p:tav tm="100000">
                                              <p:val>
                                                <p:strVal val="#ppt_x"/>
                                              </p:val>
                                            </p:tav>
                                          </p:tavLst>
                                        </p:anim>
                                        <p:anim calcmode="lin" valueType="num">
                                          <p:cBhvr additive="base">
                                            <p:cTn id="52" dur="1000" fill="hold"/>
                                            <p:tgtEl>
                                              <p:spTgt spid="32"/>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750"/>
                                      </p:stCondLst>
                                      <p:childTnLst>
                                        <p:set>
                                          <p:cBhvr>
                                            <p:cTn id="54" dur="1" fill="hold">
                                              <p:stCondLst>
                                                <p:cond delay="0"/>
                                              </p:stCondLst>
                                            </p:cTn>
                                            <p:tgtEl>
                                              <p:spTgt spid="38"/>
                                            </p:tgtEl>
                                            <p:attrNameLst>
                                              <p:attrName>style.visibility</p:attrName>
                                            </p:attrNameLst>
                                          </p:cBhvr>
                                          <p:to>
                                            <p:strVal val="visible"/>
                                          </p:to>
                                        </p:set>
                                        <p:anim calcmode="lin" valueType="num">
                                          <p:cBhvr additive="base">
                                            <p:cTn id="55" dur="1000" fill="hold"/>
                                            <p:tgtEl>
                                              <p:spTgt spid="38"/>
                                            </p:tgtEl>
                                            <p:attrNameLst>
                                              <p:attrName>ppt_x</p:attrName>
                                            </p:attrNameLst>
                                          </p:cBhvr>
                                          <p:tavLst>
                                            <p:tav tm="0">
                                              <p:val>
                                                <p:strVal val="1+#ppt_w/2"/>
                                              </p:val>
                                            </p:tav>
                                            <p:tav tm="100000">
                                              <p:val>
                                                <p:strVal val="#ppt_x"/>
                                              </p:val>
                                            </p:tav>
                                          </p:tavLst>
                                        </p:anim>
                                        <p:anim calcmode="lin" valueType="num">
                                          <p:cBhvr additive="base">
                                            <p:cTn id="56" dur="1000" fill="hold"/>
                                            <p:tgtEl>
                                              <p:spTgt spid="38"/>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750"/>
                                      </p:stCondLst>
                                      <p:childTnLst>
                                        <p:set>
                                          <p:cBhvr>
                                            <p:cTn id="58" dur="1" fill="hold">
                                              <p:stCondLst>
                                                <p:cond delay="0"/>
                                              </p:stCondLst>
                                            </p:cTn>
                                            <p:tgtEl>
                                              <p:spTgt spid="64"/>
                                            </p:tgtEl>
                                            <p:attrNameLst>
                                              <p:attrName>style.visibility</p:attrName>
                                            </p:attrNameLst>
                                          </p:cBhvr>
                                          <p:to>
                                            <p:strVal val="visible"/>
                                          </p:to>
                                        </p:set>
                                        <p:anim calcmode="lin" valueType="num">
                                          <p:cBhvr additive="base">
                                            <p:cTn id="59" dur="1000" fill="hold"/>
                                            <p:tgtEl>
                                              <p:spTgt spid="64"/>
                                            </p:tgtEl>
                                            <p:attrNameLst>
                                              <p:attrName>ppt_x</p:attrName>
                                            </p:attrNameLst>
                                          </p:cBhvr>
                                          <p:tavLst>
                                            <p:tav tm="0">
                                              <p:val>
                                                <p:strVal val="1+#ppt_w/2"/>
                                              </p:val>
                                            </p:tav>
                                            <p:tav tm="100000">
                                              <p:val>
                                                <p:strVal val="#ppt_x"/>
                                              </p:val>
                                            </p:tav>
                                          </p:tavLst>
                                        </p:anim>
                                        <p:anim calcmode="lin" valueType="num">
                                          <p:cBhvr additive="base">
                                            <p:cTn id="60" dur="1000" fill="hold"/>
                                            <p:tgtEl>
                                              <p:spTgt spid="64"/>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1000"/>
                                      </p:stCondLst>
                                      <p:childTnLst>
                                        <p:set>
                                          <p:cBhvr>
                                            <p:cTn id="62" dur="1" fill="hold">
                                              <p:stCondLst>
                                                <p:cond delay="0"/>
                                              </p:stCondLst>
                                            </p:cTn>
                                            <p:tgtEl>
                                              <p:spTgt spid="47"/>
                                            </p:tgtEl>
                                            <p:attrNameLst>
                                              <p:attrName>style.visibility</p:attrName>
                                            </p:attrNameLst>
                                          </p:cBhvr>
                                          <p:to>
                                            <p:strVal val="visible"/>
                                          </p:to>
                                        </p:set>
                                        <p:anim calcmode="lin" valueType="num">
                                          <p:cBhvr additive="base">
                                            <p:cTn id="63" dur="1000" fill="hold"/>
                                            <p:tgtEl>
                                              <p:spTgt spid="47"/>
                                            </p:tgtEl>
                                            <p:attrNameLst>
                                              <p:attrName>ppt_x</p:attrName>
                                            </p:attrNameLst>
                                          </p:cBhvr>
                                          <p:tavLst>
                                            <p:tav tm="0">
                                              <p:val>
                                                <p:strVal val="0-#ppt_w/2"/>
                                              </p:val>
                                            </p:tav>
                                            <p:tav tm="100000">
                                              <p:val>
                                                <p:strVal val="#ppt_x"/>
                                              </p:val>
                                            </p:tav>
                                          </p:tavLst>
                                        </p:anim>
                                        <p:anim calcmode="lin" valueType="num">
                                          <p:cBhvr additive="base">
                                            <p:cTn id="64" dur="1000" fill="hold"/>
                                            <p:tgtEl>
                                              <p:spTgt spid="47"/>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1000"/>
                                      </p:stCondLst>
                                      <p:childTnLst>
                                        <p:set>
                                          <p:cBhvr>
                                            <p:cTn id="66" dur="1" fill="hold">
                                              <p:stCondLst>
                                                <p:cond delay="0"/>
                                              </p:stCondLst>
                                            </p:cTn>
                                            <p:tgtEl>
                                              <p:spTgt spid="55"/>
                                            </p:tgtEl>
                                            <p:attrNameLst>
                                              <p:attrName>style.visibility</p:attrName>
                                            </p:attrNameLst>
                                          </p:cBhvr>
                                          <p:to>
                                            <p:strVal val="visible"/>
                                          </p:to>
                                        </p:set>
                                        <p:anim calcmode="lin" valueType="num">
                                          <p:cBhvr additive="base">
                                            <p:cTn id="67" dur="1000" fill="hold"/>
                                            <p:tgtEl>
                                              <p:spTgt spid="55"/>
                                            </p:tgtEl>
                                            <p:attrNameLst>
                                              <p:attrName>ppt_x</p:attrName>
                                            </p:attrNameLst>
                                          </p:cBhvr>
                                          <p:tavLst>
                                            <p:tav tm="0">
                                              <p:val>
                                                <p:strVal val="0-#ppt_w/2"/>
                                              </p:val>
                                            </p:tav>
                                            <p:tav tm="100000">
                                              <p:val>
                                                <p:strVal val="#ppt_x"/>
                                              </p:val>
                                            </p:tav>
                                          </p:tavLst>
                                        </p:anim>
                                        <p:anim calcmode="lin" valueType="num">
                                          <p:cBhvr additive="base">
                                            <p:cTn id="68" dur="1000" fill="hold"/>
                                            <p:tgtEl>
                                              <p:spTgt spid="55"/>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1000"/>
                                      </p:stCondLst>
                                      <p:childTnLst>
                                        <p:set>
                                          <p:cBhvr>
                                            <p:cTn id="70" dur="1" fill="hold">
                                              <p:stCondLst>
                                                <p:cond delay="0"/>
                                              </p:stCondLst>
                                            </p:cTn>
                                            <p:tgtEl>
                                              <p:spTgt spid="62"/>
                                            </p:tgtEl>
                                            <p:attrNameLst>
                                              <p:attrName>style.visibility</p:attrName>
                                            </p:attrNameLst>
                                          </p:cBhvr>
                                          <p:to>
                                            <p:strVal val="visible"/>
                                          </p:to>
                                        </p:set>
                                        <p:anim calcmode="lin" valueType="num">
                                          <p:cBhvr additive="base">
                                            <p:cTn id="71" dur="1000" fill="hold"/>
                                            <p:tgtEl>
                                              <p:spTgt spid="62"/>
                                            </p:tgtEl>
                                            <p:attrNameLst>
                                              <p:attrName>ppt_x</p:attrName>
                                            </p:attrNameLst>
                                          </p:cBhvr>
                                          <p:tavLst>
                                            <p:tav tm="0">
                                              <p:val>
                                                <p:strVal val="0-#ppt_w/2"/>
                                              </p:val>
                                            </p:tav>
                                            <p:tav tm="100000">
                                              <p:val>
                                                <p:strVal val="#ppt_x"/>
                                              </p:val>
                                            </p:tav>
                                          </p:tavLst>
                                        </p:anim>
                                        <p:anim calcmode="lin" valueType="num">
                                          <p:cBhvr additive="base">
                                            <p:cTn id="72" dur="1000" fill="hold"/>
                                            <p:tgtEl>
                                              <p:spTgt spid="62"/>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1250"/>
                                      </p:stCondLst>
                                      <p:childTnLst>
                                        <p:set>
                                          <p:cBhvr>
                                            <p:cTn id="74" dur="1" fill="hold">
                                              <p:stCondLst>
                                                <p:cond delay="0"/>
                                              </p:stCondLst>
                                            </p:cTn>
                                            <p:tgtEl>
                                              <p:spTgt spid="39"/>
                                            </p:tgtEl>
                                            <p:attrNameLst>
                                              <p:attrName>style.visibility</p:attrName>
                                            </p:attrNameLst>
                                          </p:cBhvr>
                                          <p:to>
                                            <p:strVal val="visible"/>
                                          </p:to>
                                        </p:set>
                                        <p:anim calcmode="lin" valueType="num">
                                          <p:cBhvr additive="base">
                                            <p:cTn id="75" dur="1000" fill="hold"/>
                                            <p:tgtEl>
                                              <p:spTgt spid="39"/>
                                            </p:tgtEl>
                                            <p:attrNameLst>
                                              <p:attrName>ppt_x</p:attrName>
                                            </p:attrNameLst>
                                          </p:cBhvr>
                                          <p:tavLst>
                                            <p:tav tm="0">
                                              <p:val>
                                                <p:strVal val="0-#ppt_w/2"/>
                                              </p:val>
                                            </p:tav>
                                            <p:tav tm="100000">
                                              <p:val>
                                                <p:strVal val="#ppt_x"/>
                                              </p:val>
                                            </p:tav>
                                          </p:tavLst>
                                        </p:anim>
                                        <p:anim calcmode="lin" valueType="num">
                                          <p:cBhvr additive="base">
                                            <p:cTn id="76" dur="1000" fill="hold"/>
                                            <p:tgtEl>
                                              <p:spTgt spid="39"/>
                                            </p:tgtEl>
                                            <p:attrNameLst>
                                              <p:attrName>ppt_y</p:attrName>
                                            </p:attrNameLst>
                                          </p:cBhvr>
                                          <p:tavLst>
                                            <p:tav tm="0">
                                              <p:val>
                                                <p:strVal val="#ppt_y"/>
                                              </p:val>
                                            </p:tav>
                                            <p:tav tm="100000">
                                              <p:val>
                                                <p:strVal val="#ppt_y"/>
                                              </p:val>
                                            </p:tav>
                                          </p:tavLst>
                                        </p:anim>
                                      </p:childTnLst>
                                    </p:cTn>
                                  </p:par>
                                  <p:par>
                                    <p:cTn id="77" presetID="2" presetClass="entr" presetSubtype="8" fill="hold" grpId="0" nodeType="withEffect">
                                      <p:stCondLst>
                                        <p:cond delay="1250"/>
                                      </p:stCondLst>
                                      <p:childTnLst>
                                        <p:set>
                                          <p:cBhvr>
                                            <p:cTn id="78" dur="1" fill="hold">
                                              <p:stCondLst>
                                                <p:cond delay="0"/>
                                              </p:stCondLst>
                                            </p:cTn>
                                            <p:tgtEl>
                                              <p:spTgt spid="56"/>
                                            </p:tgtEl>
                                            <p:attrNameLst>
                                              <p:attrName>style.visibility</p:attrName>
                                            </p:attrNameLst>
                                          </p:cBhvr>
                                          <p:to>
                                            <p:strVal val="visible"/>
                                          </p:to>
                                        </p:set>
                                        <p:anim calcmode="lin" valueType="num">
                                          <p:cBhvr additive="base">
                                            <p:cTn id="79" dur="1000" fill="hold"/>
                                            <p:tgtEl>
                                              <p:spTgt spid="56"/>
                                            </p:tgtEl>
                                            <p:attrNameLst>
                                              <p:attrName>ppt_x</p:attrName>
                                            </p:attrNameLst>
                                          </p:cBhvr>
                                          <p:tavLst>
                                            <p:tav tm="0">
                                              <p:val>
                                                <p:strVal val="0-#ppt_w/2"/>
                                              </p:val>
                                            </p:tav>
                                            <p:tav tm="100000">
                                              <p:val>
                                                <p:strVal val="#ppt_x"/>
                                              </p:val>
                                            </p:tav>
                                          </p:tavLst>
                                        </p:anim>
                                        <p:anim calcmode="lin" valueType="num">
                                          <p:cBhvr additive="base">
                                            <p:cTn id="80" dur="1000" fill="hold"/>
                                            <p:tgtEl>
                                              <p:spTgt spid="56"/>
                                            </p:tgtEl>
                                            <p:attrNameLst>
                                              <p:attrName>ppt_y</p:attrName>
                                            </p:attrNameLst>
                                          </p:cBhvr>
                                          <p:tavLst>
                                            <p:tav tm="0">
                                              <p:val>
                                                <p:strVal val="#ppt_y"/>
                                              </p:val>
                                            </p:tav>
                                            <p:tav tm="100000">
                                              <p:val>
                                                <p:strVal val="#ppt_y"/>
                                              </p:val>
                                            </p:tav>
                                          </p:tavLst>
                                        </p:anim>
                                      </p:childTnLst>
                                    </p:cTn>
                                  </p:par>
                                  <p:par>
                                    <p:cTn id="81" presetID="2" presetClass="entr" presetSubtype="8" fill="hold" grpId="0" nodeType="withEffect">
                                      <p:stCondLst>
                                        <p:cond delay="1250"/>
                                      </p:stCondLst>
                                      <p:childTnLst>
                                        <p:set>
                                          <p:cBhvr>
                                            <p:cTn id="82" dur="1" fill="hold">
                                              <p:stCondLst>
                                                <p:cond delay="0"/>
                                              </p:stCondLst>
                                            </p:cTn>
                                            <p:tgtEl>
                                              <p:spTgt spid="61"/>
                                            </p:tgtEl>
                                            <p:attrNameLst>
                                              <p:attrName>style.visibility</p:attrName>
                                            </p:attrNameLst>
                                          </p:cBhvr>
                                          <p:to>
                                            <p:strVal val="visible"/>
                                          </p:to>
                                        </p:set>
                                        <p:anim calcmode="lin" valueType="num">
                                          <p:cBhvr additive="base">
                                            <p:cTn id="83" dur="1000" fill="hold"/>
                                            <p:tgtEl>
                                              <p:spTgt spid="61"/>
                                            </p:tgtEl>
                                            <p:attrNameLst>
                                              <p:attrName>ppt_x</p:attrName>
                                            </p:attrNameLst>
                                          </p:cBhvr>
                                          <p:tavLst>
                                            <p:tav tm="0">
                                              <p:val>
                                                <p:strVal val="0-#ppt_w/2"/>
                                              </p:val>
                                            </p:tav>
                                            <p:tav tm="100000">
                                              <p:val>
                                                <p:strVal val="#ppt_x"/>
                                              </p:val>
                                            </p:tav>
                                          </p:tavLst>
                                        </p:anim>
                                        <p:anim calcmode="lin" valueType="num">
                                          <p:cBhvr additive="base">
                                            <p:cTn id="84" dur="1000" fill="hold"/>
                                            <p:tgtEl>
                                              <p:spTgt spid="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Chart bld="category"/>
            </p:bldSub>
          </p:bldGraphic>
          <p:bldP spid="23" grpId="0"/>
          <p:bldP spid="31" grpId="0" animBg="1"/>
          <p:bldP spid="32" grpId="0"/>
          <p:bldP spid="38" grpId="0" animBg="1"/>
          <p:bldP spid="39" grpId="0"/>
          <p:bldP spid="47" grpId="0"/>
          <p:bldP spid="55" grpId="0" animBg="1"/>
          <p:bldP spid="56" grpId="0" animBg="1"/>
          <p:bldP spid="61" grpId="0"/>
          <p:bldP spid="62" grpId="0"/>
          <p:bldP spid="63" grpId="0"/>
          <p:bldP spid="64" grpId="0"/>
        </p:bldLst>
      </p:timing>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019C29B1-135D-45B4-B62C-74FF04FDDDC2}"/>
              </a:ext>
            </a:extLst>
          </p:cNvPr>
          <p:cNvGraphicFramePr/>
          <p:nvPr>
            <p:extLst>
              <p:ext uri="{D42A27DB-BD31-4B8C-83A1-F6EECF244321}">
                <p14:modId xmlns:p14="http://schemas.microsoft.com/office/powerpoint/2010/main" val="3445268271"/>
              </p:ext>
            </p:extLst>
          </p:nvPr>
        </p:nvGraphicFramePr>
        <p:xfrm>
          <a:off x="271781" y="3053080"/>
          <a:ext cx="3629660" cy="2419774"/>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7F5B501C-64A4-48F4-B97A-BDE002E901ED}"/>
              </a:ext>
            </a:extLst>
          </p:cNvPr>
          <p:cNvSpPr txBox="1"/>
          <p:nvPr/>
        </p:nvSpPr>
        <p:spPr>
          <a:xfrm>
            <a:off x="1713752" y="3754573"/>
            <a:ext cx="745717" cy="461665"/>
          </a:xfrm>
          <a:prstGeom prst="rect">
            <a:avLst/>
          </a:prstGeom>
          <a:noFill/>
        </p:spPr>
        <p:txBody>
          <a:bodyPr wrap="none" rtlCol="0">
            <a:spAutoFit/>
          </a:bodyPr>
          <a:lstStyle/>
          <a:p>
            <a:pPr algn="ctr"/>
            <a:r>
              <a:rPr lang="en-US" sz="2400" b="1">
                <a:solidFill>
                  <a:schemeClr val="accent1"/>
                </a:solidFill>
                <a:latin typeface="Montserrat SemiBold" panose="00000700000000000000" pitchFamily="50" charset="-52"/>
              </a:rPr>
              <a:t>15</a:t>
            </a:r>
            <a:r>
              <a:rPr lang="ru-RU" sz="2400" b="1">
                <a:solidFill>
                  <a:schemeClr val="accent1"/>
                </a:solidFill>
                <a:latin typeface="Montserrat SemiBold" panose="00000700000000000000" pitchFamily="50" charset="-52"/>
              </a:rPr>
              <a:t>%</a:t>
            </a:r>
            <a:endParaRPr lang="ru-UA" sz="2400" b="1">
              <a:solidFill>
                <a:schemeClr val="accent1"/>
              </a:solidFill>
              <a:latin typeface="Montserrat SemiBold" panose="00000700000000000000" pitchFamily="50" charset="-52"/>
            </a:endParaRPr>
          </a:p>
        </p:txBody>
      </p:sp>
      <p:sp>
        <p:nvSpPr>
          <p:cNvPr id="6" name="Rectangle 37">
            <a:extLst>
              <a:ext uri="{FF2B5EF4-FFF2-40B4-BE49-F238E27FC236}">
                <a16:creationId xmlns:a16="http://schemas.microsoft.com/office/drawing/2014/main" id="{C399D23A-7D1B-4B5F-8BD4-0C30D63CD88D}"/>
              </a:ext>
            </a:extLst>
          </p:cNvPr>
          <p:cNvSpPr>
            <a:spLocks noChangeArrowheads="1"/>
          </p:cNvSpPr>
          <p:nvPr/>
        </p:nvSpPr>
        <p:spPr bwMode="auto">
          <a:xfrm>
            <a:off x="1293124" y="4460852"/>
            <a:ext cx="158697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b="1" i="0" u="none" strike="noStrike" cap="none" normalizeH="0" baseline="0">
                <a:ln>
                  <a:noFill/>
                </a:ln>
                <a:solidFill>
                  <a:schemeClr val="accent1"/>
                </a:solidFill>
                <a:effectLst/>
                <a:latin typeface="Montserrat SemiBold" panose="00000700000000000000" pitchFamily="50" charset="-52"/>
              </a:rPr>
              <a:t>IN</a:t>
            </a:r>
            <a:r>
              <a:rPr kumimoji="0" lang="en-US" altLang="ru-UA" b="1" i="0" u="none" strike="noStrike" cap="none" normalizeH="0" baseline="0">
                <a:ln>
                  <a:noFill/>
                </a:ln>
                <a:solidFill>
                  <a:schemeClr val="accent1"/>
                </a:solidFill>
                <a:effectLst/>
                <a:latin typeface="Montserrat SemiBold" panose="00000700000000000000" pitchFamily="50" charset="-52"/>
              </a:rPr>
              <a:t>FODATA 01</a:t>
            </a:r>
            <a:endParaRPr kumimoji="0" lang="ru-UA" altLang="ru-UA" sz="2000" b="0" i="0" u="none" strike="noStrike" cap="none" normalizeH="0" baseline="0">
              <a:ln>
                <a:noFill/>
              </a:ln>
              <a:solidFill>
                <a:schemeClr val="accent1"/>
              </a:solidFill>
              <a:effectLst/>
            </a:endParaRPr>
          </a:p>
        </p:txBody>
      </p:sp>
      <p:sp>
        <p:nvSpPr>
          <p:cNvPr id="7" name="Text Placeholder 33">
            <a:extLst>
              <a:ext uri="{FF2B5EF4-FFF2-40B4-BE49-F238E27FC236}">
                <a16:creationId xmlns:a16="http://schemas.microsoft.com/office/drawing/2014/main" id="{8030CC9E-3A71-4FC2-9E69-85CE7D583A2B}"/>
              </a:ext>
            </a:extLst>
          </p:cNvPr>
          <p:cNvSpPr txBox="1">
            <a:spLocks/>
          </p:cNvSpPr>
          <p:nvPr/>
        </p:nvSpPr>
        <p:spPr>
          <a:xfrm>
            <a:off x="1102360" y="4737851"/>
            <a:ext cx="1968500"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atin typeface="Montserrat Light" panose="00000400000000000000" pitchFamily="50" charset="-52"/>
              </a:rPr>
              <a:t>Lorem ipsum dolor sit amet, consectetur adipiscing elit, sed do eiusmod tempor</a:t>
            </a:r>
          </a:p>
        </p:txBody>
      </p:sp>
      <p:graphicFrame>
        <p:nvGraphicFramePr>
          <p:cNvPr id="8" name="Chart 7">
            <a:extLst>
              <a:ext uri="{FF2B5EF4-FFF2-40B4-BE49-F238E27FC236}">
                <a16:creationId xmlns:a16="http://schemas.microsoft.com/office/drawing/2014/main" id="{4DAF6B37-9F64-4899-9C3F-6D2522276E5A}"/>
              </a:ext>
            </a:extLst>
          </p:cNvPr>
          <p:cNvGraphicFramePr/>
          <p:nvPr/>
        </p:nvGraphicFramePr>
        <p:xfrm>
          <a:off x="2880097" y="3053080"/>
          <a:ext cx="3629660" cy="2419774"/>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5B11EAE1-32D3-4CF7-9351-8803293BFD8A}"/>
              </a:ext>
            </a:extLst>
          </p:cNvPr>
          <p:cNvSpPr txBox="1"/>
          <p:nvPr/>
        </p:nvSpPr>
        <p:spPr>
          <a:xfrm>
            <a:off x="4276382" y="3754573"/>
            <a:ext cx="837089" cy="461665"/>
          </a:xfrm>
          <a:prstGeom prst="rect">
            <a:avLst/>
          </a:prstGeom>
          <a:noFill/>
        </p:spPr>
        <p:txBody>
          <a:bodyPr wrap="none" rtlCol="0">
            <a:spAutoFit/>
          </a:bodyPr>
          <a:lstStyle/>
          <a:p>
            <a:pPr algn="ctr"/>
            <a:r>
              <a:rPr lang="ru-RU" sz="2400" b="1">
                <a:solidFill>
                  <a:schemeClr val="accent2"/>
                </a:solidFill>
                <a:latin typeface="Montserrat SemiBold" panose="00000700000000000000" pitchFamily="50" charset="-52"/>
              </a:rPr>
              <a:t>47%</a:t>
            </a:r>
            <a:endParaRPr lang="ru-UA" sz="2400" b="1">
              <a:solidFill>
                <a:schemeClr val="accent2"/>
              </a:solidFill>
              <a:latin typeface="Montserrat SemiBold" panose="00000700000000000000" pitchFamily="50" charset="-52"/>
            </a:endParaRPr>
          </a:p>
        </p:txBody>
      </p:sp>
      <p:sp>
        <p:nvSpPr>
          <p:cNvPr id="10" name="Rectangle 37">
            <a:extLst>
              <a:ext uri="{FF2B5EF4-FFF2-40B4-BE49-F238E27FC236}">
                <a16:creationId xmlns:a16="http://schemas.microsoft.com/office/drawing/2014/main" id="{FF9A1201-D4FB-4FFD-BC1E-938CE7D3DDEB}"/>
              </a:ext>
            </a:extLst>
          </p:cNvPr>
          <p:cNvSpPr>
            <a:spLocks noChangeArrowheads="1"/>
          </p:cNvSpPr>
          <p:nvPr/>
        </p:nvSpPr>
        <p:spPr bwMode="auto">
          <a:xfrm>
            <a:off x="3901440" y="4460852"/>
            <a:ext cx="16334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b="1" i="0" u="none" strike="noStrike" cap="none" normalizeH="0" baseline="0">
                <a:ln>
                  <a:noFill/>
                </a:ln>
                <a:solidFill>
                  <a:schemeClr val="accent2"/>
                </a:solidFill>
                <a:effectLst/>
                <a:latin typeface="Montserrat SemiBold" panose="00000700000000000000" pitchFamily="50" charset="-52"/>
              </a:rPr>
              <a:t>IN</a:t>
            </a:r>
            <a:r>
              <a:rPr kumimoji="0" lang="en-US" altLang="ru-UA" b="1" i="0" u="none" strike="noStrike" cap="none" normalizeH="0" baseline="0">
                <a:ln>
                  <a:noFill/>
                </a:ln>
                <a:solidFill>
                  <a:schemeClr val="accent2"/>
                </a:solidFill>
                <a:effectLst/>
                <a:latin typeface="Montserrat SemiBold" panose="00000700000000000000" pitchFamily="50" charset="-52"/>
              </a:rPr>
              <a:t>FODATA </a:t>
            </a:r>
            <a:r>
              <a:rPr kumimoji="0" lang="ru-RU" altLang="ru-UA" b="1" i="0" u="none" strike="noStrike" cap="none" normalizeH="0" baseline="0">
                <a:ln>
                  <a:noFill/>
                </a:ln>
                <a:solidFill>
                  <a:schemeClr val="accent2"/>
                </a:solidFill>
                <a:effectLst/>
                <a:latin typeface="Montserrat SemiBold" panose="00000700000000000000" pitchFamily="50" charset="-52"/>
              </a:rPr>
              <a:t>02</a:t>
            </a:r>
            <a:endParaRPr kumimoji="0" lang="ru-UA" altLang="ru-UA" sz="2000" b="0" i="0" u="none" strike="noStrike" cap="none" normalizeH="0" baseline="0">
              <a:ln>
                <a:noFill/>
              </a:ln>
              <a:solidFill>
                <a:schemeClr val="accent2"/>
              </a:solidFill>
              <a:effectLst/>
            </a:endParaRPr>
          </a:p>
        </p:txBody>
      </p:sp>
      <p:sp>
        <p:nvSpPr>
          <p:cNvPr id="11" name="Text Placeholder 33">
            <a:extLst>
              <a:ext uri="{FF2B5EF4-FFF2-40B4-BE49-F238E27FC236}">
                <a16:creationId xmlns:a16="http://schemas.microsoft.com/office/drawing/2014/main" id="{08F291A2-ECAB-44DA-9A16-3681741CFF7F}"/>
              </a:ext>
            </a:extLst>
          </p:cNvPr>
          <p:cNvSpPr txBox="1">
            <a:spLocks/>
          </p:cNvSpPr>
          <p:nvPr/>
        </p:nvSpPr>
        <p:spPr>
          <a:xfrm>
            <a:off x="3710676" y="4737851"/>
            <a:ext cx="1968500"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atin typeface="Montserrat Light" panose="00000400000000000000" pitchFamily="50" charset="-52"/>
              </a:rPr>
              <a:t>Lorem ipsum dolor sit amet, consectetur adipiscing elit, sed do eiusmod tempor</a:t>
            </a:r>
          </a:p>
        </p:txBody>
      </p:sp>
      <p:graphicFrame>
        <p:nvGraphicFramePr>
          <p:cNvPr id="12" name="Chart 11">
            <a:extLst>
              <a:ext uri="{FF2B5EF4-FFF2-40B4-BE49-F238E27FC236}">
                <a16:creationId xmlns:a16="http://schemas.microsoft.com/office/drawing/2014/main" id="{2D21C277-C508-4748-8A08-ED4486C2D8E5}"/>
              </a:ext>
            </a:extLst>
          </p:cNvPr>
          <p:cNvGraphicFramePr/>
          <p:nvPr/>
        </p:nvGraphicFramePr>
        <p:xfrm>
          <a:off x="5488413" y="3053080"/>
          <a:ext cx="3629660" cy="2419774"/>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a:extLst>
              <a:ext uri="{FF2B5EF4-FFF2-40B4-BE49-F238E27FC236}">
                <a16:creationId xmlns:a16="http://schemas.microsoft.com/office/drawing/2014/main" id="{2F4E5460-62E3-4E3F-AF2B-DBB909436C49}"/>
              </a:ext>
            </a:extLst>
          </p:cNvPr>
          <p:cNvSpPr txBox="1"/>
          <p:nvPr/>
        </p:nvSpPr>
        <p:spPr>
          <a:xfrm>
            <a:off x="6879088" y="3754573"/>
            <a:ext cx="848309" cy="461665"/>
          </a:xfrm>
          <a:prstGeom prst="rect">
            <a:avLst/>
          </a:prstGeom>
          <a:noFill/>
        </p:spPr>
        <p:txBody>
          <a:bodyPr wrap="none" rtlCol="0">
            <a:spAutoFit/>
          </a:bodyPr>
          <a:lstStyle/>
          <a:p>
            <a:pPr algn="ctr"/>
            <a:r>
              <a:rPr lang="ru-RU" sz="2400" b="1">
                <a:solidFill>
                  <a:schemeClr val="accent3"/>
                </a:solidFill>
                <a:latin typeface="Montserrat SemiBold" panose="00000700000000000000" pitchFamily="50" charset="-52"/>
              </a:rPr>
              <a:t>60%</a:t>
            </a:r>
            <a:endParaRPr lang="ru-UA" sz="2400" b="1">
              <a:solidFill>
                <a:schemeClr val="accent3"/>
              </a:solidFill>
              <a:latin typeface="Montserrat SemiBold" panose="00000700000000000000" pitchFamily="50" charset="-52"/>
            </a:endParaRPr>
          </a:p>
        </p:txBody>
      </p:sp>
      <p:sp>
        <p:nvSpPr>
          <p:cNvPr id="14" name="Rectangle 37">
            <a:extLst>
              <a:ext uri="{FF2B5EF4-FFF2-40B4-BE49-F238E27FC236}">
                <a16:creationId xmlns:a16="http://schemas.microsoft.com/office/drawing/2014/main" id="{B320232A-E6D0-4BC9-9EFD-5B7C766B8428}"/>
              </a:ext>
            </a:extLst>
          </p:cNvPr>
          <p:cNvSpPr>
            <a:spLocks noChangeArrowheads="1"/>
          </p:cNvSpPr>
          <p:nvPr/>
        </p:nvSpPr>
        <p:spPr bwMode="auto">
          <a:xfrm>
            <a:off x="6509756" y="4460852"/>
            <a:ext cx="16334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b="1" i="0" u="none" strike="noStrike" cap="none" normalizeH="0" baseline="0">
                <a:ln>
                  <a:noFill/>
                </a:ln>
                <a:solidFill>
                  <a:schemeClr val="accent3"/>
                </a:solidFill>
                <a:effectLst/>
                <a:latin typeface="Montserrat SemiBold" panose="00000700000000000000" pitchFamily="50" charset="-52"/>
              </a:rPr>
              <a:t>IN</a:t>
            </a:r>
            <a:r>
              <a:rPr kumimoji="0" lang="en-US" altLang="ru-UA" b="1" i="0" u="none" strike="noStrike" cap="none" normalizeH="0" baseline="0">
                <a:ln>
                  <a:noFill/>
                </a:ln>
                <a:solidFill>
                  <a:schemeClr val="accent3"/>
                </a:solidFill>
                <a:effectLst/>
                <a:latin typeface="Montserrat SemiBold" panose="00000700000000000000" pitchFamily="50" charset="-52"/>
              </a:rPr>
              <a:t>FODATA </a:t>
            </a:r>
            <a:r>
              <a:rPr kumimoji="0" lang="ru-RU" altLang="ru-UA" b="1" i="0" u="none" strike="noStrike" cap="none" normalizeH="0" baseline="0">
                <a:ln>
                  <a:noFill/>
                </a:ln>
                <a:solidFill>
                  <a:schemeClr val="accent3"/>
                </a:solidFill>
                <a:effectLst/>
                <a:latin typeface="Montserrat SemiBold" panose="00000700000000000000" pitchFamily="50" charset="-52"/>
              </a:rPr>
              <a:t>03</a:t>
            </a:r>
            <a:endParaRPr kumimoji="0" lang="ru-UA" altLang="ru-UA" sz="2000" b="0" i="0" u="none" strike="noStrike" cap="none" normalizeH="0" baseline="0">
              <a:ln>
                <a:noFill/>
              </a:ln>
              <a:solidFill>
                <a:schemeClr val="accent3"/>
              </a:solidFill>
              <a:effectLst/>
            </a:endParaRPr>
          </a:p>
        </p:txBody>
      </p:sp>
      <p:sp>
        <p:nvSpPr>
          <p:cNvPr id="15" name="Text Placeholder 33">
            <a:extLst>
              <a:ext uri="{FF2B5EF4-FFF2-40B4-BE49-F238E27FC236}">
                <a16:creationId xmlns:a16="http://schemas.microsoft.com/office/drawing/2014/main" id="{A3FAA881-EFD7-42FE-8AAC-2BE45BF8D135}"/>
              </a:ext>
            </a:extLst>
          </p:cNvPr>
          <p:cNvSpPr txBox="1">
            <a:spLocks/>
          </p:cNvSpPr>
          <p:nvPr/>
        </p:nvSpPr>
        <p:spPr>
          <a:xfrm>
            <a:off x="6318992" y="4737851"/>
            <a:ext cx="1968500"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atin typeface="Montserrat Light" panose="00000400000000000000" pitchFamily="50" charset="-52"/>
              </a:rPr>
              <a:t>Lorem ipsum dolor sit amet, consectetur adipiscing elit, sed do eiusmod tempor</a:t>
            </a:r>
          </a:p>
        </p:txBody>
      </p:sp>
      <p:graphicFrame>
        <p:nvGraphicFramePr>
          <p:cNvPr id="16" name="Chart 15">
            <a:extLst>
              <a:ext uri="{FF2B5EF4-FFF2-40B4-BE49-F238E27FC236}">
                <a16:creationId xmlns:a16="http://schemas.microsoft.com/office/drawing/2014/main" id="{3DC218A6-4A59-4353-9016-E5265A1CC51A}"/>
              </a:ext>
            </a:extLst>
          </p:cNvPr>
          <p:cNvGraphicFramePr/>
          <p:nvPr/>
        </p:nvGraphicFramePr>
        <p:xfrm>
          <a:off x="8096728" y="3053080"/>
          <a:ext cx="3629660" cy="2419774"/>
        </p:xfrm>
        <a:graphic>
          <a:graphicData uri="http://schemas.openxmlformats.org/drawingml/2006/chart">
            <c:chart xmlns:c="http://schemas.openxmlformats.org/drawingml/2006/chart" xmlns:r="http://schemas.openxmlformats.org/officeDocument/2006/relationships" r:id="rId5"/>
          </a:graphicData>
        </a:graphic>
      </p:graphicFrame>
      <p:sp>
        <p:nvSpPr>
          <p:cNvPr id="17" name="TextBox 16">
            <a:extLst>
              <a:ext uri="{FF2B5EF4-FFF2-40B4-BE49-F238E27FC236}">
                <a16:creationId xmlns:a16="http://schemas.microsoft.com/office/drawing/2014/main" id="{8B9D6C87-3389-415C-BE03-0E5F782F80DD}"/>
              </a:ext>
            </a:extLst>
          </p:cNvPr>
          <p:cNvSpPr txBox="1"/>
          <p:nvPr/>
        </p:nvSpPr>
        <p:spPr>
          <a:xfrm>
            <a:off x="9497021" y="3754573"/>
            <a:ext cx="829073" cy="461665"/>
          </a:xfrm>
          <a:prstGeom prst="rect">
            <a:avLst/>
          </a:prstGeom>
          <a:noFill/>
        </p:spPr>
        <p:txBody>
          <a:bodyPr wrap="none" rtlCol="0">
            <a:spAutoFit/>
          </a:bodyPr>
          <a:lstStyle/>
          <a:p>
            <a:pPr algn="ctr"/>
            <a:r>
              <a:rPr lang="ru-RU" sz="2400" b="1">
                <a:solidFill>
                  <a:schemeClr val="accent4"/>
                </a:solidFill>
                <a:latin typeface="Montserrat SemiBold" panose="00000700000000000000" pitchFamily="50" charset="-52"/>
              </a:rPr>
              <a:t>83%</a:t>
            </a:r>
            <a:endParaRPr lang="ru-UA" sz="2400" b="1">
              <a:solidFill>
                <a:schemeClr val="accent4"/>
              </a:solidFill>
              <a:latin typeface="Montserrat SemiBold" panose="00000700000000000000" pitchFamily="50" charset="-52"/>
            </a:endParaRPr>
          </a:p>
        </p:txBody>
      </p:sp>
      <p:sp>
        <p:nvSpPr>
          <p:cNvPr id="18" name="Rectangle 37">
            <a:extLst>
              <a:ext uri="{FF2B5EF4-FFF2-40B4-BE49-F238E27FC236}">
                <a16:creationId xmlns:a16="http://schemas.microsoft.com/office/drawing/2014/main" id="{200EC54C-AB5E-412D-827D-47C3C90408D3}"/>
              </a:ext>
            </a:extLst>
          </p:cNvPr>
          <p:cNvSpPr>
            <a:spLocks noChangeArrowheads="1"/>
          </p:cNvSpPr>
          <p:nvPr/>
        </p:nvSpPr>
        <p:spPr bwMode="auto">
          <a:xfrm>
            <a:off x="9118071" y="4460852"/>
            <a:ext cx="165590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b="1" i="0" u="none" strike="noStrike" cap="none" normalizeH="0" baseline="0">
                <a:ln>
                  <a:noFill/>
                </a:ln>
                <a:solidFill>
                  <a:schemeClr val="accent4"/>
                </a:solidFill>
                <a:effectLst/>
                <a:latin typeface="Montserrat SemiBold" panose="00000700000000000000" pitchFamily="50" charset="-52"/>
              </a:rPr>
              <a:t>IN</a:t>
            </a:r>
            <a:r>
              <a:rPr kumimoji="0" lang="en-US" altLang="ru-UA" b="1" i="0" u="none" strike="noStrike" cap="none" normalizeH="0" baseline="0">
                <a:ln>
                  <a:noFill/>
                </a:ln>
                <a:solidFill>
                  <a:schemeClr val="accent4"/>
                </a:solidFill>
                <a:effectLst/>
                <a:latin typeface="Montserrat SemiBold" panose="00000700000000000000" pitchFamily="50" charset="-52"/>
              </a:rPr>
              <a:t>FODATA </a:t>
            </a:r>
            <a:r>
              <a:rPr kumimoji="0" lang="ru-RU" altLang="ru-UA" b="1" i="0" u="none" strike="noStrike" cap="none" normalizeH="0" baseline="0">
                <a:ln>
                  <a:noFill/>
                </a:ln>
                <a:solidFill>
                  <a:schemeClr val="accent4"/>
                </a:solidFill>
                <a:effectLst/>
                <a:latin typeface="Montserrat SemiBold" panose="00000700000000000000" pitchFamily="50" charset="-52"/>
              </a:rPr>
              <a:t>04</a:t>
            </a:r>
            <a:endParaRPr kumimoji="0" lang="ru-UA" altLang="ru-UA" sz="2000" b="0" i="0" u="none" strike="noStrike" cap="none" normalizeH="0" baseline="0">
              <a:ln>
                <a:noFill/>
              </a:ln>
              <a:solidFill>
                <a:schemeClr val="accent4"/>
              </a:solidFill>
              <a:effectLst/>
            </a:endParaRPr>
          </a:p>
        </p:txBody>
      </p:sp>
      <p:sp>
        <p:nvSpPr>
          <p:cNvPr id="19" name="Text Placeholder 33">
            <a:extLst>
              <a:ext uri="{FF2B5EF4-FFF2-40B4-BE49-F238E27FC236}">
                <a16:creationId xmlns:a16="http://schemas.microsoft.com/office/drawing/2014/main" id="{66D65212-27EF-4039-81C7-FB72661AAB81}"/>
              </a:ext>
            </a:extLst>
          </p:cNvPr>
          <p:cNvSpPr txBox="1">
            <a:spLocks/>
          </p:cNvSpPr>
          <p:nvPr/>
        </p:nvSpPr>
        <p:spPr>
          <a:xfrm>
            <a:off x="8927307" y="4737851"/>
            <a:ext cx="1968500"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atin typeface="Montserrat Light" panose="00000400000000000000" pitchFamily="50" charset="-52"/>
              </a:rPr>
              <a:t>Lorem ipsum dolor sit amet, consectetur adipiscing elit, sed do eiusmod tempor</a:t>
            </a:r>
          </a:p>
        </p:txBody>
      </p:sp>
      <p:sp>
        <p:nvSpPr>
          <p:cNvPr id="24" name="TextBox 23">
            <a:extLst>
              <a:ext uri="{FF2B5EF4-FFF2-40B4-BE49-F238E27FC236}">
                <a16:creationId xmlns:a16="http://schemas.microsoft.com/office/drawing/2014/main" id="{4F996860-C589-4399-AFF6-917708736721}"/>
              </a:ext>
            </a:extLst>
          </p:cNvPr>
          <p:cNvSpPr txBox="1"/>
          <p:nvPr/>
        </p:nvSpPr>
        <p:spPr>
          <a:xfrm>
            <a:off x="2918690" y="333188"/>
            <a:ext cx="6354625" cy="461665"/>
          </a:xfrm>
          <a:prstGeom prst="rect">
            <a:avLst/>
          </a:prstGeom>
          <a:noFill/>
        </p:spPr>
        <p:txBody>
          <a:bodyPr wrap="none" rtlCol="0">
            <a:spAutoFit/>
          </a:bodyPr>
          <a:lstStyle/>
          <a:p>
            <a:pPr algn="ctr"/>
            <a:r>
              <a:rPr lang="en-US" sz="2400">
                <a:latin typeface="Montserrat SemiBold" panose="00000700000000000000" pitchFamily="50" charset="-52"/>
              </a:rPr>
              <a:t>EDITABLE HALF CIRCLE INFOGRAPHIC</a:t>
            </a:r>
            <a:endParaRPr lang="ru-UA" sz="2400">
              <a:latin typeface="Montserrat SemiBold" panose="00000700000000000000" pitchFamily="50" charset="-52"/>
            </a:endParaRPr>
          </a:p>
        </p:txBody>
      </p:sp>
      <p:sp>
        <p:nvSpPr>
          <p:cNvPr id="25" name="TextBox 24">
            <a:extLst>
              <a:ext uri="{FF2B5EF4-FFF2-40B4-BE49-F238E27FC236}">
                <a16:creationId xmlns:a16="http://schemas.microsoft.com/office/drawing/2014/main" id="{DEFF7743-B119-4ACD-8E89-6CA3377F15E3}"/>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1339625255"/>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000"/>
                                            <p:tgtEl>
                                              <p:spTgt spid="4"/>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1000"/>
                                            <p:tgtEl>
                                              <p:spTgt spid="8"/>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1000"/>
                                            <p:tgtEl>
                                              <p:spTgt spid="12"/>
                                            </p:tgtEl>
                                          </p:cBhvr>
                                        </p:animEffect>
                                      </p:childTnLst>
                                    </p:cTn>
                                  </p:par>
                                  <p:par>
                                    <p:cTn id="14" presetID="22" presetClass="entr" presetSubtype="8" fill="hold" grpId="0" nodeType="withEffect">
                                      <p:stCondLst>
                                        <p:cond delay="75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1000"/>
                                            <p:tgtEl>
                                              <p:spTgt spid="16"/>
                                            </p:tgtEl>
                                          </p:cBhvr>
                                        </p:animEffect>
                                      </p:childTnLst>
                                    </p:cTn>
                                  </p:par>
                                  <p:par>
                                    <p:cTn id="17" presetID="2" presetClass="entr" presetSubtype="4" fill="hold" grpId="0" nodeType="withEffect" p14:presetBounceEnd="67000">
                                      <p:stCondLst>
                                        <p:cond delay="250"/>
                                      </p:stCondLst>
                                      <p:childTnLst>
                                        <p:set>
                                          <p:cBhvr>
                                            <p:cTn id="18" dur="1" fill="hold">
                                              <p:stCondLst>
                                                <p:cond delay="0"/>
                                              </p:stCondLst>
                                            </p:cTn>
                                            <p:tgtEl>
                                              <p:spTgt spid="5"/>
                                            </p:tgtEl>
                                            <p:attrNameLst>
                                              <p:attrName>style.visibility</p:attrName>
                                            </p:attrNameLst>
                                          </p:cBhvr>
                                          <p:to>
                                            <p:strVal val="visible"/>
                                          </p:to>
                                        </p:set>
                                        <p:anim calcmode="lin" valueType="num" p14:bounceEnd="67000">
                                          <p:cBhvr additive="base">
                                            <p:cTn id="19" dur="1000" fill="hold"/>
                                            <p:tgtEl>
                                              <p:spTgt spid="5"/>
                                            </p:tgtEl>
                                            <p:attrNameLst>
                                              <p:attrName>ppt_x</p:attrName>
                                            </p:attrNameLst>
                                          </p:cBhvr>
                                          <p:tavLst>
                                            <p:tav tm="0">
                                              <p:val>
                                                <p:strVal val="#ppt_x"/>
                                              </p:val>
                                            </p:tav>
                                            <p:tav tm="100000">
                                              <p:val>
                                                <p:strVal val="#ppt_x"/>
                                              </p:val>
                                            </p:tav>
                                          </p:tavLst>
                                        </p:anim>
                                        <p:anim calcmode="lin" valueType="num" p14:bounceEnd="67000">
                                          <p:cBhvr additive="base">
                                            <p:cTn id="20" dur="100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14:presetBounceEnd="67000">
                                      <p:stCondLst>
                                        <p:cond delay="500"/>
                                      </p:stCondLst>
                                      <p:childTnLst>
                                        <p:set>
                                          <p:cBhvr>
                                            <p:cTn id="22" dur="1" fill="hold">
                                              <p:stCondLst>
                                                <p:cond delay="0"/>
                                              </p:stCondLst>
                                            </p:cTn>
                                            <p:tgtEl>
                                              <p:spTgt spid="9"/>
                                            </p:tgtEl>
                                            <p:attrNameLst>
                                              <p:attrName>style.visibility</p:attrName>
                                            </p:attrNameLst>
                                          </p:cBhvr>
                                          <p:to>
                                            <p:strVal val="visible"/>
                                          </p:to>
                                        </p:set>
                                        <p:anim calcmode="lin" valueType="num" p14:bounceEnd="67000">
                                          <p:cBhvr additive="base">
                                            <p:cTn id="23" dur="1000" fill="hold"/>
                                            <p:tgtEl>
                                              <p:spTgt spid="9"/>
                                            </p:tgtEl>
                                            <p:attrNameLst>
                                              <p:attrName>ppt_x</p:attrName>
                                            </p:attrNameLst>
                                          </p:cBhvr>
                                          <p:tavLst>
                                            <p:tav tm="0">
                                              <p:val>
                                                <p:strVal val="#ppt_x"/>
                                              </p:val>
                                            </p:tav>
                                            <p:tav tm="100000">
                                              <p:val>
                                                <p:strVal val="#ppt_x"/>
                                              </p:val>
                                            </p:tav>
                                          </p:tavLst>
                                        </p:anim>
                                        <p:anim calcmode="lin" valueType="num" p14:bounceEnd="67000">
                                          <p:cBhvr additive="base">
                                            <p:cTn id="24" dur="10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14:presetBounceEnd="67000">
                                      <p:stCondLst>
                                        <p:cond delay="750"/>
                                      </p:stCondLst>
                                      <p:childTnLst>
                                        <p:set>
                                          <p:cBhvr>
                                            <p:cTn id="26" dur="1" fill="hold">
                                              <p:stCondLst>
                                                <p:cond delay="0"/>
                                              </p:stCondLst>
                                            </p:cTn>
                                            <p:tgtEl>
                                              <p:spTgt spid="13"/>
                                            </p:tgtEl>
                                            <p:attrNameLst>
                                              <p:attrName>style.visibility</p:attrName>
                                            </p:attrNameLst>
                                          </p:cBhvr>
                                          <p:to>
                                            <p:strVal val="visible"/>
                                          </p:to>
                                        </p:set>
                                        <p:anim calcmode="lin" valueType="num" p14:bounceEnd="67000">
                                          <p:cBhvr additive="base">
                                            <p:cTn id="27" dur="1000" fill="hold"/>
                                            <p:tgtEl>
                                              <p:spTgt spid="13"/>
                                            </p:tgtEl>
                                            <p:attrNameLst>
                                              <p:attrName>ppt_x</p:attrName>
                                            </p:attrNameLst>
                                          </p:cBhvr>
                                          <p:tavLst>
                                            <p:tav tm="0">
                                              <p:val>
                                                <p:strVal val="#ppt_x"/>
                                              </p:val>
                                            </p:tav>
                                            <p:tav tm="100000">
                                              <p:val>
                                                <p:strVal val="#ppt_x"/>
                                              </p:val>
                                            </p:tav>
                                          </p:tavLst>
                                        </p:anim>
                                        <p:anim calcmode="lin" valueType="num" p14:bounceEnd="67000">
                                          <p:cBhvr additive="base">
                                            <p:cTn id="28" dur="10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14:presetBounceEnd="67000">
                                      <p:stCondLst>
                                        <p:cond delay="1000"/>
                                      </p:stCondLst>
                                      <p:childTnLst>
                                        <p:set>
                                          <p:cBhvr>
                                            <p:cTn id="30" dur="1" fill="hold">
                                              <p:stCondLst>
                                                <p:cond delay="0"/>
                                              </p:stCondLst>
                                            </p:cTn>
                                            <p:tgtEl>
                                              <p:spTgt spid="17"/>
                                            </p:tgtEl>
                                            <p:attrNameLst>
                                              <p:attrName>style.visibility</p:attrName>
                                            </p:attrNameLst>
                                          </p:cBhvr>
                                          <p:to>
                                            <p:strVal val="visible"/>
                                          </p:to>
                                        </p:set>
                                        <p:anim calcmode="lin" valueType="num" p14:bounceEnd="67000">
                                          <p:cBhvr additive="base">
                                            <p:cTn id="31" dur="1000" fill="hold"/>
                                            <p:tgtEl>
                                              <p:spTgt spid="17"/>
                                            </p:tgtEl>
                                            <p:attrNameLst>
                                              <p:attrName>ppt_x</p:attrName>
                                            </p:attrNameLst>
                                          </p:cBhvr>
                                          <p:tavLst>
                                            <p:tav tm="0">
                                              <p:val>
                                                <p:strVal val="#ppt_x"/>
                                              </p:val>
                                            </p:tav>
                                            <p:tav tm="100000">
                                              <p:val>
                                                <p:strVal val="#ppt_x"/>
                                              </p:val>
                                            </p:tav>
                                          </p:tavLst>
                                        </p:anim>
                                        <p:anim calcmode="lin" valueType="num" p14:bounceEnd="67000">
                                          <p:cBhvr additive="base">
                                            <p:cTn id="32" dur="1000" fill="hold"/>
                                            <p:tgtEl>
                                              <p:spTgt spid="17"/>
                                            </p:tgtEl>
                                            <p:attrNameLst>
                                              <p:attrName>ppt_y</p:attrName>
                                            </p:attrNameLst>
                                          </p:cBhvr>
                                          <p:tavLst>
                                            <p:tav tm="0">
                                              <p:val>
                                                <p:strVal val="1+#ppt_h/2"/>
                                              </p:val>
                                            </p:tav>
                                            <p:tav tm="100000">
                                              <p:val>
                                                <p:strVal val="#ppt_y"/>
                                              </p:val>
                                            </p:tav>
                                          </p:tavLst>
                                        </p:anim>
                                      </p:childTnLst>
                                    </p:cTn>
                                  </p:par>
                                  <p:par>
                                    <p:cTn id="33" presetID="42" presetClass="entr" presetSubtype="0" fill="hold" grpId="0" nodeType="withEffect">
                                      <p:stCondLst>
                                        <p:cond delay="50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anim calcmode="lin" valueType="num">
                                          <p:cBhvr>
                                            <p:cTn id="36" dur="1000" fill="hold"/>
                                            <p:tgtEl>
                                              <p:spTgt spid="6"/>
                                            </p:tgtEl>
                                            <p:attrNameLst>
                                              <p:attrName>ppt_x</p:attrName>
                                            </p:attrNameLst>
                                          </p:cBhvr>
                                          <p:tavLst>
                                            <p:tav tm="0">
                                              <p:val>
                                                <p:strVal val="#ppt_x"/>
                                              </p:val>
                                            </p:tav>
                                            <p:tav tm="100000">
                                              <p:val>
                                                <p:strVal val="#ppt_x"/>
                                              </p:val>
                                            </p:tav>
                                          </p:tavLst>
                                        </p:anim>
                                        <p:anim calcmode="lin" valueType="num">
                                          <p:cBhvr>
                                            <p:cTn id="37" dur="1000" fill="hold"/>
                                            <p:tgtEl>
                                              <p:spTgt spid="6"/>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50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1000"/>
                                            <p:tgtEl>
                                              <p:spTgt spid="7"/>
                                            </p:tgtEl>
                                          </p:cBhvr>
                                        </p:animEffect>
                                        <p:anim calcmode="lin" valueType="num">
                                          <p:cBhvr>
                                            <p:cTn id="41" dur="1000" fill="hold"/>
                                            <p:tgtEl>
                                              <p:spTgt spid="7"/>
                                            </p:tgtEl>
                                            <p:attrNameLst>
                                              <p:attrName>ppt_x</p:attrName>
                                            </p:attrNameLst>
                                          </p:cBhvr>
                                          <p:tavLst>
                                            <p:tav tm="0">
                                              <p:val>
                                                <p:strVal val="#ppt_x"/>
                                              </p:val>
                                            </p:tav>
                                            <p:tav tm="100000">
                                              <p:val>
                                                <p:strVal val="#ppt_x"/>
                                              </p:val>
                                            </p:tav>
                                          </p:tavLst>
                                        </p:anim>
                                        <p:anim calcmode="lin" valueType="num">
                                          <p:cBhvr>
                                            <p:cTn id="42" dur="1000" fill="hold"/>
                                            <p:tgtEl>
                                              <p:spTgt spid="7"/>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75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1000"/>
                                            <p:tgtEl>
                                              <p:spTgt spid="10"/>
                                            </p:tgtEl>
                                          </p:cBhvr>
                                        </p:animEffect>
                                        <p:anim calcmode="lin" valueType="num">
                                          <p:cBhvr>
                                            <p:cTn id="46" dur="1000" fill="hold"/>
                                            <p:tgtEl>
                                              <p:spTgt spid="10"/>
                                            </p:tgtEl>
                                            <p:attrNameLst>
                                              <p:attrName>ppt_x</p:attrName>
                                            </p:attrNameLst>
                                          </p:cBhvr>
                                          <p:tavLst>
                                            <p:tav tm="0">
                                              <p:val>
                                                <p:strVal val="#ppt_x"/>
                                              </p:val>
                                            </p:tav>
                                            <p:tav tm="100000">
                                              <p:val>
                                                <p:strVal val="#ppt_x"/>
                                              </p:val>
                                            </p:tav>
                                          </p:tavLst>
                                        </p:anim>
                                        <p:anim calcmode="lin" valueType="num">
                                          <p:cBhvr>
                                            <p:cTn id="47" dur="1000" fill="hold"/>
                                            <p:tgtEl>
                                              <p:spTgt spid="10"/>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75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1000"/>
                                            <p:tgtEl>
                                              <p:spTgt spid="11"/>
                                            </p:tgtEl>
                                          </p:cBhvr>
                                        </p:animEffect>
                                        <p:anim calcmode="lin" valueType="num">
                                          <p:cBhvr>
                                            <p:cTn id="51" dur="1000" fill="hold"/>
                                            <p:tgtEl>
                                              <p:spTgt spid="11"/>
                                            </p:tgtEl>
                                            <p:attrNameLst>
                                              <p:attrName>ppt_x</p:attrName>
                                            </p:attrNameLst>
                                          </p:cBhvr>
                                          <p:tavLst>
                                            <p:tav tm="0">
                                              <p:val>
                                                <p:strVal val="#ppt_x"/>
                                              </p:val>
                                            </p:tav>
                                            <p:tav tm="100000">
                                              <p:val>
                                                <p:strVal val="#ppt_x"/>
                                              </p:val>
                                            </p:tav>
                                          </p:tavLst>
                                        </p:anim>
                                        <p:anim calcmode="lin" valueType="num">
                                          <p:cBhvr>
                                            <p:cTn id="52" dur="1000" fill="hold"/>
                                            <p:tgtEl>
                                              <p:spTgt spid="11"/>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100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1000"/>
                                            <p:tgtEl>
                                              <p:spTgt spid="14"/>
                                            </p:tgtEl>
                                          </p:cBhvr>
                                        </p:animEffect>
                                        <p:anim calcmode="lin" valueType="num">
                                          <p:cBhvr>
                                            <p:cTn id="56" dur="1000" fill="hold"/>
                                            <p:tgtEl>
                                              <p:spTgt spid="14"/>
                                            </p:tgtEl>
                                            <p:attrNameLst>
                                              <p:attrName>ppt_x</p:attrName>
                                            </p:attrNameLst>
                                          </p:cBhvr>
                                          <p:tavLst>
                                            <p:tav tm="0">
                                              <p:val>
                                                <p:strVal val="#ppt_x"/>
                                              </p:val>
                                            </p:tav>
                                            <p:tav tm="100000">
                                              <p:val>
                                                <p:strVal val="#ppt_x"/>
                                              </p:val>
                                            </p:tav>
                                          </p:tavLst>
                                        </p:anim>
                                        <p:anim calcmode="lin" valueType="num">
                                          <p:cBhvr>
                                            <p:cTn id="57" dur="1000" fill="hold"/>
                                            <p:tgtEl>
                                              <p:spTgt spid="14"/>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100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1000"/>
                                            <p:tgtEl>
                                              <p:spTgt spid="15"/>
                                            </p:tgtEl>
                                          </p:cBhvr>
                                        </p:animEffect>
                                        <p:anim calcmode="lin" valueType="num">
                                          <p:cBhvr>
                                            <p:cTn id="61" dur="1000" fill="hold"/>
                                            <p:tgtEl>
                                              <p:spTgt spid="15"/>
                                            </p:tgtEl>
                                            <p:attrNameLst>
                                              <p:attrName>ppt_x</p:attrName>
                                            </p:attrNameLst>
                                          </p:cBhvr>
                                          <p:tavLst>
                                            <p:tav tm="0">
                                              <p:val>
                                                <p:strVal val="#ppt_x"/>
                                              </p:val>
                                            </p:tav>
                                            <p:tav tm="100000">
                                              <p:val>
                                                <p:strVal val="#ppt_x"/>
                                              </p:val>
                                            </p:tav>
                                          </p:tavLst>
                                        </p:anim>
                                        <p:anim calcmode="lin" valueType="num">
                                          <p:cBhvr>
                                            <p:cTn id="62" dur="1000" fill="hold"/>
                                            <p:tgtEl>
                                              <p:spTgt spid="15"/>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125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1000"/>
                                            <p:tgtEl>
                                              <p:spTgt spid="18"/>
                                            </p:tgtEl>
                                          </p:cBhvr>
                                        </p:animEffect>
                                        <p:anim calcmode="lin" valueType="num">
                                          <p:cBhvr>
                                            <p:cTn id="66" dur="1000" fill="hold"/>
                                            <p:tgtEl>
                                              <p:spTgt spid="18"/>
                                            </p:tgtEl>
                                            <p:attrNameLst>
                                              <p:attrName>ppt_x</p:attrName>
                                            </p:attrNameLst>
                                          </p:cBhvr>
                                          <p:tavLst>
                                            <p:tav tm="0">
                                              <p:val>
                                                <p:strVal val="#ppt_x"/>
                                              </p:val>
                                            </p:tav>
                                            <p:tav tm="100000">
                                              <p:val>
                                                <p:strVal val="#ppt_x"/>
                                              </p:val>
                                            </p:tav>
                                          </p:tavLst>
                                        </p:anim>
                                        <p:anim calcmode="lin" valueType="num">
                                          <p:cBhvr>
                                            <p:cTn id="67" dur="1000" fill="hold"/>
                                            <p:tgtEl>
                                              <p:spTgt spid="18"/>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125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1000"/>
                                            <p:tgtEl>
                                              <p:spTgt spid="19"/>
                                            </p:tgtEl>
                                          </p:cBhvr>
                                        </p:animEffect>
                                        <p:anim calcmode="lin" valueType="num">
                                          <p:cBhvr>
                                            <p:cTn id="71" dur="1000" fill="hold"/>
                                            <p:tgtEl>
                                              <p:spTgt spid="19"/>
                                            </p:tgtEl>
                                            <p:attrNameLst>
                                              <p:attrName>ppt_x</p:attrName>
                                            </p:attrNameLst>
                                          </p:cBhvr>
                                          <p:tavLst>
                                            <p:tav tm="0">
                                              <p:val>
                                                <p:strVal val="#ppt_x"/>
                                              </p:val>
                                            </p:tav>
                                            <p:tav tm="100000">
                                              <p:val>
                                                <p:strVal val="#ppt_x"/>
                                              </p:val>
                                            </p:tav>
                                          </p:tavLst>
                                        </p:anim>
                                        <p:anim calcmode="lin" valueType="num">
                                          <p:cBhvr>
                                            <p:cTn id="72"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p:bldP spid="6" grpId="0"/>
          <p:bldP spid="7" grpId="0"/>
          <p:bldGraphic spid="8" grpId="0">
            <p:bldAsOne/>
          </p:bldGraphic>
          <p:bldP spid="9" grpId="0"/>
          <p:bldP spid="10" grpId="0"/>
          <p:bldP spid="11" grpId="0"/>
          <p:bldGraphic spid="12" grpId="0">
            <p:bldAsOne/>
          </p:bldGraphic>
          <p:bldP spid="13" grpId="0"/>
          <p:bldP spid="14" grpId="0"/>
          <p:bldP spid="15" grpId="0"/>
          <p:bldGraphic spid="16" grpId="0">
            <p:bldAsOne/>
          </p:bldGraphic>
          <p:bldP spid="17" grpId="0"/>
          <p:bldP spid="18" grpId="0"/>
          <p:bldP spid="19"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000"/>
                                            <p:tgtEl>
                                              <p:spTgt spid="4"/>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1000"/>
                                            <p:tgtEl>
                                              <p:spTgt spid="8"/>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1000"/>
                                            <p:tgtEl>
                                              <p:spTgt spid="12"/>
                                            </p:tgtEl>
                                          </p:cBhvr>
                                        </p:animEffect>
                                      </p:childTnLst>
                                    </p:cTn>
                                  </p:par>
                                  <p:par>
                                    <p:cTn id="14" presetID="22" presetClass="entr" presetSubtype="8" fill="hold" grpId="0" nodeType="withEffect">
                                      <p:stCondLst>
                                        <p:cond delay="75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1000"/>
                                            <p:tgtEl>
                                              <p:spTgt spid="16"/>
                                            </p:tgtEl>
                                          </p:cBhvr>
                                        </p:animEffect>
                                      </p:childTnLst>
                                    </p:cTn>
                                  </p:par>
                                  <p:par>
                                    <p:cTn id="17" presetID="2" presetClass="entr" presetSubtype="4" fill="hold" grpId="0" nodeType="withEffect">
                                      <p:stCondLst>
                                        <p:cond delay="25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000" fill="hold"/>
                                            <p:tgtEl>
                                              <p:spTgt spid="5"/>
                                            </p:tgtEl>
                                            <p:attrNameLst>
                                              <p:attrName>ppt_x</p:attrName>
                                            </p:attrNameLst>
                                          </p:cBhvr>
                                          <p:tavLst>
                                            <p:tav tm="0">
                                              <p:val>
                                                <p:strVal val="#ppt_x"/>
                                              </p:val>
                                            </p:tav>
                                            <p:tav tm="100000">
                                              <p:val>
                                                <p:strVal val="#ppt_x"/>
                                              </p:val>
                                            </p:tav>
                                          </p:tavLst>
                                        </p:anim>
                                        <p:anim calcmode="lin" valueType="num">
                                          <p:cBhvr additive="base">
                                            <p:cTn id="20" dur="100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50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1000" fill="hold"/>
                                            <p:tgtEl>
                                              <p:spTgt spid="9"/>
                                            </p:tgtEl>
                                            <p:attrNameLst>
                                              <p:attrName>ppt_x</p:attrName>
                                            </p:attrNameLst>
                                          </p:cBhvr>
                                          <p:tavLst>
                                            <p:tav tm="0">
                                              <p:val>
                                                <p:strVal val="#ppt_x"/>
                                              </p:val>
                                            </p:tav>
                                            <p:tav tm="100000">
                                              <p:val>
                                                <p:strVal val="#ppt_x"/>
                                              </p:val>
                                            </p:tav>
                                          </p:tavLst>
                                        </p:anim>
                                        <p:anim calcmode="lin" valueType="num">
                                          <p:cBhvr additive="base">
                                            <p:cTn id="24" dur="10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7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1000" fill="hold"/>
                                            <p:tgtEl>
                                              <p:spTgt spid="13"/>
                                            </p:tgtEl>
                                            <p:attrNameLst>
                                              <p:attrName>ppt_x</p:attrName>
                                            </p:attrNameLst>
                                          </p:cBhvr>
                                          <p:tavLst>
                                            <p:tav tm="0">
                                              <p:val>
                                                <p:strVal val="#ppt_x"/>
                                              </p:val>
                                            </p:tav>
                                            <p:tav tm="100000">
                                              <p:val>
                                                <p:strVal val="#ppt_x"/>
                                              </p:val>
                                            </p:tav>
                                          </p:tavLst>
                                        </p:anim>
                                        <p:anim calcmode="lin" valueType="num">
                                          <p:cBhvr additive="base">
                                            <p:cTn id="28" dur="10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100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1000" fill="hold"/>
                                            <p:tgtEl>
                                              <p:spTgt spid="17"/>
                                            </p:tgtEl>
                                            <p:attrNameLst>
                                              <p:attrName>ppt_x</p:attrName>
                                            </p:attrNameLst>
                                          </p:cBhvr>
                                          <p:tavLst>
                                            <p:tav tm="0">
                                              <p:val>
                                                <p:strVal val="#ppt_x"/>
                                              </p:val>
                                            </p:tav>
                                            <p:tav tm="100000">
                                              <p:val>
                                                <p:strVal val="#ppt_x"/>
                                              </p:val>
                                            </p:tav>
                                          </p:tavLst>
                                        </p:anim>
                                        <p:anim calcmode="lin" valueType="num">
                                          <p:cBhvr additive="base">
                                            <p:cTn id="32" dur="1000" fill="hold"/>
                                            <p:tgtEl>
                                              <p:spTgt spid="17"/>
                                            </p:tgtEl>
                                            <p:attrNameLst>
                                              <p:attrName>ppt_y</p:attrName>
                                            </p:attrNameLst>
                                          </p:cBhvr>
                                          <p:tavLst>
                                            <p:tav tm="0">
                                              <p:val>
                                                <p:strVal val="1+#ppt_h/2"/>
                                              </p:val>
                                            </p:tav>
                                            <p:tav tm="100000">
                                              <p:val>
                                                <p:strVal val="#ppt_y"/>
                                              </p:val>
                                            </p:tav>
                                          </p:tavLst>
                                        </p:anim>
                                      </p:childTnLst>
                                    </p:cTn>
                                  </p:par>
                                  <p:par>
                                    <p:cTn id="33" presetID="42" presetClass="entr" presetSubtype="0" fill="hold" grpId="0" nodeType="withEffect">
                                      <p:stCondLst>
                                        <p:cond delay="50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anim calcmode="lin" valueType="num">
                                          <p:cBhvr>
                                            <p:cTn id="36" dur="1000" fill="hold"/>
                                            <p:tgtEl>
                                              <p:spTgt spid="6"/>
                                            </p:tgtEl>
                                            <p:attrNameLst>
                                              <p:attrName>ppt_x</p:attrName>
                                            </p:attrNameLst>
                                          </p:cBhvr>
                                          <p:tavLst>
                                            <p:tav tm="0">
                                              <p:val>
                                                <p:strVal val="#ppt_x"/>
                                              </p:val>
                                            </p:tav>
                                            <p:tav tm="100000">
                                              <p:val>
                                                <p:strVal val="#ppt_x"/>
                                              </p:val>
                                            </p:tav>
                                          </p:tavLst>
                                        </p:anim>
                                        <p:anim calcmode="lin" valueType="num">
                                          <p:cBhvr>
                                            <p:cTn id="37" dur="1000" fill="hold"/>
                                            <p:tgtEl>
                                              <p:spTgt spid="6"/>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50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1000"/>
                                            <p:tgtEl>
                                              <p:spTgt spid="7"/>
                                            </p:tgtEl>
                                          </p:cBhvr>
                                        </p:animEffect>
                                        <p:anim calcmode="lin" valueType="num">
                                          <p:cBhvr>
                                            <p:cTn id="41" dur="1000" fill="hold"/>
                                            <p:tgtEl>
                                              <p:spTgt spid="7"/>
                                            </p:tgtEl>
                                            <p:attrNameLst>
                                              <p:attrName>ppt_x</p:attrName>
                                            </p:attrNameLst>
                                          </p:cBhvr>
                                          <p:tavLst>
                                            <p:tav tm="0">
                                              <p:val>
                                                <p:strVal val="#ppt_x"/>
                                              </p:val>
                                            </p:tav>
                                            <p:tav tm="100000">
                                              <p:val>
                                                <p:strVal val="#ppt_x"/>
                                              </p:val>
                                            </p:tav>
                                          </p:tavLst>
                                        </p:anim>
                                        <p:anim calcmode="lin" valueType="num">
                                          <p:cBhvr>
                                            <p:cTn id="42" dur="1000" fill="hold"/>
                                            <p:tgtEl>
                                              <p:spTgt spid="7"/>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75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1000"/>
                                            <p:tgtEl>
                                              <p:spTgt spid="10"/>
                                            </p:tgtEl>
                                          </p:cBhvr>
                                        </p:animEffect>
                                        <p:anim calcmode="lin" valueType="num">
                                          <p:cBhvr>
                                            <p:cTn id="46" dur="1000" fill="hold"/>
                                            <p:tgtEl>
                                              <p:spTgt spid="10"/>
                                            </p:tgtEl>
                                            <p:attrNameLst>
                                              <p:attrName>ppt_x</p:attrName>
                                            </p:attrNameLst>
                                          </p:cBhvr>
                                          <p:tavLst>
                                            <p:tav tm="0">
                                              <p:val>
                                                <p:strVal val="#ppt_x"/>
                                              </p:val>
                                            </p:tav>
                                            <p:tav tm="100000">
                                              <p:val>
                                                <p:strVal val="#ppt_x"/>
                                              </p:val>
                                            </p:tav>
                                          </p:tavLst>
                                        </p:anim>
                                        <p:anim calcmode="lin" valueType="num">
                                          <p:cBhvr>
                                            <p:cTn id="47" dur="1000" fill="hold"/>
                                            <p:tgtEl>
                                              <p:spTgt spid="10"/>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75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1000"/>
                                            <p:tgtEl>
                                              <p:spTgt spid="11"/>
                                            </p:tgtEl>
                                          </p:cBhvr>
                                        </p:animEffect>
                                        <p:anim calcmode="lin" valueType="num">
                                          <p:cBhvr>
                                            <p:cTn id="51" dur="1000" fill="hold"/>
                                            <p:tgtEl>
                                              <p:spTgt spid="11"/>
                                            </p:tgtEl>
                                            <p:attrNameLst>
                                              <p:attrName>ppt_x</p:attrName>
                                            </p:attrNameLst>
                                          </p:cBhvr>
                                          <p:tavLst>
                                            <p:tav tm="0">
                                              <p:val>
                                                <p:strVal val="#ppt_x"/>
                                              </p:val>
                                            </p:tav>
                                            <p:tav tm="100000">
                                              <p:val>
                                                <p:strVal val="#ppt_x"/>
                                              </p:val>
                                            </p:tav>
                                          </p:tavLst>
                                        </p:anim>
                                        <p:anim calcmode="lin" valueType="num">
                                          <p:cBhvr>
                                            <p:cTn id="52" dur="1000" fill="hold"/>
                                            <p:tgtEl>
                                              <p:spTgt spid="11"/>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100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1000"/>
                                            <p:tgtEl>
                                              <p:spTgt spid="14"/>
                                            </p:tgtEl>
                                          </p:cBhvr>
                                        </p:animEffect>
                                        <p:anim calcmode="lin" valueType="num">
                                          <p:cBhvr>
                                            <p:cTn id="56" dur="1000" fill="hold"/>
                                            <p:tgtEl>
                                              <p:spTgt spid="14"/>
                                            </p:tgtEl>
                                            <p:attrNameLst>
                                              <p:attrName>ppt_x</p:attrName>
                                            </p:attrNameLst>
                                          </p:cBhvr>
                                          <p:tavLst>
                                            <p:tav tm="0">
                                              <p:val>
                                                <p:strVal val="#ppt_x"/>
                                              </p:val>
                                            </p:tav>
                                            <p:tav tm="100000">
                                              <p:val>
                                                <p:strVal val="#ppt_x"/>
                                              </p:val>
                                            </p:tav>
                                          </p:tavLst>
                                        </p:anim>
                                        <p:anim calcmode="lin" valueType="num">
                                          <p:cBhvr>
                                            <p:cTn id="57" dur="1000" fill="hold"/>
                                            <p:tgtEl>
                                              <p:spTgt spid="14"/>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100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1000"/>
                                            <p:tgtEl>
                                              <p:spTgt spid="15"/>
                                            </p:tgtEl>
                                          </p:cBhvr>
                                        </p:animEffect>
                                        <p:anim calcmode="lin" valueType="num">
                                          <p:cBhvr>
                                            <p:cTn id="61" dur="1000" fill="hold"/>
                                            <p:tgtEl>
                                              <p:spTgt spid="15"/>
                                            </p:tgtEl>
                                            <p:attrNameLst>
                                              <p:attrName>ppt_x</p:attrName>
                                            </p:attrNameLst>
                                          </p:cBhvr>
                                          <p:tavLst>
                                            <p:tav tm="0">
                                              <p:val>
                                                <p:strVal val="#ppt_x"/>
                                              </p:val>
                                            </p:tav>
                                            <p:tav tm="100000">
                                              <p:val>
                                                <p:strVal val="#ppt_x"/>
                                              </p:val>
                                            </p:tav>
                                          </p:tavLst>
                                        </p:anim>
                                        <p:anim calcmode="lin" valueType="num">
                                          <p:cBhvr>
                                            <p:cTn id="62" dur="1000" fill="hold"/>
                                            <p:tgtEl>
                                              <p:spTgt spid="15"/>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125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1000"/>
                                            <p:tgtEl>
                                              <p:spTgt spid="18"/>
                                            </p:tgtEl>
                                          </p:cBhvr>
                                        </p:animEffect>
                                        <p:anim calcmode="lin" valueType="num">
                                          <p:cBhvr>
                                            <p:cTn id="66" dur="1000" fill="hold"/>
                                            <p:tgtEl>
                                              <p:spTgt spid="18"/>
                                            </p:tgtEl>
                                            <p:attrNameLst>
                                              <p:attrName>ppt_x</p:attrName>
                                            </p:attrNameLst>
                                          </p:cBhvr>
                                          <p:tavLst>
                                            <p:tav tm="0">
                                              <p:val>
                                                <p:strVal val="#ppt_x"/>
                                              </p:val>
                                            </p:tav>
                                            <p:tav tm="100000">
                                              <p:val>
                                                <p:strVal val="#ppt_x"/>
                                              </p:val>
                                            </p:tav>
                                          </p:tavLst>
                                        </p:anim>
                                        <p:anim calcmode="lin" valueType="num">
                                          <p:cBhvr>
                                            <p:cTn id="67" dur="1000" fill="hold"/>
                                            <p:tgtEl>
                                              <p:spTgt spid="18"/>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125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1000"/>
                                            <p:tgtEl>
                                              <p:spTgt spid="19"/>
                                            </p:tgtEl>
                                          </p:cBhvr>
                                        </p:animEffect>
                                        <p:anim calcmode="lin" valueType="num">
                                          <p:cBhvr>
                                            <p:cTn id="71" dur="1000" fill="hold"/>
                                            <p:tgtEl>
                                              <p:spTgt spid="19"/>
                                            </p:tgtEl>
                                            <p:attrNameLst>
                                              <p:attrName>ppt_x</p:attrName>
                                            </p:attrNameLst>
                                          </p:cBhvr>
                                          <p:tavLst>
                                            <p:tav tm="0">
                                              <p:val>
                                                <p:strVal val="#ppt_x"/>
                                              </p:val>
                                            </p:tav>
                                            <p:tav tm="100000">
                                              <p:val>
                                                <p:strVal val="#ppt_x"/>
                                              </p:val>
                                            </p:tav>
                                          </p:tavLst>
                                        </p:anim>
                                        <p:anim calcmode="lin" valueType="num">
                                          <p:cBhvr>
                                            <p:cTn id="72"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p:bldP spid="6" grpId="0"/>
          <p:bldP spid="7" grpId="0"/>
          <p:bldGraphic spid="8" grpId="0">
            <p:bldAsOne/>
          </p:bldGraphic>
          <p:bldP spid="9" grpId="0"/>
          <p:bldP spid="10" grpId="0"/>
          <p:bldP spid="11" grpId="0"/>
          <p:bldGraphic spid="12" grpId="0">
            <p:bldAsOne/>
          </p:bldGraphic>
          <p:bldP spid="13" grpId="0"/>
          <p:bldP spid="14" grpId="0"/>
          <p:bldP spid="15" grpId="0"/>
          <p:bldGraphic spid="16" grpId="0">
            <p:bldAsOne/>
          </p:bldGraphic>
          <p:bldP spid="17" grpId="0"/>
          <p:bldP spid="18" grpId="0"/>
          <p:bldP spid="19" grpId="0"/>
        </p:bldLst>
      </p:timing>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Chart 34">
            <a:extLst>
              <a:ext uri="{FF2B5EF4-FFF2-40B4-BE49-F238E27FC236}">
                <a16:creationId xmlns:a16="http://schemas.microsoft.com/office/drawing/2014/main" id="{CE2530D3-7B1E-415D-BFE1-D28961BB49F9}"/>
              </a:ext>
            </a:extLst>
          </p:cNvPr>
          <p:cNvGraphicFramePr/>
          <p:nvPr/>
        </p:nvGraphicFramePr>
        <p:xfrm>
          <a:off x="3506327" y="1684223"/>
          <a:ext cx="2886996" cy="1967998"/>
        </p:xfrm>
        <a:graphic>
          <a:graphicData uri="http://schemas.openxmlformats.org/drawingml/2006/chart">
            <c:chart xmlns:c="http://schemas.openxmlformats.org/drawingml/2006/chart" xmlns:r="http://schemas.openxmlformats.org/officeDocument/2006/relationships" r:id="rId2"/>
          </a:graphicData>
        </a:graphic>
      </p:graphicFrame>
      <p:grpSp>
        <p:nvGrpSpPr>
          <p:cNvPr id="2" name="Group 1">
            <a:extLst>
              <a:ext uri="{FF2B5EF4-FFF2-40B4-BE49-F238E27FC236}">
                <a16:creationId xmlns:a16="http://schemas.microsoft.com/office/drawing/2014/main" id="{6C3D7442-71ED-40BB-892F-2A6336B6E1FC}"/>
              </a:ext>
            </a:extLst>
          </p:cNvPr>
          <p:cNvGrpSpPr/>
          <p:nvPr/>
        </p:nvGrpSpPr>
        <p:grpSpPr>
          <a:xfrm>
            <a:off x="4487402" y="2205082"/>
            <a:ext cx="924846" cy="926278"/>
            <a:chOff x="4487402" y="2205082"/>
            <a:chExt cx="924846" cy="926278"/>
          </a:xfrm>
        </p:grpSpPr>
        <p:grpSp>
          <p:nvGrpSpPr>
            <p:cNvPr id="36" name="Group 35">
              <a:extLst>
                <a:ext uri="{FF2B5EF4-FFF2-40B4-BE49-F238E27FC236}">
                  <a16:creationId xmlns:a16="http://schemas.microsoft.com/office/drawing/2014/main" id="{AC71C881-B24B-4F35-A39F-48ED153B8E1E}"/>
                </a:ext>
              </a:extLst>
            </p:cNvPr>
            <p:cNvGrpSpPr/>
            <p:nvPr/>
          </p:nvGrpSpPr>
          <p:grpSpPr>
            <a:xfrm>
              <a:off x="4487402" y="2205082"/>
              <a:ext cx="924846" cy="926278"/>
              <a:chOff x="6345238" y="4948238"/>
              <a:chExt cx="1027113" cy="1028700"/>
            </a:xfrm>
            <a:effectLst>
              <a:outerShdw blurRad="292100" dist="241300" dir="2700000" sx="102000" sy="102000" algn="tl" rotWithShape="0">
                <a:prstClr val="black">
                  <a:alpha val="26000"/>
                </a:prstClr>
              </a:outerShdw>
            </a:effectLst>
          </p:grpSpPr>
          <p:sp>
            <p:nvSpPr>
              <p:cNvPr id="43" name="Oval 56">
                <a:extLst>
                  <a:ext uri="{FF2B5EF4-FFF2-40B4-BE49-F238E27FC236}">
                    <a16:creationId xmlns:a16="http://schemas.microsoft.com/office/drawing/2014/main" id="{67B7E399-8073-4202-AD0D-6473D0EE9A92}"/>
                  </a:ext>
                </a:extLst>
              </p:cNvPr>
              <p:cNvSpPr>
                <a:spLocks noChangeArrowheads="1"/>
              </p:cNvSpPr>
              <p:nvPr/>
            </p:nvSpPr>
            <p:spPr bwMode="auto">
              <a:xfrm>
                <a:off x="6345238" y="4948238"/>
                <a:ext cx="1027113" cy="1028700"/>
              </a:xfrm>
              <a:prstGeom prst="ellipse">
                <a:avLst/>
              </a:prstGeom>
              <a:gradFill flip="none" rotWithShape="1">
                <a:gsLst>
                  <a:gs pos="0">
                    <a:schemeClr val="bg2">
                      <a:shade val="30000"/>
                      <a:satMod val="115000"/>
                    </a:schemeClr>
                  </a:gs>
                  <a:gs pos="100000">
                    <a:schemeClr val="bg2">
                      <a:shade val="100000"/>
                      <a:satMod val="115000"/>
                    </a:schemeClr>
                  </a:gs>
                </a:gsLst>
                <a:lin ang="13500000" scaled="1"/>
                <a:tileRect/>
              </a:gradFill>
              <a:ln>
                <a:noFill/>
              </a:ln>
            </p:spPr>
            <p:txBody>
              <a:bodyPr vert="horz" wrap="square" lIns="91440" tIns="45720" rIns="91440" bIns="45720" numCol="1" anchor="t" anchorCtr="0" compatLnSpc="1">
                <a:prstTxWarp prst="textNoShape">
                  <a:avLst/>
                </a:prstTxWarp>
              </a:bodyPr>
              <a:lstStyle/>
              <a:p>
                <a:endParaRPr lang="ru-UA"/>
              </a:p>
            </p:txBody>
          </p:sp>
          <p:sp>
            <p:nvSpPr>
              <p:cNvPr id="44" name="Oval 57">
                <a:extLst>
                  <a:ext uri="{FF2B5EF4-FFF2-40B4-BE49-F238E27FC236}">
                    <a16:creationId xmlns:a16="http://schemas.microsoft.com/office/drawing/2014/main" id="{B4C0F096-ADC2-4A4A-978A-49139175F49F}"/>
                  </a:ext>
                </a:extLst>
              </p:cNvPr>
              <p:cNvSpPr>
                <a:spLocks noChangeArrowheads="1"/>
              </p:cNvSpPr>
              <p:nvPr/>
            </p:nvSpPr>
            <p:spPr bwMode="auto">
              <a:xfrm>
                <a:off x="6359525" y="4962526"/>
                <a:ext cx="998538" cy="1000125"/>
              </a:xfrm>
              <a:prstGeom prst="ellipse">
                <a:avLst/>
              </a:prstGeom>
              <a:solidFill>
                <a:schemeClr val="bg2">
                  <a:lumMod val="95000"/>
                </a:schemeClr>
              </a:solidFill>
              <a:ln>
                <a:noFill/>
              </a:ln>
            </p:spPr>
            <p:txBody>
              <a:bodyPr vert="horz" wrap="square" lIns="91440" tIns="45720" rIns="91440" bIns="45720" numCol="1" anchor="t" anchorCtr="0" compatLnSpc="1">
                <a:prstTxWarp prst="textNoShape">
                  <a:avLst/>
                </a:prstTxWarp>
              </a:bodyPr>
              <a:lstStyle/>
              <a:p>
                <a:endParaRPr lang="ru-UA"/>
              </a:p>
            </p:txBody>
          </p:sp>
        </p:grpSp>
        <p:sp>
          <p:nvSpPr>
            <p:cNvPr id="42" name="TextBox 41">
              <a:extLst>
                <a:ext uri="{FF2B5EF4-FFF2-40B4-BE49-F238E27FC236}">
                  <a16:creationId xmlns:a16="http://schemas.microsoft.com/office/drawing/2014/main" id="{96014B99-0C2F-4D04-8219-5EB9B9A6B3CF}"/>
                </a:ext>
              </a:extLst>
            </p:cNvPr>
            <p:cNvSpPr txBox="1"/>
            <p:nvPr/>
          </p:nvSpPr>
          <p:spPr>
            <a:xfrm>
              <a:off x="4617748" y="2443933"/>
              <a:ext cx="745717" cy="461665"/>
            </a:xfrm>
            <a:prstGeom prst="rect">
              <a:avLst/>
            </a:prstGeom>
            <a:noFill/>
          </p:spPr>
          <p:txBody>
            <a:bodyPr wrap="none" rtlCol="0">
              <a:spAutoFit/>
            </a:bodyPr>
            <a:lstStyle/>
            <a:p>
              <a:pPr algn="ctr"/>
              <a:r>
                <a:rPr lang="en-US" sz="2400" b="1">
                  <a:solidFill>
                    <a:schemeClr val="accent1"/>
                  </a:solidFill>
                  <a:latin typeface="Montserrat SemiBold" panose="00000700000000000000" pitchFamily="50" charset="-52"/>
                </a:rPr>
                <a:t>15</a:t>
              </a:r>
              <a:r>
                <a:rPr lang="ru-RU" sz="2400" b="1">
                  <a:solidFill>
                    <a:schemeClr val="accent1"/>
                  </a:solidFill>
                  <a:latin typeface="Montserrat SemiBold" panose="00000700000000000000" pitchFamily="50" charset="-52"/>
                </a:rPr>
                <a:t>%</a:t>
              </a:r>
              <a:endParaRPr lang="ru-UA" sz="2400" b="1">
                <a:solidFill>
                  <a:schemeClr val="accent1"/>
                </a:solidFill>
                <a:latin typeface="Montserrat SemiBold" panose="00000700000000000000" pitchFamily="50" charset="-52"/>
              </a:endParaRPr>
            </a:p>
          </p:txBody>
        </p:sp>
      </p:grpSp>
      <p:graphicFrame>
        <p:nvGraphicFramePr>
          <p:cNvPr id="46" name="Chart 45">
            <a:extLst>
              <a:ext uri="{FF2B5EF4-FFF2-40B4-BE49-F238E27FC236}">
                <a16:creationId xmlns:a16="http://schemas.microsoft.com/office/drawing/2014/main" id="{A106D8AD-0629-4478-B481-54A04406CD3D}"/>
              </a:ext>
            </a:extLst>
          </p:cNvPr>
          <p:cNvGraphicFramePr/>
          <p:nvPr/>
        </p:nvGraphicFramePr>
        <p:xfrm>
          <a:off x="3506327" y="3919423"/>
          <a:ext cx="2886996" cy="1967998"/>
        </p:xfrm>
        <a:graphic>
          <a:graphicData uri="http://schemas.openxmlformats.org/drawingml/2006/chart">
            <c:chart xmlns:c="http://schemas.openxmlformats.org/drawingml/2006/chart" xmlns:r="http://schemas.openxmlformats.org/officeDocument/2006/relationships" r:id="rId3"/>
          </a:graphicData>
        </a:graphic>
      </p:graphicFrame>
      <p:grpSp>
        <p:nvGrpSpPr>
          <p:cNvPr id="3" name="Group 2">
            <a:extLst>
              <a:ext uri="{FF2B5EF4-FFF2-40B4-BE49-F238E27FC236}">
                <a16:creationId xmlns:a16="http://schemas.microsoft.com/office/drawing/2014/main" id="{B0131E40-2BAE-4F23-A3E5-FDAB50BFF39F}"/>
              </a:ext>
            </a:extLst>
          </p:cNvPr>
          <p:cNvGrpSpPr/>
          <p:nvPr/>
        </p:nvGrpSpPr>
        <p:grpSpPr>
          <a:xfrm>
            <a:off x="4487402" y="4440282"/>
            <a:ext cx="924846" cy="926278"/>
            <a:chOff x="4487402" y="4440282"/>
            <a:chExt cx="924846" cy="926278"/>
          </a:xfrm>
        </p:grpSpPr>
        <p:grpSp>
          <p:nvGrpSpPr>
            <p:cNvPr id="47" name="Group 46">
              <a:extLst>
                <a:ext uri="{FF2B5EF4-FFF2-40B4-BE49-F238E27FC236}">
                  <a16:creationId xmlns:a16="http://schemas.microsoft.com/office/drawing/2014/main" id="{C863777C-6459-4ED3-AD4D-D85DB1D0FD46}"/>
                </a:ext>
              </a:extLst>
            </p:cNvPr>
            <p:cNvGrpSpPr/>
            <p:nvPr/>
          </p:nvGrpSpPr>
          <p:grpSpPr>
            <a:xfrm>
              <a:off x="4487402" y="4440282"/>
              <a:ext cx="924846" cy="926278"/>
              <a:chOff x="6345238" y="4948238"/>
              <a:chExt cx="1027113" cy="1028700"/>
            </a:xfrm>
            <a:effectLst>
              <a:outerShdw blurRad="292100" dist="241300" dir="2700000" sx="102000" sy="102000" algn="tl" rotWithShape="0">
                <a:prstClr val="black">
                  <a:alpha val="26000"/>
                </a:prstClr>
              </a:outerShdw>
            </a:effectLst>
          </p:grpSpPr>
          <p:sp>
            <p:nvSpPr>
              <p:cNvPr id="49" name="Oval 56">
                <a:extLst>
                  <a:ext uri="{FF2B5EF4-FFF2-40B4-BE49-F238E27FC236}">
                    <a16:creationId xmlns:a16="http://schemas.microsoft.com/office/drawing/2014/main" id="{C280F657-511E-4059-B734-1E9F92F72A0A}"/>
                  </a:ext>
                </a:extLst>
              </p:cNvPr>
              <p:cNvSpPr>
                <a:spLocks noChangeArrowheads="1"/>
              </p:cNvSpPr>
              <p:nvPr/>
            </p:nvSpPr>
            <p:spPr bwMode="auto">
              <a:xfrm>
                <a:off x="6345238" y="4948238"/>
                <a:ext cx="1027113" cy="1028700"/>
              </a:xfrm>
              <a:prstGeom prst="ellipse">
                <a:avLst/>
              </a:prstGeom>
              <a:gradFill flip="none" rotWithShape="1">
                <a:gsLst>
                  <a:gs pos="0">
                    <a:schemeClr val="bg2">
                      <a:shade val="30000"/>
                      <a:satMod val="115000"/>
                    </a:schemeClr>
                  </a:gs>
                  <a:gs pos="100000">
                    <a:schemeClr val="bg2">
                      <a:shade val="100000"/>
                      <a:satMod val="115000"/>
                    </a:schemeClr>
                  </a:gs>
                </a:gsLst>
                <a:lin ang="13500000" scaled="1"/>
                <a:tileRect/>
              </a:gradFill>
              <a:ln>
                <a:noFill/>
              </a:ln>
            </p:spPr>
            <p:txBody>
              <a:bodyPr vert="horz" wrap="square" lIns="91440" tIns="45720" rIns="91440" bIns="45720" numCol="1" anchor="t" anchorCtr="0" compatLnSpc="1">
                <a:prstTxWarp prst="textNoShape">
                  <a:avLst/>
                </a:prstTxWarp>
              </a:bodyPr>
              <a:lstStyle/>
              <a:p>
                <a:endParaRPr lang="ru-UA"/>
              </a:p>
            </p:txBody>
          </p:sp>
          <p:sp>
            <p:nvSpPr>
              <p:cNvPr id="50" name="Oval 57">
                <a:extLst>
                  <a:ext uri="{FF2B5EF4-FFF2-40B4-BE49-F238E27FC236}">
                    <a16:creationId xmlns:a16="http://schemas.microsoft.com/office/drawing/2014/main" id="{371583A1-7CEE-4095-A58C-1BDE1DC2D71B}"/>
                  </a:ext>
                </a:extLst>
              </p:cNvPr>
              <p:cNvSpPr>
                <a:spLocks noChangeArrowheads="1"/>
              </p:cNvSpPr>
              <p:nvPr/>
            </p:nvSpPr>
            <p:spPr bwMode="auto">
              <a:xfrm>
                <a:off x="6359525" y="4962526"/>
                <a:ext cx="998538" cy="1000125"/>
              </a:xfrm>
              <a:prstGeom prst="ellipse">
                <a:avLst/>
              </a:prstGeom>
              <a:solidFill>
                <a:schemeClr val="bg2">
                  <a:lumMod val="95000"/>
                </a:schemeClr>
              </a:solidFill>
              <a:ln>
                <a:noFill/>
              </a:ln>
            </p:spPr>
            <p:txBody>
              <a:bodyPr vert="horz" wrap="square" lIns="91440" tIns="45720" rIns="91440" bIns="45720" numCol="1" anchor="t" anchorCtr="0" compatLnSpc="1">
                <a:prstTxWarp prst="textNoShape">
                  <a:avLst/>
                </a:prstTxWarp>
              </a:bodyPr>
              <a:lstStyle/>
              <a:p>
                <a:endParaRPr lang="ru-UA"/>
              </a:p>
            </p:txBody>
          </p:sp>
        </p:grpSp>
        <p:sp>
          <p:nvSpPr>
            <p:cNvPr id="48" name="TextBox 47">
              <a:extLst>
                <a:ext uri="{FF2B5EF4-FFF2-40B4-BE49-F238E27FC236}">
                  <a16:creationId xmlns:a16="http://schemas.microsoft.com/office/drawing/2014/main" id="{1D6869E6-414F-4240-99F2-7247DCBEA66D}"/>
                </a:ext>
              </a:extLst>
            </p:cNvPr>
            <p:cNvSpPr txBox="1"/>
            <p:nvPr/>
          </p:nvSpPr>
          <p:spPr>
            <a:xfrm>
              <a:off x="4586489" y="4679133"/>
              <a:ext cx="808235" cy="461665"/>
            </a:xfrm>
            <a:prstGeom prst="rect">
              <a:avLst/>
            </a:prstGeom>
            <a:noFill/>
          </p:spPr>
          <p:txBody>
            <a:bodyPr wrap="none" rtlCol="0">
              <a:spAutoFit/>
            </a:bodyPr>
            <a:lstStyle/>
            <a:p>
              <a:pPr algn="ctr"/>
              <a:r>
                <a:rPr lang="en-US" sz="2400" b="1">
                  <a:solidFill>
                    <a:schemeClr val="accent6"/>
                  </a:solidFill>
                  <a:latin typeface="Montserrat SemiBold" panose="00000700000000000000" pitchFamily="50" charset="-52"/>
                </a:rPr>
                <a:t>25</a:t>
              </a:r>
              <a:r>
                <a:rPr lang="ru-RU" sz="2400" b="1">
                  <a:solidFill>
                    <a:schemeClr val="accent6"/>
                  </a:solidFill>
                  <a:latin typeface="Montserrat SemiBold" panose="00000700000000000000" pitchFamily="50" charset="-52"/>
                </a:rPr>
                <a:t>%</a:t>
              </a:r>
              <a:endParaRPr lang="ru-UA" sz="2400" b="1">
                <a:solidFill>
                  <a:schemeClr val="accent6"/>
                </a:solidFill>
                <a:latin typeface="Montserrat SemiBold" panose="00000700000000000000" pitchFamily="50" charset="-52"/>
              </a:endParaRPr>
            </a:p>
          </p:txBody>
        </p:sp>
      </p:grpSp>
      <p:graphicFrame>
        <p:nvGraphicFramePr>
          <p:cNvPr id="52" name="Chart 51">
            <a:extLst>
              <a:ext uri="{FF2B5EF4-FFF2-40B4-BE49-F238E27FC236}">
                <a16:creationId xmlns:a16="http://schemas.microsoft.com/office/drawing/2014/main" id="{8EDAA831-97CB-4303-918B-334632ECCA03}"/>
              </a:ext>
            </a:extLst>
          </p:cNvPr>
          <p:cNvGraphicFramePr/>
          <p:nvPr/>
        </p:nvGraphicFramePr>
        <p:xfrm>
          <a:off x="5798677" y="1684223"/>
          <a:ext cx="2886996" cy="1967998"/>
        </p:xfrm>
        <a:graphic>
          <a:graphicData uri="http://schemas.openxmlformats.org/drawingml/2006/chart">
            <c:chart xmlns:c="http://schemas.openxmlformats.org/drawingml/2006/chart" xmlns:r="http://schemas.openxmlformats.org/officeDocument/2006/relationships" r:id="rId4"/>
          </a:graphicData>
        </a:graphic>
      </p:graphicFrame>
      <p:grpSp>
        <p:nvGrpSpPr>
          <p:cNvPr id="4" name="Group 3">
            <a:extLst>
              <a:ext uri="{FF2B5EF4-FFF2-40B4-BE49-F238E27FC236}">
                <a16:creationId xmlns:a16="http://schemas.microsoft.com/office/drawing/2014/main" id="{F3B89E68-99DC-4BD2-8228-FB61958E131F}"/>
              </a:ext>
            </a:extLst>
          </p:cNvPr>
          <p:cNvGrpSpPr/>
          <p:nvPr/>
        </p:nvGrpSpPr>
        <p:grpSpPr>
          <a:xfrm>
            <a:off x="6779752" y="2205082"/>
            <a:ext cx="924846" cy="926278"/>
            <a:chOff x="6779752" y="2205082"/>
            <a:chExt cx="924846" cy="926278"/>
          </a:xfrm>
        </p:grpSpPr>
        <p:grpSp>
          <p:nvGrpSpPr>
            <p:cNvPr id="53" name="Group 52">
              <a:extLst>
                <a:ext uri="{FF2B5EF4-FFF2-40B4-BE49-F238E27FC236}">
                  <a16:creationId xmlns:a16="http://schemas.microsoft.com/office/drawing/2014/main" id="{6F01D2C3-EA65-4F84-9C28-1E5E1997A4F0}"/>
                </a:ext>
              </a:extLst>
            </p:cNvPr>
            <p:cNvGrpSpPr/>
            <p:nvPr/>
          </p:nvGrpSpPr>
          <p:grpSpPr>
            <a:xfrm>
              <a:off x="6779752" y="2205082"/>
              <a:ext cx="924846" cy="926278"/>
              <a:chOff x="6345238" y="4948238"/>
              <a:chExt cx="1027113" cy="1028700"/>
            </a:xfrm>
            <a:effectLst>
              <a:outerShdw blurRad="292100" dist="241300" dir="2700000" sx="102000" sy="102000" algn="tl" rotWithShape="0">
                <a:prstClr val="black">
                  <a:alpha val="26000"/>
                </a:prstClr>
              </a:outerShdw>
            </a:effectLst>
          </p:grpSpPr>
          <p:sp>
            <p:nvSpPr>
              <p:cNvPr id="55" name="Oval 56">
                <a:extLst>
                  <a:ext uri="{FF2B5EF4-FFF2-40B4-BE49-F238E27FC236}">
                    <a16:creationId xmlns:a16="http://schemas.microsoft.com/office/drawing/2014/main" id="{5B91E198-A8CB-47DB-AAEE-E55D9F09EFF9}"/>
                  </a:ext>
                </a:extLst>
              </p:cNvPr>
              <p:cNvSpPr>
                <a:spLocks noChangeArrowheads="1"/>
              </p:cNvSpPr>
              <p:nvPr/>
            </p:nvSpPr>
            <p:spPr bwMode="auto">
              <a:xfrm>
                <a:off x="6345238" y="4948238"/>
                <a:ext cx="1027113" cy="1028700"/>
              </a:xfrm>
              <a:prstGeom prst="ellipse">
                <a:avLst/>
              </a:prstGeom>
              <a:gradFill flip="none" rotWithShape="1">
                <a:gsLst>
                  <a:gs pos="0">
                    <a:schemeClr val="bg2">
                      <a:shade val="30000"/>
                      <a:satMod val="115000"/>
                    </a:schemeClr>
                  </a:gs>
                  <a:gs pos="100000">
                    <a:schemeClr val="bg2">
                      <a:shade val="100000"/>
                      <a:satMod val="115000"/>
                    </a:schemeClr>
                  </a:gs>
                </a:gsLst>
                <a:lin ang="13500000" scaled="1"/>
                <a:tileRect/>
              </a:gradFill>
              <a:ln>
                <a:noFill/>
              </a:ln>
            </p:spPr>
            <p:txBody>
              <a:bodyPr vert="horz" wrap="square" lIns="91440" tIns="45720" rIns="91440" bIns="45720" numCol="1" anchor="t" anchorCtr="0" compatLnSpc="1">
                <a:prstTxWarp prst="textNoShape">
                  <a:avLst/>
                </a:prstTxWarp>
              </a:bodyPr>
              <a:lstStyle/>
              <a:p>
                <a:endParaRPr lang="ru-UA"/>
              </a:p>
            </p:txBody>
          </p:sp>
          <p:sp>
            <p:nvSpPr>
              <p:cNvPr id="56" name="Oval 57">
                <a:extLst>
                  <a:ext uri="{FF2B5EF4-FFF2-40B4-BE49-F238E27FC236}">
                    <a16:creationId xmlns:a16="http://schemas.microsoft.com/office/drawing/2014/main" id="{7AD1C524-15BD-45F4-BA71-369875D0AB4A}"/>
                  </a:ext>
                </a:extLst>
              </p:cNvPr>
              <p:cNvSpPr>
                <a:spLocks noChangeArrowheads="1"/>
              </p:cNvSpPr>
              <p:nvPr/>
            </p:nvSpPr>
            <p:spPr bwMode="auto">
              <a:xfrm>
                <a:off x="6359525" y="4962526"/>
                <a:ext cx="998538" cy="1000125"/>
              </a:xfrm>
              <a:prstGeom prst="ellipse">
                <a:avLst/>
              </a:prstGeom>
              <a:solidFill>
                <a:schemeClr val="bg2">
                  <a:lumMod val="95000"/>
                </a:schemeClr>
              </a:solidFill>
              <a:ln>
                <a:noFill/>
              </a:ln>
            </p:spPr>
            <p:txBody>
              <a:bodyPr vert="horz" wrap="square" lIns="91440" tIns="45720" rIns="91440" bIns="45720" numCol="1" anchor="t" anchorCtr="0" compatLnSpc="1">
                <a:prstTxWarp prst="textNoShape">
                  <a:avLst/>
                </a:prstTxWarp>
              </a:bodyPr>
              <a:lstStyle/>
              <a:p>
                <a:endParaRPr lang="ru-UA"/>
              </a:p>
            </p:txBody>
          </p:sp>
        </p:grpSp>
        <p:sp>
          <p:nvSpPr>
            <p:cNvPr id="54" name="TextBox 53">
              <a:extLst>
                <a:ext uri="{FF2B5EF4-FFF2-40B4-BE49-F238E27FC236}">
                  <a16:creationId xmlns:a16="http://schemas.microsoft.com/office/drawing/2014/main" id="{0F0C1EEC-476C-4D1B-80A5-98B00C1EA759}"/>
                </a:ext>
              </a:extLst>
            </p:cNvPr>
            <p:cNvSpPr txBox="1"/>
            <p:nvPr/>
          </p:nvSpPr>
          <p:spPr>
            <a:xfrm>
              <a:off x="6864412" y="2443933"/>
              <a:ext cx="837089" cy="461665"/>
            </a:xfrm>
            <a:prstGeom prst="rect">
              <a:avLst/>
            </a:prstGeom>
            <a:noFill/>
          </p:spPr>
          <p:txBody>
            <a:bodyPr wrap="none" rtlCol="0">
              <a:spAutoFit/>
            </a:bodyPr>
            <a:lstStyle/>
            <a:p>
              <a:pPr algn="ctr"/>
              <a:r>
                <a:rPr lang="en-US" sz="2400" b="1">
                  <a:solidFill>
                    <a:schemeClr val="accent3"/>
                  </a:solidFill>
                  <a:latin typeface="Montserrat SemiBold" panose="00000700000000000000" pitchFamily="50" charset="-52"/>
                </a:rPr>
                <a:t>45</a:t>
              </a:r>
              <a:r>
                <a:rPr lang="ru-RU" sz="2400" b="1">
                  <a:solidFill>
                    <a:schemeClr val="accent3"/>
                  </a:solidFill>
                  <a:latin typeface="Montserrat SemiBold" panose="00000700000000000000" pitchFamily="50" charset="-52"/>
                </a:rPr>
                <a:t>%</a:t>
              </a:r>
              <a:endParaRPr lang="ru-UA" sz="2400" b="1">
                <a:solidFill>
                  <a:schemeClr val="accent3"/>
                </a:solidFill>
                <a:latin typeface="Montserrat SemiBold" panose="00000700000000000000" pitchFamily="50" charset="-52"/>
              </a:endParaRPr>
            </a:p>
          </p:txBody>
        </p:sp>
      </p:grpSp>
      <p:graphicFrame>
        <p:nvGraphicFramePr>
          <p:cNvPr id="58" name="Chart 57">
            <a:extLst>
              <a:ext uri="{FF2B5EF4-FFF2-40B4-BE49-F238E27FC236}">
                <a16:creationId xmlns:a16="http://schemas.microsoft.com/office/drawing/2014/main" id="{86FA1BCD-A382-43A6-8660-CD35EDE76186}"/>
              </a:ext>
            </a:extLst>
          </p:cNvPr>
          <p:cNvGraphicFramePr/>
          <p:nvPr/>
        </p:nvGraphicFramePr>
        <p:xfrm>
          <a:off x="5798677" y="3919423"/>
          <a:ext cx="2886996" cy="1967998"/>
        </p:xfrm>
        <a:graphic>
          <a:graphicData uri="http://schemas.openxmlformats.org/drawingml/2006/chart">
            <c:chart xmlns:c="http://schemas.openxmlformats.org/drawingml/2006/chart" xmlns:r="http://schemas.openxmlformats.org/officeDocument/2006/relationships" r:id="rId5"/>
          </a:graphicData>
        </a:graphic>
      </p:graphicFrame>
      <p:grpSp>
        <p:nvGrpSpPr>
          <p:cNvPr id="5" name="Group 4">
            <a:extLst>
              <a:ext uri="{FF2B5EF4-FFF2-40B4-BE49-F238E27FC236}">
                <a16:creationId xmlns:a16="http://schemas.microsoft.com/office/drawing/2014/main" id="{EF52B02F-7FE4-429A-A7E6-DB9A91689CD4}"/>
              </a:ext>
            </a:extLst>
          </p:cNvPr>
          <p:cNvGrpSpPr/>
          <p:nvPr/>
        </p:nvGrpSpPr>
        <p:grpSpPr>
          <a:xfrm>
            <a:off x="6779752" y="4440282"/>
            <a:ext cx="924846" cy="926278"/>
            <a:chOff x="6779752" y="4440282"/>
            <a:chExt cx="924846" cy="926278"/>
          </a:xfrm>
        </p:grpSpPr>
        <p:grpSp>
          <p:nvGrpSpPr>
            <p:cNvPr id="59" name="Group 58">
              <a:extLst>
                <a:ext uri="{FF2B5EF4-FFF2-40B4-BE49-F238E27FC236}">
                  <a16:creationId xmlns:a16="http://schemas.microsoft.com/office/drawing/2014/main" id="{E92ECCC4-638C-4FF4-B56F-72C8068EFC75}"/>
                </a:ext>
              </a:extLst>
            </p:cNvPr>
            <p:cNvGrpSpPr/>
            <p:nvPr/>
          </p:nvGrpSpPr>
          <p:grpSpPr>
            <a:xfrm>
              <a:off x="6779752" y="4440282"/>
              <a:ext cx="924846" cy="926278"/>
              <a:chOff x="6345238" y="4948238"/>
              <a:chExt cx="1027113" cy="1028700"/>
            </a:xfrm>
            <a:effectLst>
              <a:outerShdw blurRad="292100" dist="241300" dir="2700000" sx="102000" sy="102000" algn="tl" rotWithShape="0">
                <a:prstClr val="black">
                  <a:alpha val="26000"/>
                </a:prstClr>
              </a:outerShdw>
            </a:effectLst>
          </p:grpSpPr>
          <p:sp>
            <p:nvSpPr>
              <p:cNvPr id="61" name="Oval 56">
                <a:extLst>
                  <a:ext uri="{FF2B5EF4-FFF2-40B4-BE49-F238E27FC236}">
                    <a16:creationId xmlns:a16="http://schemas.microsoft.com/office/drawing/2014/main" id="{73E79215-E68E-4472-BE39-BD9C329A8456}"/>
                  </a:ext>
                </a:extLst>
              </p:cNvPr>
              <p:cNvSpPr>
                <a:spLocks noChangeArrowheads="1"/>
              </p:cNvSpPr>
              <p:nvPr/>
            </p:nvSpPr>
            <p:spPr bwMode="auto">
              <a:xfrm>
                <a:off x="6345238" y="4948238"/>
                <a:ext cx="1027113" cy="1028700"/>
              </a:xfrm>
              <a:prstGeom prst="ellipse">
                <a:avLst/>
              </a:prstGeom>
              <a:gradFill flip="none" rotWithShape="1">
                <a:gsLst>
                  <a:gs pos="0">
                    <a:schemeClr val="bg2">
                      <a:shade val="30000"/>
                      <a:satMod val="115000"/>
                    </a:schemeClr>
                  </a:gs>
                  <a:gs pos="100000">
                    <a:schemeClr val="bg2">
                      <a:shade val="100000"/>
                      <a:satMod val="115000"/>
                    </a:schemeClr>
                  </a:gs>
                </a:gsLst>
                <a:lin ang="13500000" scaled="1"/>
                <a:tileRect/>
              </a:gradFill>
              <a:ln>
                <a:noFill/>
              </a:ln>
            </p:spPr>
            <p:txBody>
              <a:bodyPr vert="horz" wrap="square" lIns="91440" tIns="45720" rIns="91440" bIns="45720" numCol="1" anchor="t" anchorCtr="0" compatLnSpc="1">
                <a:prstTxWarp prst="textNoShape">
                  <a:avLst/>
                </a:prstTxWarp>
              </a:bodyPr>
              <a:lstStyle/>
              <a:p>
                <a:endParaRPr lang="ru-UA"/>
              </a:p>
            </p:txBody>
          </p:sp>
          <p:sp>
            <p:nvSpPr>
              <p:cNvPr id="62" name="Oval 57">
                <a:extLst>
                  <a:ext uri="{FF2B5EF4-FFF2-40B4-BE49-F238E27FC236}">
                    <a16:creationId xmlns:a16="http://schemas.microsoft.com/office/drawing/2014/main" id="{B3DC1BF1-7EC1-489D-818F-942028F7AEBD}"/>
                  </a:ext>
                </a:extLst>
              </p:cNvPr>
              <p:cNvSpPr>
                <a:spLocks noChangeArrowheads="1"/>
              </p:cNvSpPr>
              <p:nvPr/>
            </p:nvSpPr>
            <p:spPr bwMode="auto">
              <a:xfrm>
                <a:off x="6359525" y="4962526"/>
                <a:ext cx="998538" cy="1000125"/>
              </a:xfrm>
              <a:prstGeom prst="ellipse">
                <a:avLst/>
              </a:prstGeom>
              <a:solidFill>
                <a:schemeClr val="bg2">
                  <a:lumMod val="95000"/>
                </a:schemeClr>
              </a:solidFill>
              <a:ln>
                <a:noFill/>
              </a:ln>
            </p:spPr>
            <p:txBody>
              <a:bodyPr vert="horz" wrap="square" lIns="91440" tIns="45720" rIns="91440" bIns="45720" numCol="1" anchor="t" anchorCtr="0" compatLnSpc="1">
                <a:prstTxWarp prst="textNoShape">
                  <a:avLst/>
                </a:prstTxWarp>
              </a:bodyPr>
              <a:lstStyle/>
              <a:p>
                <a:endParaRPr lang="ru-UA"/>
              </a:p>
            </p:txBody>
          </p:sp>
        </p:grpSp>
        <p:sp>
          <p:nvSpPr>
            <p:cNvPr id="60" name="TextBox 59">
              <a:extLst>
                <a:ext uri="{FF2B5EF4-FFF2-40B4-BE49-F238E27FC236}">
                  <a16:creationId xmlns:a16="http://schemas.microsoft.com/office/drawing/2014/main" id="{E6DD0BD7-85E6-4F3F-999C-56BFB1BE92A2}"/>
                </a:ext>
              </a:extLst>
            </p:cNvPr>
            <p:cNvSpPr txBox="1"/>
            <p:nvPr/>
          </p:nvSpPr>
          <p:spPr>
            <a:xfrm>
              <a:off x="6872427" y="4679133"/>
              <a:ext cx="821059" cy="461665"/>
            </a:xfrm>
            <a:prstGeom prst="rect">
              <a:avLst/>
            </a:prstGeom>
            <a:noFill/>
          </p:spPr>
          <p:txBody>
            <a:bodyPr wrap="none" rtlCol="0">
              <a:spAutoFit/>
            </a:bodyPr>
            <a:lstStyle/>
            <a:p>
              <a:pPr algn="ctr"/>
              <a:r>
                <a:rPr lang="en-US" sz="2400" b="1">
                  <a:solidFill>
                    <a:schemeClr val="accent4"/>
                  </a:solidFill>
                  <a:latin typeface="Montserrat SemiBold" panose="00000700000000000000" pitchFamily="50" charset="-52"/>
                </a:rPr>
                <a:t>65</a:t>
              </a:r>
              <a:r>
                <a:rPr lang="ru-RU" sz="2400" b="1">
                  <a:solidFill>
                    <a:schemeClr val="accent4"/>
                  </a:solidFill>
                  <a:latin typeface="Montserrat SemiBold" panose="00000700000000000000" pitchFamily="50" charset="-52"/>
                </a:rPr>
                <a:t>%</a:t>
              </a:r>
              <a:endParaRPr lang="ru-UA" sz="2400" b="1">
                <a:solidFill>
                  <a:schemeClr val="accent4"/>
                </a:solidFill>
                <a:latin typeface="Montserrat SemiBold" panose="00000700000000000000" pitchFamily="50" charset="-52"/>
              </a:endParaRPr>
            </a:p>
          </p:txBody>
        </p:sp>
      </p:grpSp>
      <p:sp>
        <p:nvSpPr>
          <p:cNvPr id="63" name="Rectangle 62">
            <a:extLst>
              <a:ext uri="{FF2B5EF4-FFF2-40B4-BE49-F238E27FC236}">
                <a16:creationId xmlns:a16="http://schemas.microsoft.com/office/drawing/2014/main" id="{A4F7BBF5-6070-42C6-8911-B766D71DCCB4}"/>
              </a:ext>
            </a:extLst>
          </p:cNvPr>
          <p:cNvSpPr>
            <a:spLocks noChangeArrowheads="1"/>
          </p:cNvSpPr>
          <p:nvPr/>
        </p:nvSpPr>
        <p:spPr bwMode="auto">
          <a:xfrm>
            <a:off x="8801100" y="2081213"/>
            <a:ext cx="14507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accent3"/>
                </a:solidFill>
                <a:effectLst/>
                <a:latin typeface="Montserrat SemiBold" panose="00000700000000000000" pitchFamily="50" charset="-52"/>
              </a:rPr>
              <a:t>IN</a:t>
            </a:r>
            <a:r>
              <a:rPr kumimoji="0" lang="en-US" altLang="ru-UA" sz="1600" b="1" i="0" u="none" strike="noStrike" cap="none" normalizeH="0" baseline="0">
                <a:ln>
                  <a:noFill/>
                </a:ln>
                <a:solidFill>
                  <a:schemeClr val="accent3"/>
                </a:solidFill>
                <a:effectLst/>
                <a:latin typeface="Montserrat SemiBold" panose="00000700000000000000" pitchFamily="50" charset="-52"/>
              </a:rPr>
              <a:t>FODATA 03</a:t>
            </a:r>
            <a:endParaRPr kumimoji="0" lang="ru-UA" altLang="ru-UA" sz="1800" b="0" i="0" u="none" strike="noStrike" cap="none" normalizeH="0" baseline="0">
              <a:ln>
                <a:noFill/>
              </a:ln>
              <a:solidFill>
                <a:schemeClr val="accent3"/>
              </a:solidFill>
              <a:effectLst/>
            </a:endParaRPr>
          </a:p>
        </p:txBody>
      </p:sp>
      <p:sp>
        <p:nvSpPr>
          <p:cNvPr id="64" name="Freeform 21">
            <a:extLst>
              <a:ext uri="{FF2B5EF4-FFF2-40B4-BE49-F238E27FC236}">
                <a16:creationId xmlns:a16="http://schemas.microsoft.com/office/drawing/2014/main" id="{A64DB744-34E2-4324-85D7-880CCEE8A509}"/>
              </a:ext>
            </a:extLst>
          </p:cNvPr>
          <p:cNvSpPr>
            <a:spLocks noEditPoints="1"/>
          </p:cNvSpPr>
          <p:nvPr/>
        </p:nvSpPr>
        <p:spPr bwMode="auto">
          <a:xfrm>
            <a:off x="9263063" y="1504950"/>
            <a:ext cx="501650" cy="525463"/>
          </a:xfrm>
          <a:custGeom>
            <a:avLst/>
            <a:gdLst>
              <a:gd name="T0" fmla="*/ 51 w 137"/>
              <a:gd name="T1" fmla="*/ 15 h 143"/>
              <a:gd name="T2" fmla="*/ 120 w 137"/>
              <a:gd name="T3" fmla="*/ 57 h 143"/>
              <a:gd name="T4" fmla="*/ 137 w 137"/>
              <a:gd name="T5" fmla="*/ 92 h 143"/>
              <a:gd name="T6" fmla="*/ 123 w 137"/>
              <a:gd name="T7" fmla="*/ 92 h 143"/>
              <a:gd name="T8" fmla="*/ 123 w 137"/>
              <a:gd name="T9" fmla="*/ 115 h 143"/>
              <a:gd name="T10" fmla="*/ 115 w 137"/>
              <a:gd name="T11" fmla="*/ 123 h 143"/>
              <a:gd name="T12" fmla="*/ 100 w 137"/>
              <a:gd name="T13" fmla="*/ 123 h 143"/>
              <a:gd name="T14" fmla="*/ 100 w 137"/>
              <a:gd name="T15" fmla="*/ 143 h 143"/>
              <a:gd name="T16" fmla="*/ 36 w 137"/>
              <a:gd name="T17" fmla="*/ 143 h 143"/>
              <a:gd name="T18" fmla="*/ 36 w 137"/>
              <a:gd name="T19" fmla="*/ 122 h 143"/>
              <a:gd name="T20" fmla="*/ 30 w 137"/>
              <a:gd name="T21" fmla="*/ 108 h 143"/>
              <a:gd name="T22" fmla="*/ 77 w 137"/>
              <a:gd name="T23" fmla="*/ 65 h 143"/>
              <a:gd name="T24" fmla="*/ 77 w 137"/>
              <a:gd name="T25" fmla="*/ 55 h 143"/>
              <a:gd name="T26" fmla="*/ 66 w 137"/>
              <a:gd name="T27" fmla="*/ 51 h 143"/>
              <a:gd name="T28" fmla="*/ 64 w 137"/>
              <a:gd name="T29" fmla="*/ 47 h 143"/>
              <a:gd name="T30" fmla="*/ 69 w 137"/>
              <a:gd name="T31" fmla="*/ 36 h 143"/>
              <a:gd name="T32" fmla="*/ 62 w 137"/>
              <a:gd name="T33" fmla="*/ 29 h 143"/>
              <a:gd name="T34" fmla="*/ 51 w 137"/>
              <a:gd name="T35" fmla="*/ 34 h 143"/>
              <a:gd name="T36" fmla="*/ 47 w 137"/>
              <a:gd name="T37" fmla="*/ 32 h 143"/>
              <a:gd name="T38" fmla="*/ 43 w 137"/>
              <a:gd name="T39" fmla="*/ 21 h 143"/>
              <a:gd name="T40" fmla="*/ 33 w 137"/>
              <a:gd name="T41" fmla="*/ 21 h 143"/>
              <a:gd name="T42" fmla="*/ 29 w 137"/>
              <a:gd name="T43" fmla="*/ 32 h 143"/>
              <a:gd name="T44" fmla="*/ 25 w 137"/>
              <a:gd name="T45" fmla="*/ 34 h 143"/>
              <a:gd name="T46" fmla="*/ 14 w 137"/>
              <a:gd name="T47" fmla="*/ 29 h 143"/>
              <a:gd name="T48" fmla="*/ 7 w 137"/>
              <a:gd name="T49" fmla="*/ 36 h 143"/>
              <a:gd name="T50" fmla="*/ 12 w 137"/>
              <a:gd name="T51" fmla="*/ 47 h 143"/>
              <a:gd name="T52" fmla="*/ 11 w 137"/>
              <a:gd name="T53" fmla="*/ 51 h 143"/>
              <a:gd name="T54" fmla="*/ 0 w 137"/>
              <a:gd name="T55" fmla="*/ 55 h 143"/>
              <a:gd name="T56" fmla="*/ 0 w 137"/>
              <a:gd name="T57" fmla="*/ 65 h 143"/>
              <a:gd name="T58" fmla="*/ 11 w 137"/>
              <a:gd name="T59" fmla="*/ 69 h 143"/>
              <a:gd name="T60" fmla="*/ 12 w 137"/>
              <a:gd name="T61" fmla="*/ 73 h 143"/>
              <a:gd name="T62" fmla="*/ 7 w 137"/>
              <a:gd name="T63" fmla="*/ 84 h 143"/>
              <a:gd name="T64" fmla="*/ 14 w 137"/>
              <a:gd name="T65" fmla="*/ 90 h 143"/>
              <a:gd name="T66" fmla="*/ 25 w 137"/>
              <a:gd name="T67" fmla="*/ 86 h 143"/>
              <a:gd name="T68" fmla="*/ 29 w 137"/>
              <a:gd name="T69" fmla="*/ 87 h 143"/>
              <a:gd name="T70" fmla="*/ 33 w 137"/>
              <a:gd name="T71" fmla="*/ 98 h 143"/>
              <a:gd name="T72" fmla="*/ 43 w 137"/>
              <a:gd name="T73" fmla="*/ 98 h 143"/>
              <a:gd name="T74" fmla="*/ 47 w 137"/>
              <a:gd name="T75" fmla="*/ 87 h 143"/>
              <a:gd name="T76" fmla="*/ 51 w 137"/>
              <a:gd name="T77" fmla="*/ 86 h 143"/>
              <a:gd name="T78" fmla="*/ 62 w 137"/>
              <a:gd name="T79" fmla="*/ 90 h 143"/>
              <a:gd name="T80" fmla="*/ 69 w 137"/>
              <a:gd name="T81" fmla="*/ 84 h 143"/>
              <a:gd name="T82" fmla="*/ 64 w 137"/>
              <a:gd name="T83" fmla="*/ 73 h 143"/>
              <a:gd name="T84" fmla="*/ 66 w 137"/>
              <a:gd name="T85" fmla="*/ 69 h 143"/>
              <a:gd name="T86" fmla="*/ 77 w 137"/>
              <a:gd name="T87" fmla="*/ 65 h 143"/>
              <a:gd name="T88" fmla="*/ 38 w 137"/>
              <a:gd name="T89" fmla="*/ 44 h 143"/>
              <a:gd name="T90" fmla="*/ 22 w 137"/>
              <a:gd name="T91" fmla="*/ 60 h 143"/>
              <a:gd name="T92" fmla="*/ 38 w 137"/>
              <a:gd name="T93" fmla="*/ 76 h 143"/>
              <a:gd name="T94" fmla="*/ 54 w 137"/>
              <a:gd name="T95" fmla="*/ 60 h 143"/>
              <a:gd name="T96" fmla="*/ 38 w 137"/>
              <a:gd name="T97" fmla="*/ 44 h 143"/>
              <a:gd name="T98" fmla="*/ 100 w 137"/>
              <a:gd name="T99" fmla="*/ 123 h 143"/>
              <a:gd name="T100" fmla="*/ 91 w 137"/>
              <a:gd name="T101" fmla="*/ 12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7" h="143">
                <a:moveTo>
                  <a:pt x="51" y="15"/>
                </a:moveTo>
                <a:cubicBezTo>
                  <a:pt x="127" y="0"/>
                  <a:pt x="120" y="57"/>
                  <a:pt x="120" y="57"/>
                </a:cubicBezTo>
                <a:cubicBezTo>
                  <a:pt x="137" y="92"/>
                  <a:pt x="137" y="92"/>
                  <a:pt x="137" y="92"/>
                </a:cubicBezTo>
                <a:cubicBezTo>
                  <a:pt x="123" y="92"/>
                  <a:pt x="123" y="92"/>
                  <a:pt x="123" y="92"/>
                </a:cubicBezTo>
                <a:cubicBezTo>
                  <a:pt x="123" y="115"/>
                  <a:pt x="123" y="115"/>
                  <a:pt x="123" y="115"/>
                </a:cubicBezTo>
                <a:cubicBezTo>
                  <a:pt x="123" y="120"/>
                  <a:pt x="120" y="123"/>
                  <a:pt x="115" y="123"/>
                </a:cubicBezTo>
                <a:cubicBezTo>
                  <a:pt x="100" y="123"/>
                  <a:pt x="100" y="123"/>
                  <a:pt x="100" y="123"/>
                </a:cubicBezTo>
                <a:cubicBezTo>
                  <a:pt x="100" y="143"/>
                  <a:pt x="100" y="143"/>
                  <a:pt x="100" y="143"/>
                </a:cubicBezTo>
                <a:moveTo>
                  <a:pt x="36" y="143"/>
                </a:moveTo>
                <a:cubicBezTo>
                  <a:pt x="36" y="122"/>
                  <a:pt x="36" y="122"/>
                  <a:pt x="36" y="122"/>
                </a:cubicBezTo>
                <a:cubicBezTo>
                  <a:pt x="30" y="108"/>
                  <a:pt x="30" y="108"/>
                  <a:pt x="30" y="108"/>
                </a:cubicBezTo>
                <a:moveTo>
                  <a:pt x="77" y="65"/>
                </a:moveTo>
                <a:cubicBezTo>
                  <a:pt x="77" y="55"/>
                  <a:pt x="77" y="55"/>
                  <a:pt x="77" y="55"/>
                </a:cubicBezTo>
                <a:cubicBezTo>
                  <a:pt x="66" y="51"/>
                  <a:pt x="66" y="51"/>
                  <a:pt x="66" y="51"/>
                </a:cubicBezTo>
                <a:cubicBezTo>
                  <a:pt x="65" y="49"/>
                  <a:pt x="65" y="48"/>
                  <a:pt x="64" y="47"/>
                </a:cubicBezTo>
                <a:cubicBezTo>
                  <a:pt x="69" y="36"/>
                  <a:pt x="69" y="36"/>
                  <a:pt x="69" y="36"/>
                </a:cubicBezTo>
                <a:cubicBezTo>
                  <a:pt x="62" y="29"/>
                  <a:pt x="62" y="29"/>
                  <a:pt x="62" y="29"/>
                </a:cubicBezTo>
                <a:cubicBezTo>
                  <a:pt x="51" y="34"/>
                  <a:pt x="51" y="34"/>
                  <a:pt x="51" y="34"/>
                </a:cubicBezTo>
                <a:cubicBezTo>
                  <a:pt x="50" y="33"/>
                  <a:pt x="49" y="33"/>
                  <a:pt x="47" y="32"/>
                </a:cubicBezTo>
                <a:cubicBezTo>
                  <a:pt x="43" y="21"/>
                  <a:pt x="43" y="21"/>
                  <a:pt x="43" y="21"/>
                </a:cubicBezTo>
                <a:cubicBezTo>
                  <a:pt x="33" y="21"/>
                  <a:pt x="33" y="21"/>
                  <a:pt x="33" y="21"/>
                </a:cubicBezTo>
                <a:cubicBezTo>
                  <a:pt x="29" y="32"/>
                  <a:pt x="29" y="32"/>
                  <a:pt x="29" y="32"/>
                </a:cubicBezTo>
                <a:cubicBezTo>
                  <a:pt x="28" y="33"/>
                  <a:pt x="26" y="33"/>
                  <a:pt x="25" y="34"/>
                </a:cubicBezTo>
                <a:cubicBezTo>
                  <a:pt x="14" y="29"/>
                  <a:pt x="14" y="29"/>
                  <a:pt x="14" y="29"/>
                </a:cubicBezTo>
                <a:cubicBezTo>
                  <a:pt x="7" y="36"/>
                  <a:pt x="7" y="36"/>
                  <a:pt x="7" y="36"/>
                </a:cubicBezTo>
                <a:cubicBezTo>
                  <a:pt x="12" y="47"/>
                  <a:pt x="12" y="47"/>
                  <a:pt x="12" y="47"/>
                </a:cubicBezTo>
                <a:cubicBezTo>
                  <a:pt x="12" y="48"/>
                  <a:pt x="11" y="49"/>
                  <a:pt x="11" y="51"/>
                </a:cubicBezTo>
                <a:cubicBezTo>
                  <a:pt x="0" y="55"/>
                  <a:pt x="0" y="55"/>
                  <a:pt x="0" y="55"/>
                </a:cubicBezTo>
                <a:cubicBezTo>
                  <a:pt x="0" y="65"/>
                  <a:pt x="0" y="65"/>
                  <a:pt x="0" y="65"/>
                </a:cubicBezTo>
                <a:cubicBezTo>
                  <a:pt x="11" y="69"/>
                  <a:pt x="11" y="69"/>
                  <a:pt x="11" y="69"/>
                </a:cubicBezTo>
                <a:cubicBezTo>
                  <a:pt x="11" y="70"/>
                  <a:pt x="12" y="72"/>
                  <a:pt x="12" y="73"/>
                </a:cubicBezTo>
                <a:cubicBezTo>
                  <a:pt x="7" y="84"/>
                  <a:pt x="7" y="84"/>
                  <a:pt x="7" y="84"/>
                </a:cubicBezTo>
                <a:cubicBezTo>
                  <a:pt x="14" y="90"/>
                  <a:pt x="14" y="90"/>
                  <a:pt x="14" y="90"/>
                </a:cubicBezTo>
                <a:cubicBezTo>
                  <a:pt x="25" y="86"/>
                  <a:pt x="25" y="86"/>
                  <a:pt x="25" y="86"/>
                </a:cubicBezTo>
                <a:cubicBezTo>
                  <a:pt x="26" y="86"/>
                  <a:pt x="28" y="87"/>
                  <a:pt x="29" y="87"/>
                </a:cubicBezTo>
                <a:cubicBezTo>
                  <a:pt x="33" y="98"/>
                  <a:pt x="33" y="98"/>
                  <a:pt x="33" y="98"/>
                </a:cubicBezTo>
                <a:cubicBezTo>
                  <a:pt x="43" y="98"/>
                  <a:pt x="43" y="98"/>
                  <a:pt x="43" y="98"/>
                </a:cubicBezTo>
                <a:cubicBezTo>
                  <a:pt x="47" y="87"/>
                  <a:pt x="47" y="87"/>
                  <a:pt x="47" y="87"/>
                </a:cubicBezTo>
                <a:cubicBezTo>
                  <a:pt x="49" y="87"/>
                  <a:pt x="50" y="86"/>
                  <a:pt x="51" y="86"/>
                </a:cubicBezTo>
                <a:cubicBezTo>
                  <a:pt x="62" y="90"/>
                  <a:pt x="62" y="90"/>
                  <a:pt x="62" y="90"/>
                </a:cubicBezTo>
                <a:cubicBezTo>
                  <a:pt x="69" y="84"/>
                  <a:pt x="69" y="84"/>
                  <a:pt x="69" y="84"/>
                </a:cubicBezTo>
                <a:cubicBezTo>
                  <a:pt x="64" y="73"/>
                  <a:pt x="64" y="73"/>
                  <a:pt x="64" y="73"/>
                </a:cubicBezTo>
                <a:cubicBezTo>
                  <a:pt x="65" y="72"/>
                  <a:pt x="65" y="70"/>
                  <a:pt x="66" y="69"/>
                </a:cubicBezTo>
                <a:lnTo>
                  <a:pt x="77" y="65"/>
                </a:lnTo>
                <a:close/>
                <a:moveTo>
                  <a:pt x="38" y="44"/>
                </a:moveTo>
                <a:cubicBezTo>
                  <a:pt x="29" y="44"/>
                  <a:pt x="22" y="51"/>
                  <a:pt x="22" y="60"/>
                </a:cubicBezTo>
                <a:cubicBezTo>
                  <a:pt x="22" y="69"/>
                  <a:pt x="29" y="76"/>
                  <a:pt x="38" y="76"/>
                </a:cubicBezTo>
                <a:cubicBezTo>
                  <a:pt x="47" y="76"/>
                  <a:pt x="54" y="69"/>
                  <a:pt x="54" y="60"/>
                </a:cubicBezTo>
                <a:cubicBezTo>
                  <a:pt x="54" y="51"/>
                  <a:pt x="47" y="44"/>
                  <a:pt x="38" y="44"/>
                </a:cubicBezTo>
                <a:close/>
                <a:moveTo>
                  <a:pt x="100" y="123"/>
                </a:moveTo>
                <a:cubicBezTo>
                  <a:pt x="91" y="123"/>
                  <a:pt x="91" y="123"/>
                  <a:pt x="91" y="123"/>
                </a:cubicBezTo>
              </a:path>
            </a:pathLst>
          </a:custGeom>
          <a:noFill/>
          <a:ln w="14288"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65" name="Rectangle 22">
            <a:extLst>
              <a:ext uri="{FF2B5EF4-FFF2-40B4-BE49-F238E27FC236}">
                <a16:creationId xmlns:a16="http://schemas.microsoft.com/office/drawing/2014/main" id="{D5241309-6709-4C70-8FB4-E6D7A769BF74}"/>
              </a:ext>
            </a:extLst>
          </p:cNvPr>
          <p:cNvSpPr>
            <a:spLocks noChangeArrowheads="1"/>
          </p:cNvSpPr>
          <p:nvPr/>
        </p:nvSpPr>
        <p:spPr bwMode="auto">
          <a:xfrm>
            <a:off x="8801100" y="4845050"/>
            <a:ext cx="147155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accent4"/>
                </a:solidFill>
                <a:effectLst/>
                <a:latin typeface="Montserrat SemiBold" panose="00000700000000000000" pitchFamily="50" charset="-52"/>
              </a:rPr>
              <a:t>IN</a:t>
            </a:r>
            <a:r>
              <a:rPr kumimoji="0" lang="en-US" altLang="ru-UA" sz="1600" b="1" i="0" u="none" strike="noStrike" cap="none" normalizeH="0" baseline="0">
                <a:ln>
                  <a:noFill/>
                </a:ln>
                <a:solidFill>
                  <a:schemeClr val="accent4"/>
                </a:solidFill>
                <a:effectLst/>
                <a:latin typeface="Montserrat SemiBold" panose="00000700000000000000" pitchFamily="50" charset="-52"/>
              </a:rPr>
              <a:t>FODATA 04</a:t>
            </a:r>
            <a:endParaRPr kumimoji="0" lang="ru-UA" altLang="ru-UA" sz="1800" b="0" i="0" u="none" strike="noStrike" cap="none" normalizeH="0" baseline="0">
              <a:ln>
                <a:noFill/>
              </a:ln>
              <a:solidFill>
                <a:schemeClr val="accent4"/>
              </a:solidFill>
              <a:effectLst/>
            </a:endParaRPr>
          </a:p>
        </p:txBody>
      </p:sp>
      <p:sp>
        <p:nvSpPr>
          <p:cNvPr id="66" name="Freeform 28">
            <a:extLst>
              <a:ext uri="{FF2B5EF4-FFF2-40B4-BE49-F238E27FC236}">
                <a16:creationId xmlns:a16="http://schemas.microsoft.com/office/drawing/2014/main" id="{63253841-95DE-44EE-B862-AA531CD5E872}"/>
              </a:ext>
            </a:extLst>
          </p:cNvPr>
          <p:cNvSpPr>
            <a:spLocks noEditPoints="1"/>
          </p:cNvSpPr>
          <p:nvPr/>
        </p:nvSpPr>
        <p:spPr bwMode="auto">
          <a:xfrm>
            <a:off x="9232900" y="4276725"/>
            <a:ext cx="531813" cy="430213"/>
          </a:xfrm>
          <a:custGeom>
            <a:avLst/>
            <a:gdLst>
              <a:gd name="T0" fmla="*/ 145 w 145"/>
              <a:gd name="T1" fmla="*/ 117 h 117"/>
              <a:gd name="T2" fmla="*/ 0 w 145"/>
              <a:gd name="T3" fmla="*/ 117 h 117"/>
              <a:gd name="T4" fmla="*/ 35 w 145"/>
              <a:gd name="T5" fmla="*/ 85 h 117"/>
              <a:gd name="T6" fmla="*/ 15 w 145"/>
              <a:gd name="T7" fmla="*/ 85 h 117"/>
              <a:gd name="T8" fmla="*/ 15 w 145"/>
              <a:gd name="T9" fmla="*/ 117 h 117"/>
              <a:gd name="T10" fmla="*/ 35 w 145"/>
              <a:gd name="T11" fmla="*/ 117 h 117"/>
              <a:gd name="T12" fmla="*/ 35 w 145"/>
              <a:gd name="T13" fmla="*/ 85 h 117"/>
              <a:gd name="T14" fmla="*/ 66 w 145"/>
              <a:gd name="T15" fmla="*/ 54 h 117"/>
              <a:gd name="T16" fmla="*/ 46 w 145"/>
              <a:gd name="T17" fmla="*/ 54 h 117"/>
              <a:gd name="T18" fmla="*/ 46 w 145"/>
              <a:gd name="T19" fmla="*/ 117 h 117"/>
              <a:gd name="T20" fmla="*/ 66 w 145"/>
              <a:gd name="T21" fmla="*/ 117 h 117"/>
              <a:gd name="T22" fmla="*/ 66 w 145"/>
              <a:gd name="T23" fmla="*/ 54 h 117"/>
              <a:gd name="T24" fmla="*/ 98 w 145"/>
              <a:gd name="T25" fmla="*/ 68 h 117"/>
              <a:gd name="T26" fmla="*/ 78 w 145"/>
              <a:gd name="T27" fmla="*/ 68 h 117"/>
              <a:gd name="T28" fmla="*/ 78 w 145"/>
              <a:gd name="T29" fmla="*/ 117 h 117"/>
              <a:gd name="T30" fmla="*/ 98 w 145"/>
              <a:gd name="T31" fmla="*/ 117 h 117"/>
              <a:gd name="T32" fmla="*/ 98 w 145"/>
              <a:gd name="T33" fmla="*/ 68 h 117"/>
              <a:gd name="T34" fmla="*/ 129 w 145"/>
              <a:gd name="T35" fmla="*/ 36 h 117"/>
              <a:gd name="T36" fmla="*/ 109 w 145"/>
              <a:gd name="T37" fmla="*/ 36 h 117"/>
              <a:gd name="T38" fmla="*/ 109 w 145"/>
              <a:gd name="T39" fmla="*/ 117 h 117"/>
              <a:gd name="T40" fmla="*/ 129 w 145"/>
              <a:gd name="T41" fmla="*/ 117 h 117"/>
              <a:gd name="T42" fmla="*/ 129 w 145"/>
              <a:gd name="T43" fmla="*/ 36 h 117"/>
              <a:gd name="T44" fmla="*/ 25 w 145"/>
              <a:gd name="T45" fmla="*/ 51 h 117"/>
              <a:gd name="T46" fmla="*/ 19 w 145"/>
              <a:gd name="T47" fmla="*/ 56 h 117"/>
              <a:gd name="T48" fmla="*/ 25 w 145"/>
              <a:gd name="T49" fmla="*/ 62 h 117"/>
              <a:gd name="T50" fmla="*/ 31 w 145"/>
              <a:gd name="T51" fmla="*/ 56 h 117"/>
              <a:gd name="T52" fmla="*/ 25 w 145"/>
              <a:gd name="T53" fmla="*/ 51 h 117"/>
              <a:gd name="T54" fmla="*/ 56 w 145"/>
              <a:gd name="T55" fmla="*/ 21 h 117"/>
              <a:gd name="T56" fmla="*/ 51 w 145"/>
              <a:gd name="T57" fmla="*/ 27 h 117"/>
              <a:gd name="T58" fmla="*/ 56 w 145"/>
              <a:gd name="T59" fmla="*/ 32 h 117"/>
              <a:gd name="T60" fmla="*/ 62 w 145"/>
              <a:gd name="T61" fmla="*/ 27 h 117"/>
              <a:gd name="T62" fmla="*/ 56 w 145"/>
              <a:gd name="T63" fmla="*/ 21 h 117"/>
              <a:gd name="T64" fmla="*/ 88 w 145"/>
              <a:gd name="T65" fmla="*/ 36 h 117"/>
              <a:gd name="T66" fmla="*/ 82 w 145"/>
              <a:gd name="T67" fmla="*/ 42 h 117"/>
              <a:gd name="T68" fmla="*/ 88 w 145"/>
              <a:gd name="T69" fmla="*/ 47 h 117"/>
              <a:gd name="T70" fmla="*/ 94 w 145"/>
              <a:gd name="T71" fmla="*/ 42 h 117"/>
              <a:gd name="T72" fmla="*/ 88 w 145"/>
              <a:gd name="T73" fmla="*/ 36 h 117"/>
              <a:gd name="T74" fmla="*/ 119 w 145"/>
              <a:gd name="T75" fmla="*/ 0 h 117"/>
              <a:gd name="T76" fmla="*/ 113 w 145"/>
              <a:gd name="T77" fmla="*/ 6 h 117"/>
              <a:gd name="T78" fmla="*/ 119 w 145"/>
              <a:gd name="T79" fmla="*/ 12 h 117"/>
              <a:gd name="T80" fmla="*/ 125 w 145"/>
              <a:gd name="T81" fmla="*/ 6 h 117"/>
              <a:gd name="T82" fmla="*/ 119 w 145"/>
              <a:gd name="T83" fmla="*/ 0 h 117"/>
              <a:gd name="T84" fmla="*/ 92 w 145"/>
              <a:gd name="T85" fmla="*/ 37 h 117"/>
              <a:gd name="T86" fmla="*/ 115 w 145"/>
              <a:gd name="T87" fmla="*/ 10 h 117"/>
              <a:gd name="T88" fmla="*/ 62 w 145"/>
              <a:gd name="T89" fmla="*/ 29 h 117"/>
              <a:gd name="T90" fmla="*/ 83 w 145"/>
              <a:gd name="T91" fmla="*/ 39 h 117"/>
              <a:gd name="T92" fmla="*/ 52 w 145"/>
              <a:gd name="T93" fmla="*/ 31 h 117"/>
              <a:gd name="T94" fmla="*/ 29 w 145"/>
              <a:gd name="T95" fmla="*/ 53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5" h="117">
                <a:moveTo>
                  <a:pt x="145" y="117"/>
                </a:moveTo>
                <a:cubicBezTo>
                  <a:pt x="0" y="117"/>
                  <a:pt x="0" y="117"/>
                  <a:pt x="0" y="117"/>
                </a:cubicBezTo>
                <a:moveTo>
                  <a:pt x="35" y="85"/>
                </a:moveTo>
                <a:cubicBezTo>
                  <a:pt x="15" y="85"/>
                  <a:pt x="15" y="85"/>
                  <a:pt x="15" y="85"/>
                </a:cubicBezTo>
                <a:cubicBezTo>
                  <a:pt x="15" y="117"/>
                  <a:pt x="15" y="117"/>
                  <a:pt x="15" y="117"/>
                </a:cubicBezTo>
                <a:cubicBezTo>
                  <a:pt x="35" y="117"/>
                  <a:pt x="35" y="117"/>
                  <a:pt x="35" y="117"/>
                </a:cubicBezTo>
                <a:lnTo>
                  <a:pt x="35" y="85"/>
                </a:lnTo>
                <a:close/>
                <a:moveTo>
                  <a:pt x="66" y="54"/>
                </a:moveTo>
                <a:cubicBezTo>
                  <a:pt x="46" y="54"/>
                  <a:pt x="46" y="54"/>
                  <a:pt x="46" y="54"/>
                </a:cubicBezTo>
                <a:cubicBezTo>
                  <a:pt x="46" y="117"/>
                  <a:pt x="46" y="117"/>
                  <a:pt x="46" y="117"/>
                </a:cubicBezTo>
                <a:cubicBezTo>
                  <a:pt x="66" y="117"/>
                  <a:pt x="66" y="117"/>
                  <a:pt x="66" y="117"/>
                </a:cubicBezTo>
                <a:lnTo>
                  <a:pt x="66" y="54"/>
                </a:lnTo>
                <a:close/>
                <a:moveTo>
                  <a:pt x="98" y="68"/>
                </a:moveTo>
                <a:cubicBezTo>
                  <a:pt x="78" y="68"/>
                  <a:pt x="78" y="68"/>
                  <a:pt x="78" y="68"/>
                </a:cubicBezTo>
                <a:cubicBezTo>
                  <a:pt x="78" y="117"/>
                  <a:pt x="78" y="117"/>
                  <a:pt x="78" y="117"/>
                </a:cubicBezTo>
                <a:cubicBezTo>
                  <a:pt x="98" y="117"/>
                  <a:pt x="98" y="117"/>
                  <a:pt x="98" y="117"/>
                </a:cubicBezTo>
                <a:lnTo>
                  <a:pt x="98" y="68"/>
                </a:lnTo>
                <a:close/>
                <a:moveTo>
                  <a:pt x="129" y="36"/>
                </a:moveTo>
                <a:cubicBezTo>
                  <a:pt x="109" y="36"/>
                  <a:pt x="109" y="36"/>
                  <a:pt x="109" y="36"/>
                </a:cubicBezTo>
                <a:cubicBezTo>
                  <a:pt x="109" y="117"/>
                  <a:pt x="109" y="117"/>
                  <a:pt x="109" y="117"/>
                </a:cubicBezTo>
                <a:cubicBezTo>
                  <a:pt x="129" y="117"/>
                  <a:pt x="129" y="117"/>
                  <a:pt x="129" y="117"/>
                </a:cubicBezTo>
                <a:lnTo>
                  <a:pt x="129" y="36"/>
                </a:lnTo>
                <a:close/>
                <a:moveTo>
                  <a:pt x="25" y="51"/>
                </a:moveTo>
                <a:cubicBezTo>
                  <a:pt x="22" y="51"/>
                  <a:pt x="19" y="53"/>
                  <a:pt x="19" y="56"/>
                </a:cubicBezTo>
                <a:cubicBezTo>
                  <a:pt x="19" y="60"/>
                  <a:pt x="22" y="62"/>
                  <a:pt x="25" y="62"/>
                </a:cubicBezTo>
                <a:cubicBezTo>
                  <a:pt x="28" y="62"/>
                  <a:pt x="31" y="60"/>
                  <a:pt x="31" y="56"/>
                </a:cubicBezTo>
                <a:cubicBezTo>
                  <a:pt x="31" y="53"/>
                  <a:pt x="28" y="51"/>
                  <a:pt x="25" y="51"/>
                </a:cubicBezTo>
                <a:close/>
                <a:moveTo>
                  <a:pt x="56" y="21"/>
                </a:moveTo>
                <a:cubicBezTo>
                  <a:pt x="53" y="21"/>
                  <a:pt x="51" y="23"/>
                  <a:pt x="51" y="27"/>
                </a:cubicBezTo>
                <a:cubicBezTo>
                  <a:pt x="51" y="30"/>
                  <a:pt x="53" y="32"/>
                  <a:pt x="56" y="32"/>
                </a:cubicBezTo>
                <a:cubicBezTo>
                  <a:pt x="60" y="32"/>
                  <a:pt x="62" y="30"/>
                  <a:pt x="62" y="27"/>
                </a:cubicBezTo>
                <a:cubicBezTo>
                  <a:pt x="62" y="23"/>
                  <a:pt x="60" y="21"/>
                  <a:pt x="56" y="21"/>
                </a:cubicBezTo>
                <a:close/>
                <a:moveTo>
                  <a:pt x="88" y="36"/>
                </a:moveTo>
                <a:cubicBezTo>
                  <a:pt x="85" y="36"/>
                  <a:pt x="82" y="38"/>
                  <a:pt x="82" y="42"/>
                </a:cubicBezTo>
                <a:cubicBezTo>
                  <a:pt x="82" y="45"/>
                  <a:pt x="85" y="47"/>
                  <a:pt x="88" y="47"/>
                </a:cubicBezTo>
                <a:cubicBezTo>
                  <a:pt x="91" y="47"/>
                  <a:pt x="94" y="45"/>
                  <a:pt x="94" y="42"/>
                </a:cubicBezTo>
                <a:cubicBezTo>
                  <a:pt x="94" y="38"/>
                  <a:pt x="91" y="36"/>
                  <a:pt x="88" y="36"/>
                </a:cubicBezTo>
                <a:close/>
                <a:moveTo>
                  <a:pt x="119" y="0"/>
                </a:moveTo>
                <a:cubicBezTo>
                  <a:pt x="116" y="0"/>
                  <a:pt x="113" y="3"/>
                  <a:pt x="113" y="6"/>
                </a:cubicBezTo>
                <a:cubicBezTo>
                  <a:pt x="113" y="9"/>
                  <a:pt x="116" y="12"/>
                  <a:pt x="119" y="12"/>
                </a:cubicBezTo>
                <a:cubicBezTo>
                  <a:pt x="122" y="12"/>
                  <a:pt x="125" y="9"/>
                  <a:pt x="125" y="6"/>
                </a:cubicBezTo>
                <a:cubicBezTo>
                  <a:pt x="125" y="3"/>
                  <a:pt x="122" y="0"/>
                  <a:pt x="119" y="0"/>
                </a:cubicBezTo>
                <a:close/>
                <a:moveTo>
                  <a:pt x="92" y="37"/>
                </a:moveTo>
                <a:cubicBezTo>
                  <a:pt x="115" y="10"/>
                  <a:pt x="115" y="10"/>
                  <a:pt x="115" y="10"/>
                </a:cubicBezTo>
                <a:moveTo>
                  <a:pt x="62" y="29"/>
                </a:moveTo>
                <a:cubicBezTo>
                  <a:pt x="83" y="39"/>
                  <a:pt x="83" y="39"/>
                  <a:pt x="83" y="39"/>
                </a:cubicBezTo>
                <a:moveTo>
                  <a:pt x="52" y="31"/>
                </a:moveTo>
                <a:cubicBezTo>
                  <a:pt x="29" y="53"/>
                  <a:pt x="29" y="53"/>
                  <a:pt x="29" y="53"/>
                </a:cubicBezTo>
              </a:path>
            </a:pathLst>
          </a:custGeom>
          <a:noFill/>
          <a:ln w="14288"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67" name="Rectangle 29">
            <a:extLst>
              <a:ext uri="{FF2B5EF4-FFF2-40B4-BE49-F238E27FC236}">
                <a16:creationId xmlns:a16="http://schemas.microsoft.com/office/drawing/2014/main" id="{92996336-EB15-47BF-A34A-D6807D860E44}"/>
              </a:ext>
            </a:extLst>
          </p:cNvPr>
          <p:cNvSpPr>
            <a:spLocks noChangeArrowheads="1"/>
          </p:cNvSpPr>
          <p:nvPr/>
        </p:nvSpPr>
        <p:spPr bwMode="auto">
          <a:xfrm>
            <a:off x="1911350" y="2081213"/>
            <a:ext cx="141064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accent1"/>
                </a:solidFill>
                <a:effectLst/>
                <a:latin typeface="Montserrat SemiBold" panose="00000700000000000000" pitchFamily="50" charset="-52"/>
              </a:rPr>
              <a:t>IN</a:t>
            </a:r>
            <a:r>
              <a:rPr kumimoji="0" lang="en-US" altLang="ru-UA" sz="1600" b="1" i="0" u="none" strike="noStrike" cap="none" normalizeH="0" baseline="0">
                <a:ln>
                  <a:noFill/>
                </a:ln>
                <a:solidFill>
                  <a:schemeClr val="accent1"/>
                </a:solidFill>
                <a:effectLst/>
                <a:latin typeface="Montserrat SemiBold" panose="00000700000000000000" pitchFamily="50" charset="-52"/>
              </a:rPr>
              <a:t>FODATA 01</a:t>
            </a:r>
            <a:endParaRPr kumimoji="0" lang="ru-UA" altLang="ru-UA" sz="1800" b="0" i="0" u="none" strike="noStrike" cap="none" normalizeH="0" baseline="0">
              <a:ln>
                <a:noFill/>
              </a:ln>
              <a:solidFill>
                <a:schemeClr val="accent1"/>
              </a:solidFill>
              <a:effectLst/>
            </a:endParaRPr>
          </a:p>
        </p:txBody>
      </p:sp>
      <p:sp>
        <p:nvSpPr>
          <p:cNvPr id="68" name="Rectangle 37">
            <a:extLst>
              <a:ext uri="{FF2B5EF4-FFF2-40B4-BE49-F238E27FC236}">
                <a16:creationId xmlns:a16="http://schemas.microsoft.com/office/drawing/2014/main" id="{32969A4F-C000-444C-84DB-3236DE616A00}"/>
              </a:ext>
            </a:extLst>
          </p:cNvPr>
          <p:cNvSpPr>
            <a:spLocks noChangeArrowheads="1"/>
          </p:cNvSpPr>
          <p:nvPr/>
        </p:nvSpPr>
        <p:spPr bwMode="auto">
          <a:xfrm>
            <a:off x="1951038" y="4845050"/>
            <a:ext cx="14507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accent6"/>
                </a:solidFill>
                <a:effectLst/>
                <a:latin typeface="Montserrat SemiBold" panose="00000700000000000000" pitchFamily="50" charset="-52"/>
              </a:rPr>
              <a:t>IN</a:t>
            </a:r>
            <a:r>
              <a:rPr kumimoji="0" lang="en-US" altLang="ru-UA" sz="1600" b="1" i="0" u="none" strike="noStrike" cap="none" normalizeH="0" baseline="0">
                <a:ln>
                  <a:noFill/>
                </a:ln>
                <a:solidFill>
                  <a:schemeClr val="accent6"/>
                </a:solidFill>
                <a:effectLst/>
                <a:latin typeface="Montserrat SemiBold" panose="00000700000000000000" pitchFamily="50" charset="-52"/>
              </a:rPr>
              <a:t>FODATA 02</a:t>
            </a:r>
            <a:endParaRPr kumimoji="0" lang="ru-UA" altLang="ru-UA" sz="1800" b="0" i="0" u="none" strike="noStrike" cap="none" normalizeH="0" baseline="0">
              <a:ln>
                <a:noFill/>
              </a:ln>
              <a:solidFill>
                <a:schemeClr val="accent6"/>
              </a:solidFill>
              <a:effectLst/>
            </a:endParaRPr>
          </a:p>
        </p:txBody>
      </p:sp>
      <p:sp>
        <p:nvSpPr>
          <p:cNvPr id="69" name="Freeform 45">
            <a:extLst>
              <a:ext uri="{FF2B5EF4-FFF2-40B4-BE49-F238E27FC236}">
                <a16:creationId xmlns:a16="http://schemas.microsoft.com/office/drawing/2014/main" id="{0189E094-8C6B-44F0-A2A0-C84BA24C44A4}"/>
              </a:ext>
            </a:extLst>
          </p:cNvPr>
          <p:cNvSpPr>
            <a:spLocks noEditPoints="1"/>
          </p:cNvSpPr>
          <p:nvPr/>
        </p:nvSpPr>
        <p:spPr bwMode="auto">
          <a:xfrm>
            <a:off x="2466975" y="4184650"/>
            <a:ext cx="439738" cy="522288"/>
          </a:xfrm>
          <a:custGeom>
            <a:avLst/>
            <a:gdLst>
              <a:gd name="T0" fmla="*/ 277 w 277"/>
              <a:gd name="T1" fmla="*/ 134 h 329"/>
              <a:gd name="T2" fmla="*/ 277 w 277"/>
              <a:gd name="T3" fmla="*/ 329 h 329"/>
              <a:gd name="T4" fmla="*/ 0 w 277"/>
              <a:gd name="T5" fmla="*/ 329 h 329"/>
              <a:gd name="T6" fmla="*/ 0 w 277"/>
              <a:gd name="T7" fmla="*/ 134 h 329"/>
              <a:gd name="T8" fmla="*/ 277 w 277"/>
              <a:gd name="T9" fmla="*/ 329 h 329"/>
              <a:gd name="T10" fmla="*/ 139 w 277"/>
              <a:gd name="T11" fmla="*/ 231 h 329"/>
              <a:gd name="T12" fmla="*/ 0 w 277"/>
              <a:gd name="T13" fmla="*/ 329 h 329"/>
              <a:gd name="T14" fmla="*/ 277 w 277"/>
              <a:gd name="T15" fmla="*/ 134 h 329"/>
              <a:gd name="T16" fmla="*/ 185 w 277"/>
              <a:gd name="T17" fmla="*/ 234 h 329"/>
              <a:gd name="T18" fmla="*/ 0 w 277"/>
              <a:gd name="T19" fmla="*/ 134 h 329"/>
              <a:gd name="T20" fmla="*/ 95 w 277"/>
              <a:gd name="T21" fmla="*/ 234 h 329"/>
              <a:gd name="T22" fmla="*/ 243 w 277"/>
              <a:gd name="T23" fmla="*/ 130 h 329"/>
              <a:gd name="T24" fmla="*/ 243 w 277"/>
              <a:gd name="T25" fmla="*/ 60 h 329"/>
              <a:gd name="T26" fmla="*/ 183 w 277"/>
              <a:gd name="T27" fmla="*/ 0 h 329"/>
              <a:gd name="T28" fmla="*/ 35 w 277"/>
              <a:gd name="T29" fmla="*/ 0 h 329"/>
              <a:gd name="T30" fmla="*/ 35 w 277"/>
              <a:gd name="T31" fmla="*/ 130 h 329"/>
              <a:gd name="T32" fmla="*/ 243 w 277"/>
              <a:gd name="T33" fmla="*/ 60 h 329"/>
              <a:gd name="T34" fmla="*/ 183 w 277"/>
              <a:gd name="T35" fmla="*/ 0 h 329"/>
              <a:gd name="T36" fmla="*/ 183 w 277"/>
              <a:gd name="T37" fmla="*/ 60 h 329"/>
              <a:gd name="T38" fmla="*/ 243 w 277"/>
              <a:gd name="T39" fmla="*/ 60 h 329"/>
              <a:gd name="T40" fmla="*/ 93 w 277"/>
              <a:gd name="T41" fmla="*/ 95 h 329"/>
              <a:gd name="T42" fmla="*/ 65 w 277"/>
              <a:gd name="T43" fmla="*/ 95 h 329"/>
              <a:gd name="T44" fmla="*/ 206 w 277"/>
              <a:gd name="T45" fmla="*/ 95 h 329"/>
              <a:gd name="T46" fmla="*/ 123 w 277"/>
              <a:gd name="T47" fmla="*/ 95 h 329"/>
              <a:gd name="T48" fmla="*/ 65 w 277"/>
              <a:gd name="T49" fmla="*/ 127 h 329"/>
              <a:gd name="T50" fmla="*/ 143 w 277"/>
              <a:gd name="T51" fmla="*/ 127 h 329"/>
              <a:gd name="T52" fmla="*/ 206 w 277"/>
              <a:gd name="T53" fmla="*/ 127 h 329"/>
              <a:gd name="T54" fmla="*/ 176 w 277"/>
              <a:gd name="T55" fmla="*/ 127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7" h="329">
                <a:moveTo>
                  <a:pt x="277" y="134"/>
                </a:moveTo>
                <a:lnTo>
                  <a:pt x="277" y="329"/>
                </a:lnTo>
                <a:lnTo>
                  <a:pt x="0" y="329"/>
                </a:lnTo>
                <a:lnTo>
                  <a:pt x="0" y="134"/>
                </a:lnTo>
                <a:moveTo>
                  <a:pt x="277" y="329"/>
                </a:moveTo>
                <a:lnTo>
                  <a:pt x="139" y="231"/>
                </a:lnTo>
                <a:lnTo>
                  <a:pt x="0" y="329"/>
                </a:lnTo>
                <a:moveTo>
                  <a:pt x="277" y="134"/>
                </a:moveTo>
                <a:lnTo>
                  <a:pt x="185" y="234"/>
                </a:lnTo>
                <a:moveTo>
                  <a:pt x="0" y="134"/>
                </a:moveTo>
                <a:lnTo>
                  <a:pt x="95" y="234"/>
                </a:lnTo>
                <a:moveTo>
                  <a:pt x="243" y="130"/>
                </a:moveTo>
                <a:lnTo>
                  <a:pt x="243" y="60"/>
                </a:lnTo>
                <a:moveTo>
                  <a:pt x="183" y="0"/>
                </a:moveTo>
                <a:lnTo>
                  <a:pt x="35" y="0"/>
                </a:lnTo>
                <a:lnTo>
                  <a:pt x="35" y="130"/>
                </a:lnTo>
                <a:moveTo>
                  <a:pt x="243" y="60"/>
                </a:moveTo>
                <a:lnTo>
                  <a:pt x="183" y="0"/>
                </a:lnTo>
                <a:lnTo>
                  <a:pt x="183" y="60"/>
                </a:lnTo>
                <a:lnTo>
                  <a:pt x="243" y="60"/>
                </a:lnTo>
                <a:moveTo>
                  <a:pt x="93" y="95"/>
                </a:moveTo>
                <a:lnTo>
                  <a:pt x="65" y="95"/>
                </a:lnTo>
                <a:moveTo>
                  <a:pt x="206" y="95"/>
                </a:moveTo>
                <a:lnTo>
                  <a:pt x="123" y="95"/>
                </a:lnTo>
                <a:moveTo>
                  <a:pt x="65" y="127"/>
                </a:moveTo>
                <a:lnTo>
                  <a:pt x="143" y="127"/>
                </a:lnTo>
                <a:moveTo>
                  <a:pt x="206" y="127"/>
                </a:moveTo>
                <a:lnTo>
                  <a:pt x="176" y="127"/>
                </a:lnTo>
              </a:path>
            </a:pathLst>
          </a:custGeom>
          <a:noFill/>
          <a:ln w="14288"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70" name="Freeform 46">
            <a:extLst>
              <a:ext uri="{FF2B5EF4-FFF2-40B4-BE49-F238E27FC236}">
                <a16:creationId xmlns:a16="http://schemas.microsoft.com/office/drawing/2014/main" id="{F1918418-E8DD-4C3F-803E-320BFBD8B17B}"/>
              </a:ext>
            </a:extLst>
          </p:cNvPr>
          <p:cNvSpPr>
            <a:spLocks noEditPoints="1"/>
          </p:cNvSpPr>
          <p:nvPr/>
        </p:nvSpPr>
        <p:spPr bwMode="auto">
          <a:xfrm>
            <a:off x="2185988" y="1549400"/>
            <a:ext cx="762000" cy="433388"/>
          </a:xfrm>
          <a:custGeom>
            <a:avLst/>
            <a:gdLst>
              <a:gd name="T0" fmla="*/ 49 w 208"/>
              <a:gd name="T1" fmla="*/ 96 h 118"/>
              <a:gd name="T2" fmla="*/ 48 w 208"/>
              <a:gd name="T3" fmla="*/ 87 h 118"/>
              <a:gd name="T4" fmla="*/ 60 w 208"/>
              <a:gd name="T5" fmla="*/ 76 h 118"/>
              <a:gd name="T6" fmla="*/ 67 w 208"/>
              <a:gd name="T7" fmla="*/ 82 h 118"/>
              <a:gd name="T8" fmla="*/ 57 w 208"/>
              <a:gd name="T9" fmla="*/ 95 h 118"/>
              <a:gd name="T10" fmla="*/ 126 w 208"/>
              <a:gd name="T11" fmla="*/ 85 h 118"/>
              <a:gd name="T12" fmla="*/ 151 w 208"/>
              <a:gd name="T13" fmla="*/ 96 h 118"/>
              <a:gd name="T14" fmla="*/ 153 w 208"/>
              <a:gd name="T15" fmla="*/ 85 h 118"/>
              <a:gd name="T16" fmla="*/ 127 w 208"/>
              <a:gd name="T17" fmla="*/ 105 h 118"/>
              <a:gd name="T18" fmla="*/ 138 w 208"/>
              <a:gd name="T19" fmla="*/ 105 h 118"/>
              <a:gd name="T20" fmla="*/ 141 w 208"/>
              <a:gd name="T21" fmla="*/ 96 h 118"/>
              <a:gd name="T22" fmla="*/ 113 w 208"/>
              <a:gd name="T23" fmla="*/ 113 h 118"/>
              <a:gd name="T24" fmla="*/ 125 w 208"/>
              <a:gd name="T25" fmla="*/ 113 h 118"/>
              <a:gd name="T26" fmla="*/ 127 w 208"/>
              <a:gd name="T27" fmla="*/ 105 h 118"/>
              <a:gd name="T28" fmla="*/ 97 w 208"/>
              <a:gd name="T29" fmla="*/ 115 h 118"/>
              <a:gd name="T30" fmla="*/ 110 w 208"/>
              <a:gd name="T31" fmla="*/ 114 h 118"/>
              <a:gd name="T32" fmla="*/ 66 w 208"/>
              <a:gd name="T33" fmla="*/ 105 h 118"/>
              <a:gd name="T34" fmla="*/ 80 w 208"/>
              <a:gd name="T35" fmla="*/ 80 h 118"/>
              <a:gd name="T36" fmla="*/ 71 w 208"/>
              <a:gd name="T37" fmla="*/ 81 h 118"/>
              <a:gd name="T38" fmla="*/ 57 w 208"/>
              <a:gd name="T39" fmla="*/ 105 h 118"/>
              <a:gd name="T40" fmla="*/ 66 w 208"/>
              <a:gd name="T41" fmla="*/ 105 h 118"/>
              <a:gd name="T42" fmla="*/ 91 w 208"/>
              <a:gd name="T43" fmla="*/ 96 h 118"/>
              <a:gd name="T44" fmla="*/ 85 w 208"/>
              <a:gd name="T45" fmla="*/ 85 h 118"/>
              <a:gd name="T46" fmla="*/ 68 w 208"/>
              <a:gd name="T47" fmla="*/ 102 h 118"/>
              <a:gd name="T48" fmla="*/ 74 w 208"/>
              <a:gd name="T49" fmla="*/ 112 h 118"/>
              <a:gd name="T50" fmla="*/ 96 w 208"/>
              <a:gd name="T51" fmla="*/ 109 h 118"/>
              <a:gd name="T52" fmla="*/ 97 w 208"/>
              <a:gd name="T53" fmla="*/ 98 h 118"/>
              <a:gd name="T54" fmla="*/ 88 w 208"/>
              <a:gd name="T55" fmla="*/ 99 h 118"/>
              <a:gd name="T56" fmla="*/ 81 w 208"/>
              <a:gd name="T57" fmla="*/ 116 h 118"/>
              <a:gd name="T58" fmla="*/ 90 w 208"/>
              <a:gd name="T59" fmla="*/ 115 h 118"/>
              <a:gd name="T60" fmla="*/ 178 w 208"/>
              <a:gd name="T61" fmla="*/ 1 h 118"/>
              <a:gd name="T62" fmla="*/ 173 w 208"/>
              <a:gd name="T63" fmla="*/ 70 h 118"/>
              <a:gd name="T64" fmla="*/ 208 w 208"/>
              <a:gd name="T65" fmla="*/ 56 h 118"/>
              <a:gd name="T66" fmla="*/ 112 w 208"/>
              <a:gd name="T67" fmla="*/ 30 h 118"/>
              <a:gd name="T68" fmla="*/ 102 w 208"/>
              <a:gd name="T69" fmla="*/ 31 h 118"/>
              <a:gd name="T70" fmla="*/ 71 w 208"/>
              <a:gd name="T71" fmla="*/ 46 h 118"/>
              <a:gd name="T72" fmla="*/ 98 w 208"/>
              <a:gd name="T73" fmla="*/ 53 h 118"/>
              <a:gd name="T74" fmla="*/ 152 w 208"/>
              <a:gd name="T75" fmla="*/ 85 h 118"/>
              <a:gd name="T76" fmla="*/ 161 w 208"/>
              <a:gd name="T77" fmla="*/ 74 h 118"/>
              <a:gd name="T78" fmla="*/ 152 w 208"/>
              <a:gd name="T79" fmla="*/ 85 h 118"/>
              <a:gd name="T80" fmla="*/ 52 w 208"/>
              <a:gd name="T81" fmla="*/ 84 h 118"/>
              <a:gd name="T82" fmla="*/ 30 w 208"/>
              <a:gd name="T83" fmla="*/ 78 h 118"/>
              <a:gd name="T84" fmla="*/ 43 w 208"/>
              <a:gd name="T85" fmla="*/ 0 h 118"/>
              <a:gd name="T86" fmla="*/ 50 w 208"/>
              <a:gd name="T87" fmla="*/ 85 h 118"/>
              <a:gd name="T88" fmla="*/ 69 w 208"/>
              <a:gd name="T89" fmla="*/ 29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08" h="118">
                <a:moveTo>
                  <a:pt x="54" y="97"/>
                </a:moveTo>
                <a:cubicBezTo>
                  <a:pt x="52" y="98"/>
                  <a:pt x="50" y="97"/>
                  <a:pt x="49" y="96"/>
                </a:cubicBezTo>
                <a:cubicBezTo>
                  <a:pt x="47" y="95"/>
                  <a:pt x="47" y="93"/>
                  <a:pt x="47" y="92"/>
                </a:cubicBezTo>
                <a:cubicBezTo>
                  <a:pt x="47" y="90"/>
                  <a:pt x="47" y="88"/>
                  <a:pt x="48" y="87"/>
                </a:cubicBezTo>
                <a:cubicBezTo>
                  <a:pt x="56" y="78"/>
                  <a:pt x="56" y="78"/>
                  <a:pt x="56" y="78"/>
                </a:cubicBezTo>
                <a:cubicBezTo>
                  <a:pt x="57" y="77"/>
                  <a:pt x="59" y="76"/>
                  <a:pt x="60" y="76"/>
                </a:cubicBezTo>
                <a:cubicBezTo>
                  <a:pt x="62" y="76"/>
                  <a:pt x="64" y="76"/>
                  <a:pt x="65" y="78"/>
                </a:cubicBezTo>
                <a:cubicBezTo>
                  <a:pt x="66" y="79"/>
                  <a:pt x="67" y="80"/>
                  <a:pt x="67" y="82"/>
                </a:cubicBezTo>
                <a:cubicBezTo>
                  <a:pt x="67" y="84"/>
                  <a:pt x="67" y="85"/>
                  <a:pt x="66" y="86"/>
                </a:cubicBezTo>
                <a:cubicBezTo>
                  <a:pt x="57" y="95"/>
                  <a:pt x="57" y="95"/>
                  <a:pt x="57" y="95"/>
                </a:cubicBezTo>
                <a:cubicBezTo>
                  <a:pt x="57" y="97"/>
                  <a:pt x="55" y="97"/>
                  <a:pt x="54" y="97"/>
                </a:cubicBezTo>
                <a:close/>
                <a:moveTo>
                  <a:pt x="126" y="85"/>
                </a:moveTo>
                <a:cubicBezTo>
                  <a:pt x="126" y="85"/>
                  <a:pt x="141" y="98"/>
                  <a:pt x="145" y="98"/>
                </a:cubicBezTo>
                <a:cubicBezTo>
                  <a:pt x="149" y="99"/>
                  <a:pt x="150" y="98"/>
                  <a:pt x="151" y="96"/>
                </a:cubicBezTo>
                <a:cubicBezTo>
                  <a:pt x="153" y="95"/>
                  <a:pt x="154" y="92"/>
                  <a:pt x="154" y="90"/>
                </a:cubicBezTo>
                <a:cubicBezTo>
                  <a:pt x="154" y="88"/>
                  <a:pt x="153" y="87"/>
                  <a:pt x="153" y="85"/>
                </a:cubicBezTo>
                <a:moveTo>
                  <a:pt x="114" y="93"/>
                </a:moveTo>
                <a:cubicBezTo>
                  <a:pt x="127" y="105"/>
                  <a:pt x="127" y="105"/>
                  <a:pt x="127" y="105"/>
                </a:cubicBezTo>
                <a:cubicBezTo>
                  <a:pt x="128" y="106"/>
                  <a:pt x="130" y="107"/>
                  <a:pt x="133" y="107"/>
                </a:cubicBezTo>
                <a:cubicBezTo>
                  <a:pt x="135" y="107"/>
                  <a:pt x="137" y="107"/>
                  <a:pt x="138" y="105"/>
                </a:cubicBezTo>
                <a:cubicBezTo>
                  <a:pt x="140" y="104"/>
                  <a:pt x="141" y="101"/>
                  <a:pt x="141" y="99"/>
                </a:cubicBezTo>
                <a:cubicBezTo>
                  <a:pt x="141" y="98"/>
                  <a:pt x="141" y="97"/>
                  <a:pt x="141" y="96"/>
                </a:cubicBezTo>
                <a:moveTo>
                  <a:pt x="107" y="107"/>
                </a:moveTo>
                <a:cubicBezTo>
                  <a:pt x="113" y="113"/>
                  <a:pt x="113" y="113"/>
                  <a:pt x="113" y="113"/>
                </a:cubicBezTo>
                <a:cubicBezTo>
                  <a:pt x="114" y="114"/>
                  <a:pt x="116" y="115"/>
                  <a:pt x="119" y="115"/>
                </a:cubicBezTo>
                <a:cubicBezTo>
                  <a:pt x="121" y="116"/>
                  <a:pt x="123" y="115"/>
                  <a:pt x="125" y="113"/>
                </a:cubicBezTo>
                <a:cubicBezTo>
                  <a:pt x="126" y="112"/>
                  <a:pt x="127" y="109"/>
                  <a:pt x="127" y="107"/>
                </a:cubicBezTo>
                <a:cubicBezTo>
                  <a:pt x="127" y="106"/>
                  <a:pt x="127" y="105"/>
                  <a:pt x="127" y="105"/>
                </a:cubicBezTo>
                <a:moveTo>
                  <a:pt x="92" y="113"/>
                </a:moveTo>
                <a:cubicBezTo>
                  <a:pt x="97" y="115"/>
                  <a:pt x="97" y="115"/>
                  <a:pt x="97" y="115"/>
                </a:cubicBezTo>
                <a:cubicBezTo>
                  <a:pt x="98" y="116"/>
                  <a:pt x="101" y="116"/>
                  <a:pt x="104" y="116"/>
                </a:cubicBezTo>
                <a:cubicBezTo>
                  <a:pt x="107" y="116"/>
                  <a:pt x="109" y="115"/>
                  <a:pt x="110" y="114"/>
                </a:cubicBezTo>
                <a:cubicBezTo>
                  <a:pt x="111" y="113"/>
                  <a:pt x="112" y="113"/>
                  <a:pt x="112" y="112"/>
                </a:cubicBezTo>
                <a:moveTo>
                  <a:pt x="66" y="105"/>
                </a:moveTo>
                <a:cubicBezTo>
                  <a:pt x="80" y="89"/>
                  <a:pt x="80" y="89"/>
                  <a:pt x="80" y="89"/>
                </a:cubicBezTo>
                <a:cubicBezTo>
                  <a:pt x="82" y="86"/>
                  <a:pt x="82" y="82"/>
                  <a:pt x="80" y="80"/>
                </a:cubicBezTo>
                <a:cubicBezTo>
                  <a:pt x="78" y="79"/>
                  <a:pt x="76" y="78"/>
                  <a:pt x="75" y="79"/>
                </a:cubicBezTo>
                <a:cubicBezTo>
                  <a:pt x="73" y="79"/>
                  <a:pt x="72" y="80"/>
                  <a:pt x="71" y="81"/>
                </a:cubicBezTo>
                <a:cubicBezTo>
                  <a:pt x="57" y="96"/>
                  <a:pt x="57" y="96"/>
                  <a:pt x="57" y="96"/>
                </a:cubicBezTo>
                <a:cubicBezTo>
                  <a:pt x="54" y="99"/>
                  <a:pt x="54" y="103"/>
                  <a:pt x="57" y="105"/>
                </a:cubicBezTo>
                <a:cubicBezTo>
                  <a:pt x="58" y="107"/>
                  <a:pt x="60" y="107"/>
                  <a:pt x="62" y="107"/>
                </a:cubicBezTo>
                <a:cubicBezTo>
                  <a:pt x="64" y="107"/>
                  <a:pt x="65" y="106"/>
                  <a:pt x="66" y="105"/>
                </a:cubicBezTo>
                <a:close/>
                <a:moveTo>
                  <a:pt x="78" y="110"/>
                </a:moveTo>
                <a:cubicBezTo>
                  <a:pt x="91" y="96"/>
                  <a:pt x="91" y="96"/>
                  <a:pt x="91" y="96"/>
                </a:cubicBezTo>
                <a:cubicBezTo>
                  <a:pt x="93" y="93"/>
                  <a:pt x="93" y="89"/>
                  <a:pt x="90" y="87"/>
                </a:cubicBezTo>
                <a:cubicBezTo>
                  <a:pt x="89" y="86"/>
                  <a:pt x="87" y="85"/>
                  <a:pt x="85" y="85"/>
                </a:cubicBezTo>
                <a:cubicBezTo>
                  <a:pt x="84" y="86"/>
                  <a:pt x="82" y="86"/>
                  <a:pt x="81" y="87"/>
                </a:cubicBezTo>
                <a:cubicBezTo>
                  <a:pt x="68" y="102"/>
                  <a:pt x="68" y="102"/>
                  <a:pt x="68" y="102"/>
                </a:cubicBezTo>
                <a:cubicBezTo>
                  <a:pt x="66" y="105"/>
                  <a:pt x="66" y="109"/>
                  <a:pt x="69" y="111"/>
                </a:cubicBezTo>
                <a:cubicBezTo>
                  <a:pt x="70" y="112"/>
                  <a:pt x="72" y="113"/>
                  <a:pt x="74" y="112"/>
                </a:cubicBezTo>
                <a:cubicBezTo>
                  <a:pt x="75" y="112"/>
                  <a:pt x="77" y="112"/>
                  <a:pt x="78" y="110"/>
                </a:cubicBezTo>
                <a:close/>
                <a:moveTo>
                  <a:pt x="96" y="109"/>
                </a:moveTo>
                <a:cubicBezTo>
                  <a:pt x="97" y="107"/>
                  <a:pt x="97" y="107"/>
                  <a:pt x="97" y="107"/>
                </a:cubicBezTo>
                <a:cubicBezTo>
                  <a:pt x="100" y="104"/>
                  <a:pt x="100" y="100"/>
                  <a:pt x="97" y="98"/>
                </a:cubicBezTo>
                <a:cubicBezTo>
                  <a:pt x="96" y="97"/>
                  <a:pt x="94" y="96"/>
                  <a:pt x="92" y="97"/>
                </a:cubicBezTo>
                <a:cubicBezTo>
                  <a:pt x="91" y="97"/>
                  <a:pt x="89" y="97"/>
                  <a:pt x="88" y="99"/>
                </a:cubicBezTo>
                <a:cubicBezTo>
                  <a:pt x="81" y="107"/>
                  <a:pt x="81" y="107"/>
                  <a:pt x="81" y="107"/>
                </a:cubicBezTo>
                <a:cubicBezTo>
                  <a:pt x="78" y="110"/>
                  <a:pt x="79" y="114"/>
                  <a:pt x="81" y="116"/>
                </a:cubicBezTo>
                <a:cubicBezTo>
                  <a:pt x="82" y="117"/>
                  <a:pt x="84" y="118"/>
                  <a:pt x="86" y="117"/>
                </a:cubicBezTo>
                <a:cubicBezTo>
                  <a:pt x="88" y="117"/>
                  <a:pt x="89" y="116"/>
                  <a:pt x="90" y="115"/>
                </a:cubicBezTo>
                <a:lnTo>
                  <a:pt x="96" y="109"/>
                </a:lnTo>
                <a:close/>
                <a:moveTo>
                  <a:pt x="178" y="1"/>
                </a:moveTo>
                <a:cubicBezTo>
                  <a:pt x="165" y="8"/>
                  <a:pt x="146" y="18"/>
                  <a:pt x="143" y="20"/>
                </a:cubicBezTo>
                <a:cubicBezTo>
                  <a:pt x="145" y="24"/>
                  <a:pt x="158" y="45"/>
                  <a:pt x="173" y="70"/>
                </a:cubicBezTo>
                <a:cubicBezTo>
                  <a:pt x="174" y="74"/>
                  <a:pt x="174" y="74"/>
                  <a:pt x="174" y="74"/>
                </a:cubicBezTo>
                <a:cubicBezTo>
                  <a:pt x="208" y="56"/>
                  <a:pt x="208" y="56"/>
                  <a:pt x="208" y="56"/>
                </a:cubicBezTo>
                <a:moveTo>
                  <a:pt x="147" y="27"/>
                </a:moveTo>
                <a:cubicBezTo>
                  <a:pt x="131" y="21"/>
                  <a:pt x="122" y="30"/>
                  <a:pt x="112" y="30"/>
                </a:cubicBezTo>
                <a:cubicBezTo>
                  <a:pt x="108" y="30"/>
                  <a:pt x="105" y="31"/>
                  <a:pt x="103" y="31"/>
                </a:cubicBezTo>
                <a:cubicBezTo>
                  <a:pt x="102" y="31"/>
                  <a:pt x="102" y="31"/>
                  <a:pt x="102" y="31"/>
                </a:cubicBezTo>
                <a:cubicBezTo>
                  <a:pt x="101" y="31"/>
                  <a:pt x="100" y="31"/>
                  <a:pt x="99" y="32"/>
                </a:cubicBezTo>
                <a:cubicBezTo>
                  <a:pt x="71" y="46"/>
                  <a:pt x="71" y="46"/>
                  <a:pt x="71" y="46"/>
                </a:cubicBezTo>
                <a:cubicBezTo>
                  <a:pt x="58" y="53"/>
                  <a:pt x="71" y="62"/>
                  <a:pt x="75" y="61"/>
                </a:cubicBezTo>
                <a:cubicBezTo>
                  <a:pt x="80" y="60"/>
                  <a:pt x="91" y="56"/>
                  <a:pt x="98" y="53"/>
                </a:cubicBezTo>
                <a:cubicBezTo>
                  <a:pt x="103" y="51"/>
                  <a:pt x="108" y="52"/>
                  <a:pt x="112" y="55"/>
                </a:cubicBezTo>
                <a:cubicBezTo>
                  <a:pt x="124" y="64"/>
                  <a:pt x="151" y="83"/>
                  <a:pt x="152" y="85"/>
                </a:cubicBezTo>
                <a:moveTo>
                  <a:pt x="171" y="68"/>
                </a:moveTo>
                <a:cubicBezTo>
                  <a:pt x="169" y="69"/>
                  <a:pt x="163" y="72"/>
                  <a:pt x="161" y="74"/>
                </a:cubicBezTo>
                <a:cubicBezTo>
                  <a:pt x="161" y="74"/>
                  <a:pt x="160" y="76"/>
                  <a:pt x="159" y="78"/>
                </a:cubicBezTo>
                <a:cubicBezTo>
                  <a:pt x="157" y="80"/>
                  <a:pt x="155" y="84"/>
                  <a:pt x="152" y="85"/>
                </a:cubicBezTo>
                <a:moveTo>
                  <a:pt x="52" y="84"/>
                </a:moveTo>
                <a:cubicBezTo>
                  <a:pt x="52" y="84"/>
                  <a:pt x="52" y="84"/>
                  <a:pt x="52" y="84"/>
                </a:cubicBezTo>
                <a:moveTo>
                  <a:pt x="0" y="53"/>
                </a:moveTo>
                <a:cubicBezTo>
                  <a:pt x="30" y="78"/>
                  <a:pt x="30" y="78"/>
                  <a:pt x="30" y="78"/>
                </a:cubicBezTo>
                <a:cubicBezTo>
                  <a:pt x="72" y="24"/>
                  <a:pt x="72" y="24"/>
                  <a:pt x="72" y="24"/>
                </a:cubicBezTo>
                <a:cubicBezTo>
                  <a:pt x="43" y="0"/>
                  <a:pt x="43" y="0"/>
                  <a:pt x="43" y="0"/>
                </a:cubicBezTo>
                <a:moveTo>
                  <a:pt x="33" y="74"/>
                </a:moveTo>
                <a:cubicBezTo>
                  <a:pt x="41" y="81"/>
                  <a:pt x="50" y="85"/>
                  <a:pt x="50" y="85"/>
                </a:cubicBezTo>
                <a:moveTo>
                  <a:pt x="89" y="37"/>
                </a:moveTo>
                <a:cubicBezTo>
                  <a:pt x="85" y="35"/>
                  <a:pt x="76" y="31"/>
                  <a:pt x="69" y="29"/>
                </a:cubicBezTo>
              </a:path>
            </a:pathLst>
          </a:custGeom>
          <a:noFill/>
          <a:ln w="14288"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71" name="Text Placeholder 33">
            <a:extLst>
              <a:ext uri="{FF2B5EF4-FFF2-40B4-BE49-F238E27FC236}">
                <a16:creationId xmlns:a16="http://schemas.microsoft.com/office/drawing/2014/main" id="{2E9D1937-9909-4548-AF78-02EBCF148C5C}"/>
              </a:ext>
            </a:extLst>
          </p:cNvPr>
          <p:cNvSpPr txBox="1">
            <a:spLocks/>
          </p:cNvSpPr>
          <p:nvPr/>
        </p:nvSpPr>
        <p:spPr>
          <a:xfrm>
            <a:off x="1089660" y="2365460"/>
            <a:ext cx="2343174"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latin typeface="Montserrat Light" panose="00000400000000000000" pitchFamily="50" charset="-52"/>
              </a:rPr>
              <a:t>Lorem ipsum dolor sit amet, consectetur adipiscing elit, sed do eiusmod tempor incididunt ut labore et dolore magna</a:t>
            </a:r>
          </a:p>
        </p:txBody>
      </p:sp>
      <p:sp>
        <p:nvSpPr>
          <p:cNvPr id="72" name="Text Placeholder 33">
            <a:extLst>
              <a:ext uri="{FF2B5EF4-FFF2-40B4-BE49-F238E27FC236}">
                <a16:creationId xmlns:a16="http://schemas.microsoft.com/office/drawing/2014/main" id="{69B7D6E4-0CD8-4363-B572-5C77FE58D6E0}"/>
              </a:ext>
            </a:extLst>
          </p:cNvPr>
          <p:cNvSpPr txBox="1">
            <a:spLocks/>
          </p:cNvSpPr>
          <p:nvPr/>
        </p:nvSpPr>
        <p:spPr>
          <a:xfrm>
            <a:off x="1089660" y="5139033"/>
            <a:ext cx="2343174"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latin typeface="Montserrat Light" panose="00000400000000000000" pitchFamily="50" charset="-52"/>
              </a:rPr>
              <a:t>Lorem ipsum dolor sit amet, consectetur adipiscing elit, sed do eiusmod tempor incididunt ut labore et dolore magna</a:t>
            </a:r>
          </a:p>
        </p:txBody>
      </p:sp>
      <p:sp>
        <p:nvSpPr>
          <p:cNvPr id="73" name="Text Placeholder 33">
            <a:extLst>
              <a:ext uri="{FF2B5EF4-FFF2-40B4-BE49-F238E27FC236}">
                <a16:creationId xmlns:a16="http://schemas.microsoft.com/office/drawing/2014/main" id="{5BFF497D-6E40-4ECA-9821-9D3AAEE119FF}"/>
              </a:ext>
            </a:extLst>
          </p:cNvPr>
          <p:cNvSpPr txBox="1">
            <a:spLocks/>
          </p:cNvSpPr>
          <p:nvPr/>
        </p:nvSpPr>
        <p:spPr>
          <a:xfrm>
            <a:off x="8711734" y="2365460"/>
            <a:ext cx="2343174"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 incididunt ut labore et dolore magna</a:t>
            </a:r>
          </a:p>
        </p:txBody>
      </p:sp>
      <p:sp>
        <p:nvSpPr>
          <p:cNvPr id="74" name="Text Placeholder 33">
            <a:extLst>
              <a:ext uri="{FF2B5EF4-FFF2-40B4-BE49-F238E27FC236}">
                <a16:creationId xmlns:a16="http://schemas.microsoft.com/office/drawing/2014/main" id="{82435D8B-1BD8-4C71-8653-32D9938650FC}"/>
              </a:ext>
            </a:extLst>
          </p:cNvPr>
          <p:cNvSpPr txBox="1">
            <a:spLocks/>
          </p:cNvSpPr>
          <p:nvPr/>
        </p:nvSpPr>
        <p:spPr>
          <a:xfrm>
            <a:off x="8711734" y="5139033"/>
            <a:ext cx="2343174" cy="61577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ontserrat Light" panose="00000400000000000000" pitchFamily="50" charset="-52"/>
              </a:rPr>
              <a:t>Lorem ipsum dolor sit amet, consectetur adipiscing elit, sed do eiusmod tempor incididunt ut labore et dolore magna</a:t>
            </a:r>
          </a:p>
        </p:txBody>
      </p:sp>
      <p:sp>
        <p:nvSpPr>
          <p:cNvPr id="39" name="TextBox 38">
            <a:extLst>
              <a:ext uri="{FF2B5EF4-FFF2-40B4-BE49-F238E27FC236}">
                <a16:creationId xmlns:a16="http://schemas.microsoft.com/office/drawing/2014/main" id="{5B63E89B-942C-4A18-AF15-7D3BB1177018}"/>
              </a:ext>
            </a:extLst>
          </p:cNvPr>
          <p:cNvSpPr txBox="1"/>
          <p:nvPr/>
        </p:nvSpPr>
        <p:spPr>
          <a:xfrm>
            <a:off x="3708970" y="333188"/>
            <a:ext cx="4774064" cy="461665"/>
          </a:xfrm>
          <a:prstGeom prst="rect">
            <a:avLst/>
          </a:prstGeom>
          <a:noFill/>
        </p:spPr>
        <p:txBody>
          <a:bodyPr wrap="none" rtlCol="0">
            <a:spAutoFit/>
          </a:bodyPr>
          <a:lstStyle/>
          <a:p>
            <a:pPr algn="ctr"/>
            <a:r>
              <a:rPr lang="en-US" sz="2400">
                <a:latin typeface="Montserrat SemiBold" panose="00000700000000000000" pitchFamily="50" charset="-52"/>
              </a:rPr>
              <a:t>EDITABLE PIE INFOGRAPHIC</a:t>
            </a:r>
            <a:endParaRPr lang="ru-UA" sz="2400">
              <a:latin typeface="Montserrat SemiBold" panose="00000700000000000000" pitchFamily="50" charset="-52"/>
            </a:endParaRPr>
          </a:p>
        </p:txBody>
      </p:sp>
      <p:sp>
        <p:nvSpPr>
          <p:cNvPr id="40" name="TextBox 39">
            <a:extLst>
              <a:ext uri="{FF2B5EF4-FFF2-40B4-BE49-F238E27FC236}">
                <a16:creationId xmlns:a16="http://schemas.microsoft.com/office/drawing/2014/main" id="{0C816AE8-79B3-4FBE-85EC-D9FD8038B36F}"/>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381869766"/>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heel(1)">
                                          <p:cBhvr>
                                            <p:cTn id="7" dur="1500"/>
                                            <p:tgtEl>
                                              <p:spTgt spid="35"/>
                                            </p:tgtEl>
                                          </p:cBhvr>
                                        </p:animEffect>
                                      </p:childTnLst>
                                    </p:cTn>
                                  </p:par>
                                  <p:par>
                                    <p:cTn id="8" presetID="21" presetClass="entr" presetSubtype="1" fill="hold" grpId="0" nodeType="withEffect">
                                      <p:stCondLst>
                                        <p:cond delay="250"/>
                                      </p:stCondLst>
                                      <p:childTnLst>
                                        <p:set>
                                          <p:cBhvr>
                                            <p:cTn id="9" dur="1" fill="hold">
                                              <p:stCondLst>
                                                <p:cond delay="0"/>
                                              </p:stCondLst>
                                            </p:cTn>
                                            <p:tgtEl>
                                              <p:spTgt spid="46"/>
                                            </p:tgtEl>
                                            <p:attrNameLst>
                                              <p:attrName>style.visibility</p:attrName>
                                            </p:attrNameLst>
                                          </p:cBhvr>
                                          <p:to>
                                            <p:strVal val="visible"/>
                                          </p:to>
                                        </p:set>
                                        <p:animEffect transition="in" filter="wheel(1)">
                                          <p:cBhvr>
                                            <p:cTn id="10" dur="1500"/>
                                            <p:tgtEl>
                                              <p:spTgt spid="46"/>
                                            </p:tgtEl>
                                          </p:cBhvr>
                                        </p:animEffect>
                                      </p:childTnLst>
                                    </p:cTn>
                                  </p:par>
                                  <p:par>
                                    <p:cTn id="11" presetID="21" presetClass="entr" presetSubtype="1" fill="hold" grpId="0" nodeType="withEffect">
                                      <p:stCondLst>
                                        <p:cond delay="500"/>
                                      </p:stCondLst>
                                      <p:childTnLst>
                                        <p:set>
                                          <p:cBhvr>
                                            <p:cTn id="12" dur="1" fill="hold">
                                              <p:stCondLst>
                                                <p:cond delay="0"/>
                                              </p:stCondLst>
                                            </p:cTn>
                                            <p:tgtEl>
                                              <p:spTgt spid="52"/>
                                            </p:tgtEl>
                                            <p:attrNameLst>
                                              <p:attrName>style.visibility</p:attrName>
                                            </p:attrNameLst>
                                          </p:cBhvr>
                                          <p:to>
                                            <p:strVal val="visible"/>
                                          </p:to>
                                        </p:set>
                                        <p:animEffect transition="in" filter="wheel(1)">
                                          <p:cBhvr>
                                            <p:cTn id="13" dur="1500"/>
                                            <p:tgtEl>
                                              <p:spTgt spid="52"/>
                                            </p:tgtEl>
                                          </p:cBhvr>
                                        </p:animEffect>
                                      </p:childTnLst>
                                    </p:cTn>
                                  </p:par>
                                  <p:par>
                                    <p:cTn id="14" presetID="21" presetClass="entr" presetSubtype="1" fill="hold" grpId="0" nodeType="withEffect">
                                      <p:stCondLst>
                                        <p:cond delay="750"/>
                                      </p:stCondLst>
                                      <p:childTnLst>
                                        <p:set>
                                          <p:cBhvr>
                                            <p:cTn id="15" dur="1" fill="hold">
                                              <p:stCondLst>
                                                <p:cond delay="0"/>
                                              </p:stCondLst>
                                            </p:cTn>
                                            <p:tgtEl>
                                              <p:spTgt spid="58"/>
                                            </p:tgtEl>
                                            <p:attrNameLst>
                                              <p:attrName>style.visibility</p:attrName>
                                            </p:attrNameLst>
                                          </p:cBhvr>
                                          <p:to>
                                            <p:strVal val="visible"/>
                                          </p:to>
                                        </p:set>
                                        <p:animEffect transition="in" filter="wheel(1)">
                                          <p:cBhvr>
                                            <p:cTn id="16" dur="1500"/>
                                            <p:tgtEl>
                                              <p:spTgt spid="58"/>
                                            </p:tgtEl>
                                          </p:cBhvr>
                                        </p:animEffect>
                                      </p:childTnLst>
                                    </p:cTn>
                                  </p:par>
                                  <p:par>
                                    <p:cTn id="17" presetID="53" presetClass="entr" presetSubtype="16" fill="hold" nodeType="withEffect">
                                      <p:stCondLst>
                                        <p:cond delay="250"/>
                                      </p:stCondLst>
                                      <p:childTnLst>
                                        <p:set>
                                          <p:cBhvr>
                                            <p:cTn id="18" dur="1" fill="hold">
                                              <p:stCondLst>
                                                <p:cond delay="0"/>
                                              </p:stCondLst>
                                            </p:cTn>
                                            <p:tgtEl>
                                              <p:spTgt spid="2"/>
                                            </p:tgtEl>
                                            <p:attrNameLst>
                                              <p:attrName>style.visibility</p:attrName>
                                            </p:attrNameLst>
                                          </p:cBhvr>
                                          <p:to>
                                            <p:strVal val="visible"/>
                                          </p:to>
                                        </p:set>
                                        <p:anim calcmode="lin" valueType="num">
                                          <p:cBhvr>
                                            <p:cTn id="19" dur="750" fill="hold"/>
                                            <p:tgtEl>
                                              <p:spTgt spid="2"/>
                                            </p:tgtEl>
                                            <p:attrNameLst>
                                              <p:attrName>ppt_w</p:attrName>
                                            </p:attrNameLst>
                                          </p:cBhvr>
                                          <p:tavLst>
                                            <p:tav tm="0">
                                              <p:val>
                                                <p:fltVal val="0"/>
                                              </p:val>
                                            </p:tav>
                                            <p:tav tm="100000">
                                              <p:val>
                                                <p:strVal val="#ppt_w"/>
                                              </p:val>
                                            </p:tav>
                                          </p:tavLst>
                                        </p:anim>
                                        <p:anim calcmode="lin" valueType="num">
                                          <p:cBhvr>
                                            <p:cTn id="20" dur="750" fill="hold"/>
                                            <p:tgtEl>
                                              <p:spTgt spid="2"/>
                                            </p:tgtEl>
                                            <p:attrNameLst>
                                              <p:attrName>ppt_h</p:attrName>
                                            </p:attrNameLst>
                                          </p:cBhvr>
                                          <p:tavLst>
                                            <p:tav tm="0">
                                              <p:val>
                                                <p:fltVal val="0"/>
                                              </p:val>
                                            </p:tav>
                                            <p:tav tm="100000">
                                              <p:val>
                                                <p:strVal val="#ppt_h"/>
                                              </p:val>
                                            </p:tav>
                                          </p:tavLst>
                                        </p:anim>
                                        <p:animEffect transition="in" filter="fade">
                                          <p:cBhvr>
                                            <p:cTn id="21" dur="750"/>
                                            <p:tgtEl>
                                              <p:spTgt spid="2"/>
                                            </p:tgtEl>
                                          </p:cBhvr>
                                        </p:animEffect>
                                      </p:childTnLst>
                                    </p:cTn>
                                  </p:par>
                                  <p:par>
                                    <p:cTn id="22" presetID="53" presetClass="entr" presetSubtype="16" fill="hold" nodeType="withEffect">
                                      <p:stCondLst>
                                        <p:cond delay="500"/>
                                      </p:stCondLst>
                                      <p:childTnLst>
                                        <p:set>
                                          <p:cBhvr>
                                            <p:cTn id="23" dur="1" fill="hold">
                                              <p:stCondLst>
                                                <p:cond delay="0"/>
                                              </p:stCondLst>
                                            </p:cTn>
                                            <p:tgtEl>
                                              <p:spTgt spid="3"/>
                                            </p:tgtEl>
                                            <p:attrNameLst>
                                              <p:attrName>style.visibility</p:attrName>
                                            </p:attrNameLst>
                                          </p:cBhvr>
                                          <p:to>
                                            <p:strVal val="visible"/>
                                          </p:to>
                                        </p:set>
                                        <p:anim calcmode="lin" valueType="num">
                                          <p:cBhvr>
                                            <p:cTn id="24" dur="750" fill="hold"/>
                                            <p:tgtEl>
                                              <p:spTgt spid="3"/>
                                            </p:tgtEl>
                                            <p:attrNameLst>
                                              <p:attrName>ppt_w</p:attrName>
                                            </p:attrNameLst>
                                          </p:cBhvr>
                                          <p:tavLst>
                                            <p:tav tm="0">
                                              <p:val>
                                                <p:fltVal val="0"/>
                                              </p:val>
                                            </p:tav>
                                            <p:tav tm="100000">
                                              <p:val>
                                                <p:strVal val="#ppt_w"/>
                                              </p:val>
                                            </p:tav>
                                          </p:tavLst>
                                        </p:anim>
                                        <p:anim calcmode="lin" valueType="num">
                                          <p:cBhvr>
                                            <p:cTn id="25" dur="750" fill="hold"/>
                                            <p:tgtEl>
                                              <p:spTgt spid="3"/>
                                            </p:tgtEl>
                                            <p:attrNameLst>
                                              <p:attrName>ppt_h</p:attrName>
                                            </p:attrNameLst>
                                          </p:cBhvr>
                                          <p:tavLst>
                                            <p:tav tm="0">
                                              <p:val>
                                                <p:fltVal val="0"/>
                                              </p:val>
                                            </p:tav>
                                            <p:tav tm="100000">
                                              <p:val>
                                                <p:strVal val="#ppt_h"/>
                                              </p:val>
                                            </p:tav>
                                          </p:tavLst>
                                        </p:anim>
                                        <p:animEffect transition="in" filter="fade">
                                          <p:cBhvr>
                                            <p:cTn id="26" dur="750"/>
                                            <p:tgtEl>
                                              <p:spTgt spid="3"/>
                                            </p:tgtEl>
                                          </p:cBhvr>
                                        </p:animEffect>
                                      </p:childTnLst>
                                    </p:cTn>
                                  </p:par>
                                  <p:par>
                                    <p:cTn id="27" presetID="53" presetClass="entr" presetSubtype="16" fill="hold" nodeType="withEffect">
                                      <p:stCondLst>
                                        <p:cond delay="750"/>
                                      </p:stCondLst>
                                      <p:childTnLst>
                                        <p:set>
                                          <p:cBhvr>
                                            <p:cTn id="28" dur="1" fill="hold">
                                              <p:stCondLst>
                                                <p:cond delay="0"/>
                                              </p:stCondLst>
                                            </p:cTn>
                                            <p:tgtEl>
                                              <p:spTgt spid="4"/>
                                            </p:tgtEl>
                                            <p:attrNameLst>
                                              <p:attrName>style.visibility</p:attrName>
                                            </p:attrNameLst>
                                          </p:cBhvr>
                                          <p:to>
                                            <p:strVal val="visible"/>
                                          </p:to>
                                        </p:set>
                                        <p:anim calcmode="lin" valueType="num">
                                          <p:cBhvr>
                                            <p:cTn id="29" dur="750" fill="hold"/>
                                            <p:tgtEl>
                                              <p:spTgt spid="4"/>
                                            </p:tgtEl>
                                            <p:attrNameLst>
                                              <p:attrName>ppt_w</p:attrName>
                                            </p:attrNameLst>
                                          </p:cBhvr>
                                          <p:tavLst>
                                            <p:tav tm="0">
                                              <p:val>
                                                <p:fltVal val="0"/>
                                              </p:val>
                                            </p:tav>
                                            <p:tav tm="100000">
                                              <p:val>
                                                <p:strVal val="#ppt_w"/>
                                              </p:val>
                                            </p:tav>
                                          </p:tavLst>
                                        </p:anim>
                                        <p:anim calcmode="lin" valueType="num">
                                          <p:cBhvr>
                                            <p:cTn id="30" dur="750" fill="hold"/>
                                            <p:tgtEl>
                                              <p:spTgt spid="4"/>
                                            </p:tgtEl>
                                            <p:attrNameLst>
                                              <p:attrName>ppt_h</p:attrName>
                                            </p:attrNameLst>
                                          </p:cBhvr>
                                          <p:tavLst>
                                            <p:tav tm="0">
                                              <p:val>
                                                <p:fltVal val="0"/>
                                              </p:val>
                                            </p:tav>
                                            <p:tav tm="100000">
                                              <p:val>
                                                <p:strVal val="#ppt_h"/>
                                              </p:val>
                                            </p:tav>
                                          </p:tavLst>
                                        </p:anim>
                                        <p:animEffect transition="in" filter="fade">
                                          <p:cBhvr>
                                            <p:cTn id="31" dur="750"/>
                                            <p:tgtEl>
                                              <p:spTgt spid="4"/>
                                            </p:tgtEl>
                                          </p:cBhvr>
                                        </p:animEffect>
                                      </p:childTnLst>
                                    </p:cTn>
                                  </p:par>
                                  <p:par>
                                    <p:cTn id="32" presetID="53" presetClass="entr" presetSubtype="16" fill="hold" nodeType="withEffect">
                                      <p:stCondLst>
                                        <p:cond delay="1000"/>
                                      </p:stCondLst>
                                      <p:childTnLst>
                                        <p:set>
                                          <p:cBhvr>
                                            <p:cTn id="33" dur="1" fill="hold">
                                              <p:stCondLst>
                                                <p:cond delay="0"/>
                                              </p:stCondLst>
                                            </p:cTn>
                                            <p:tgtEl>
                                              <p:spTgt spid="5"/>
                                            </p:tgtEl>
                                            <p:attrNameLst>
                                              <p:attrName>style.visibility</p:attrName>
                                            </p:attrNameLst>
                                          </p:cBhvr>
                                          <p:to>
                                            <p:strVal val="visible"/>
                                          </p:to>
                                        </p:set>
                                        <p:anim calcmode="lin" valueType="num">
                                          <p:cBhvr>
                                            <p:cTn id="34" dur="750" fill="hold"/>
                                            <p:tgtEl>
                                              <p:spTgt spid="5"/>
                                            </p:tgtEl>
                                            <p:attrNameLst>
                                              <p:attrName>ppt_w</p:attrName>
                                            </p:attrNameLst>
                                          </p:cBhvr>
                                          <p:tavLst>
                                            <p:tav tm="0">
                                              <p:val>
                                                <p:fltVal val="0"/>
                                              </p:val>
                                            </p:tav>
                                            <p:tav tm="100000">
                                              <p:val>
                                                <p:strVal val="#ppt_w"/>
                                              </p:val>
                                            </p:tav>
                                          </p:tavLst>
                                        </p:anim>
                                        <p:anim calcmode="lin" valueType="num">
                                          <p:cBhvr>
                                            <p:cTn id="35" dur="750" fill="hold"/>
                                            <p:tgtEl>
                                              <p:spTgt spid="5"/>
                                            </p:tgtEl>
                                            <p:attrNameLst>
                                              <p:attrName>ppt_h</p:attrName>
                                            </p:attrNameLst>
                                          </p:cBhvr>
                                          <p:tavLst>
                                            <p:tav tm="0">
                                              <p:val>
                                                <p:fltVal val="0"/>
                                              </p:val>
                                            </p:tav>
                                            <p:tav tm="100000">
                                              <p:val>
                                                <p:strVal val="#ppt_h"/>
                                              </p:val>
                                            </p:tav>
                                          </p:tavLst>
                                        </p:anim>
                                        <p:animEffect transition="in" filter="fade">
                                          <p:cBhvr>
                                            <p:cTn id="36" dur="750"/>
                                            <p:tgtEl>
                                              <p:spTgt spid="5"/>
                                            </p:tgtEl>
                                          </p:cBhvr>
                                        </p:animEffect>
                                      </p:childTnLst>
                                    </p:cTn>
                                  </p:par>
                                  <p:par>
                                    <p:cTn id="37" presetID="2" presetClass="entr" presetSubtype="8" fill="hold" grpId="0" nodeType="withEffect" p14:presetBounceEnd="67000">
                                      <p:stCondLst>
                                        <p:cond delay="250"/>
                                      </p:stCondLst>
                                      <p:childTnLst>
                                        <p:set>
                                          <p:cBhvr>
                                            <p:cTn id="38" dur="1" fill="hold">
                                              <p:stCondLst>
                                                <p:cond delay="0"/>
                                              </p:stCondLst>
                                            </p:cTn>
                                            <p:tgtEl>
                                              <p:spTgt spid="67"/>
                                            </p:tgtEl>
                                            <p:attrNameLst>
                                              <p:attrName>style.visibility</p:attrName>
                                            </p:attrNameLst>
                                          </p:cBhvr>
                                          <p:to>
                                            <p:strVal val="visible"/>
                                          </p:to>
                                        </p:set>
                                        <p:anim calcmode="lin" valueType="num" p14:bounceEnd="67000">
                                          <p:cBhvr additive="base">
                                            <p:cTn id="39" dur="1000" fill="hold"/>
                                            <p:tgtEl>
                                              <p:spTgt spid="67"/>
                                            </p:tgtEl>
                                            <p:attrNameLst>
                                              <p:attrName>ppt_x</p:attrName>
                                            </p:attrNameLst>
                                          </p:cBhvr>
                                          <p:tavLst>
                                            <p:tav tm="0">
                                              <p:val>
                                                <p:strVal val="0-#ppt_w/2"/>
                                              </p:val>
                                            </p:tav>
                                            <p:tav tm="100000">
                                              <p:val>
                                                <p:strVal val="#ppt_x"/>
                                              </p:val>
                                            </p:tav>
                                          </p:tavLst>
                                        </p:anim>
                                        <p:anim calcmode="lin" valueType="num" p14:bounceEnd="67000">
                                          <p:cBhvr additive="base">
                                            <p:cTn id="40" dur="1000" fill="hold"/>
                                            <p:tgtEl>
                                              <p:spTgt spid="67"/>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14:presetBounceEnd="67000">
                                      <p:stCondLst>
                                        <p:cond delay="250"/>
                                      </p:stCondLst>
                                      <p:childTnLst>
                                        <p:set>
                                          <p:cBhvr>
                                            <p:cTn id="42" dur="1" fill="hold">
                                              <p:stCondLst>
                                                <p:cond delay="0"/>
                                              </p:stCondLst>
                                            </p:cTn>
                                            <p:tgtEl>
                                              <p:spTgt spid="70"/>
                                            </p:tgtEl>
                                            <p:attrNameLst>
                                              <p:attrName>style.visibility</p:attrName>
                                            </p:attrNameLst>
                                          </p:cBhvr>
                                          <p:to>
                                            <p:strVal val="visible"/>
                                          </p:to>
                                        </p:set>
                                        <p:anim calcmode="lin" valueType="num" p14:bounceEnd="67000">
                                          <p:cBhvr additive="base">
                                            <p:cTn id="43" dur="1000" fill="hold"/>
                                            <p:tgtEl>
                                              <p:spTgt spid="70"/>
                                            </p:tgtEl>
                                            <p:attrNameLst>
                                              <p:attrName>ppt_x</p:attrName>
                                            </p:attrNameLst>
                                          </p:cBhvr>
                                          <p:tavLst>
                                            <p:tav tm="0">
                                              <p:val>
                                                <p:strVal val="0-#ppt_w/2"/>
                                              </p:val>
                                            </p:tav>
                                            <p:tav tm="100000">
                                              <p:val>
                                                <p:strVal val="#ppt_x"/>
                                              </p:val>
                                            </p:tav>
                                          </p:tavLst>
                                        </p:anim>
                                        <p:anim calcmode="lin" valueType="num" p14:bounceEnd="67000">
                                          <p:cBhvr additive="base">
                                            <p:cTn id="44" dur="1000" fill="hold"/>
                                            <p:tgtEl>
                                              <p:spTgt spid="70"/>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14:presetBounceEnd="67000">
                                      <p:stCondLst>
                                        <p:cond delay="250"/>
                                      </p:stCondLst>
                                      <p:childTnLst>
                                        <p:set>
                                          <p:cBhvr>
                                            <p:cTn id="46" dur="1" fill="hold">
                                              <p:stCondLst>
                                                <p:cond delay="0"/>
                                              </p:stCondLst>
                                            </p:cTn>
                                            <p:tgtEl>
                                              <p:spTgt spid="71"/>
                                            </p:tgtEl>
                                            <p:attrNameLst>
                                              <p:attrName>style.visibility</p:attrName>
                                            </p:attrNameLst>
                                          </p:cBhvr>
                                          <p:to>
                                            <p:strVal val="visible"/>
                                          </p:to>
                                        </p:set>
                                        <p:anim calcmode="lin" valueType="num" p14:bounceEnd="67000">
                                          <p:cBhvr additive="base">
                                            <p:cTn id="47" dur="1000" fill="hold"/>
                                            <p:tgtEl>
                                              <p:spTgt spid="71"/>
                                            </p:tgtEl>
                                            <p:attrNameLst>
                                              <p:attrName>ppt_x</p:attrName>
                                            </p:attrNameLst>
                                          </p:cBhvr>
                                          <p:tavLst>
                                            <p:tav tm="0">
                                              <p:val>
                                                <p:strVal val="0-#ppt_w/2"/>
                                              </p:val>
                                            </p:tav>
                                            <p:tav tm="100000">
                                              <p:val>
                                                <p:strVal val="#ppt_x"/>
                                              </p:val>
                                            </p:tav>
                                          </p:tavLst>
                                        </p:anim>
                                        <p:anim calcmode="lin" valueType="num" p14:bounceEnd="67000">
                                          <p:cBhvr additive="base">
                                            <p:cTn id="48" dur="1000" fill="hold"/>
                                            <p:tgtEl>
                                              <p:spTgt spid="71"/>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14:presetBounceEnd="67000">
                                      <p:stCondLst>
                                        <p:cond delay="500"/>
                                      </p:stCondLst>
                                      <p:childTnLst>
                                        <p:set>
                                          <p:cBhvr>
                                            <p:cTn id="50" dur="1" fill="hold">
                                              <p:stCondLst>
                                                <p:cond delay="0"/>
                                              </p:stCondLst>
                                            </p:cTn>
                                            <p:tgtEl>
                                              <p:spTgt spid="68"/>
                                            </p:tgtEl>
                                            <p:attrNameLst>
                                              <p:attrName>style.visibility</p:attrName>
                                            </p:attrNameLst>
                                          </p:cBhvr>
                                          <p:to>
                                            <p:strVal val="visible"/>
                                          </p:to>
                                        </p:set>
                                        <p:anim calcmode="lin" valueType="num" p14:bounceEnd="67000">
                                          <p:cBhvr additive="base">
                                            <p:cTn id="51" dur="1000" fill="hold"/>
                                            <p:tgtEl>
                                              <p:spTgt spid="68"/>
                                            </p:tgtEl>
                                            <p:attrNameLst>
                                              <p:attrName>ppt_x</p:attrName>
                                            </p:attrNameLst>
                                          </p:cBhvr>
                                          <p:tavLst>
                                            <p:tav tm="0">
                                              <p:val>
                                                <p:strVal val="0-#ppt_w/2"/>
                                              </p:val>
                                            </p:tav>
                                            <p:tav tm="100000">
                                              <p:val>
                                                <p:strVal val="#ppt_x"/>
                                              </p:val>
                                            </p:tav>
                                          </p:tavLst>
                                        </p:anim>
                                        <p:anim calcmode="lin" valueType="num" p14:bounceEnd="67000">
                                          <p:cBhvr additive="base">
                                            <p:cTn id="52" dur="1000" fill="hold"/>
                                            <p:tgtEl>
                                              <p:spTgt spid="68"/>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14:presetBounceEnd="67000">
                                      <p:stCondLst>
                                        <p:cond delay="500"/>
                                      </p:stCondLst>
                                      <p:childTnLst>
                                        <p:set>
                                          <p:cBhvr>
                                            <p:cTn id="54" dur="1" fill="hold">
                                              <p:stCondLst>
                                                <p:cond delay="0"/>
                                              </p:stCondLst>
                                            </p:cTn>
                                            <p:tgtEl>
                                              <p:spTgt spid="69"/>
                                            </p:tgtEl>
                                            <p:attrNameLst>
                                              <p:attrName>style.visibility</p:attrName>
                                            </p:attrNameLst>
                                          </p:cBhvr>
                                          <p:to>
                                            <p:strVal val="visible"/>
                                          </p:to>
                                        </p:set>
                                        <p:anim calcmode="lin" valueType="num" p14:bounceEnd="67000">
                                          <p:cBhvr additive="base">
                                            <p:cTn id="55" dur="1000" fill="hold"/>
                                            <p:tgtEl>
                                              <p:spTgt spid="69"/>
                                            </p:tgtEl>
                                            <p:attrNameLst>
                                              <p:attrName>ppt_x</p:attrName>
                                            </p:attrNameLst>
                                          </p:cBhvr>
                                          <p:tavLst>
                                            <p:tav tm="0">
                                              <p:val>
                                                <p:strVal val="0-#ppt_w/2"/>
                                              </p:val>
                                            </p:tav>
                                            <p:tav tm="100000">
                                              <p:val>
                                                <p:strVal val="#ppt_x"/>
                                              </p:val>
                                            </p:tav>
                                          </p:tavLst>
                                        </p:anim>
                                        <p:anim calcmode="lin" valueType="num" p14:bounceEnd="67000">
                                          <p:cBhvr additive="base">
                                            <p:cTn id="56" dur="1000" fill="hold"/>
                                            <p:tgtEl>
                                              <p:spTgt spid="69"/>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14:presetBounceEnd="67000">
                                      <p:stCondLst>
                                        <p:cond delay="500"/>
                                      </p:stCondLst>
                                      <p:childTnLst>
                                        <p:set>
                                          <p:cBhvr>
                                            <p:cTn id="58" dur="1" fill="hold">
                                              <p:stCondLst>
                                                <p:cond delay="0"/>
                                              </p:stCondLst>
                                            </p:cTn>
                                            <p:tgtEl>
                                              <p:spTgt spid="72"/>
                                            </p:tgtEl>
                                            <p:attrNameLst>
                                              <p:attrName>style.visibility</p:attrName>
                                            </p:attrNameLst>
                                          </p:cBhvr>
                                          <p:to>
                                            <p:strVal val="visible"/>
                                          </p:to>
                                        </p:set>
                                        <p:anim calcmode="lin" valueType="num" p14:bounceEnd="67000">
                                          <p:cBhvr additive="base">
                                            <p:cTn id="59" dur="1000" fill="hold"/>
                                            <p:tgtEl>
                                              <p:spTgt spid="72"/>
                                            </p:tgtEl>
                                            <p:attrNameLst>
                                              <p:attrName>ppt_x</p:attrName>
                                            </p:attrNameLst>
                                          </p:cBhvr>
                                          <p:tavLst>
                                            <p:tav tm="0">
                                              <p:val>
                                                <p:strVal val="0-#ppt_w/2"/>
                                              </p:val>
                                            </p:tav>
                                            <p:tav tm="100000">
                                              <p:val>
                                                <p:strVal val="#ppt_x"/>
                                              </p:val>
                                            </p:tav>
                                          </p:tavLst>
                                        </p:anim>
                                        <p:anim calcmode="lin" valueType="num" p14:bounceEnd="67000">
                                          <p:cBhvr additive="base">
                                            <p:cTn id="60" dur="1000" fill="hold"/>
                                            <p:tgtEl>
                                              <p:spTgt spid="72"/>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14:presetBounceEnd="67000">
                                      <p:stCondLst>
                                        <p:cond delay="750"/>
                                      </p:stCondLst>
                                      <p:childTnLst>
                                        <p:set>
                                          <p:cBhvr>
                                            <p:cTn id="62" dur="1" fill="hold">
                                              <p:stCondLst>
                                                <p:cond delay="0"/>
                                              </p:stCondLst>
                                            </p:cTn>
                                            <p:tgtEl>
                                              <p:spTgt spid="63"/>
                                            </p:tgtEl>
                                            <p:attrNameLst>
                                              <p:attrName>style.visibility</p:attrName>
                                            </p:attrNameLst>
                                          </p:cBhvr>
                                          <p:to>
                                            <p:strVal val="visible"/>
                                          </p:to>
                                        </p:set>
                                        <p:anim calcmode="lin" valueType="num" p14:bounceEnd="67000">
                                          <p:cBhvr additive="base">
                                            <p:cTn id="63" dur="1000" fill="hold"/>
                                            <p:tgtEl>
                                              <p:spTgt spid="63"/>
                                            </p:tgtEl>
                                            <p:attrNameLst>
                                              <p:attrName>ppt_x</p:attrName>
                                            </p:attrNameLst>
                                          </p:cBhvr>
                                          <p:tavLst>
                                            <p:tav tm="0">
                                              <p:val>
                                                <p:strVal val="1+#ppt_w/2"/>
                                              </p:val>
                                            </p:tav>
                                            <p:tav tm="100000">
                                              <p:val>
                                                <p:strVal val="#ppt_x"/>
                                              </p:val>
                                            </p:tav>
                                          </p:tavLst>
                                        </p:anim>
                                        <p:anim calcmode="lin" valueType="num" p14:bounceEnd="67000">
                                          <p:cBhvr additive="base">
                                            <p:cTn id="64" dur="1000" fill="hold"/>
                                            <p:tgtEl>
                                              <p:spTgt spid="63"/>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14:presetBounceEnd="67000">
                                      <p:stCondLst>
                                        <p:cond delay="750"/>
                                      </p:stCondLst>
                                      <p:childTnLst>
                                        <p:set>
                                          <p:cBhvr>
                                            <p:cTn id="66" dur="1" fill="hold">
                                              <p:stCondLst>
                                                <p:cond delay="0"/>
                                              </p:stCondLst>
                                            </p:cTn>
                                            <p:tgtEl>
                                              <p:spTgt spid="64"/>
                                            </p:tgtEl>
                                            <p:attrNameLst>
                                              <p:attrName>style.visibility</p:attrName>
                                            </p:attrNameLst>
                                          </p:cBhvr>
                                          <p:to>
                                            <p:strVal val="visible"/>
                                          </p:to>
                                        </p:set>
                                        <p:anim calcmode="lin" valueType="num" p14:bounceEnd="67000">
                                          <p:cBhvr additive="base">
                                            <p:cTn id="67" dur="1000" fill="hold"/>
                                            <p:tgtEl>
                                              <p:spTgt spid="64"/>
                                            </p:tgtEl>
                                            <p:attrNameLst>
                                              <p:attrName>ppt_x</p:attrName>
                                            </p:attrNameLst>
                                          </p:cBhvr>
                                          <p:tavLst>
                                            <p:tav tm="0">
                                              <p:val>
                                                <p:strVal val="1+#ppt_w/2"/>
                                              </p:val>
                                            </p:tav>
                                            <p:tav tm="100000">
                                              <p:val>
                                                <p:strVal val="#ppt_x"/>
                                              </p:val>
                                            </p:tav>
                                          </p:tavLst>
                                        </p:anim>
                                        <p:anim calcmode="lin" valueType="num" p14:bounceEnd="67000">
                                          <p:cBhvr additive="base">
                                            <p:cTn id="68" dur="1000" fill="hold"/>
                                            <p:tgtEl>
                                              <p:spTgt spid="64"/>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14:presetBounceEnd="67000">
                                      <p:stCondLst>
                                        <p:cond delay="750"/>
                                      </p:stCondLst>
                                      <p:childTnLst>
                                        <p:set>
                                          <p:cBhvr>
                                            <p:cTn id="70" dur="1" fill="hold">
                                              <p:stCondLst>
                                                <p:cond delay="0"/>
                                              </p:stCondLst>
                                            </p:cTn>
                                            <p:tgtEl>
                                              <p:spTgt spid="73"/>
                                            </p:tgtEl>
                                            <p:attrNameLst>
                                              <p:attrName>style.visibility</p:attrName>
                                            </p:attrNameLst>
                                          </p:cBhvr>
                                          <p:to>
                                            <p:strVal val="visible"/>
                                          </p:to>
                                        </p:set>
                                        <p:anim calcmode="lin" valueType="num" p14:bounceEnd="67000">
                                          <p:cBhvr additive="base">
                                            <p:cTn id="71" dur="1000" fill="hold"/>
                                            <p:tgtEl>
                                              <p:spTgt spid="73"/>
                                            </p:tgtEl>
                                            <p:attrNameLst>
                                              <p:attrName>ppt_x</p:attrName>
                                            </p:attrNameLst>
                                          </p:cBhvr>
                                          <p:tavLst>
                                            <p:tav tm="0">
                                              <p:val>
                                                <p:strVal val="1+#ppt_w/2"/>
                                              </p:val>
                                            </p:tav>
                                            <p:tav tm="100000">
                                              <p:val>
                                                <p:strVal val="#ppt_x"/>
                                              </p:val>
                                            </p:tav>
                                          </p:tavLst>
                                        </p:anim>
                                        <p:anim calcmode="lin" valueType="num" p14:bounceEnd="67000">
                                          <p:cBhvr additive="base">
                                            <p:cTn id="72" dur="1000" fill="hold"/>
                                            <p:tgtEl>
                                              <p:spTgt spid="73"/>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14:presetBounceEnd="67000">
                                      <p:stCondLst>
                                        <p:cond delay="1000"/>
                                      </p:stCondLst>
                                      <p:childTnLst>
                                        <p:set>
                                          <p:cBhvr>
                                            <p:cTn id="74" dur="1" fill="hold">
                                              <p:stCondLst>
                                                <p:cond delay="0"/>
                                              </p:stCondLst>
                                            </p:cTn>
                                            <p:tgtEl>
                                              <p:spTgt spid="65"/>
                                            </p:tgtEl>
                                            <p:attrNameLst>
                                              <p:attrName>style.visibility</p:attrName>
                                            </p:attrNameLst>
                                          </p:cBhvr>
                                          <p:to>
                                            <p:strVal val="visible"/>
                                          </p:to>
                                        </p:set>
                                        <p:anim calcmode="lin" valueType="num" p14:bounceEnd="67000">
                                          <p:cBhvr additive="base">
                                            <p:cTn id="75" dur="1000" fill="hold"/>
                                            <p:tgtEl>
                                              <p:spTgt spid="65"/>
                                            </p:tgtEl>
                                            <p:attrNameLst>
                                              <p:attrName>ppt_x</p:attrName>
                                            </p:attrNameLst>
                                          </p:cBhvr>
                                          <p:tavLst>
                                            <p:tav tm="0">
                                              <p:val>
                                                <p:strVal val="1+#ppt_w/2"/>
                                              </p:val>
                                            </p:tav>
                                            <p:tav tm="100000">
                                              <p:val>
                                                <p:strVal val="#ppt_x"/>
                                              </p:val>
                                            </p:tav>
                                          </p:tavLst>
                                        </p:anim>
                                        <p:anim calcmode="lin" valueType="num" p14:bounceEnd="67000">
                                          <p:cBhvr additive="base">
                                            <p:cTn id="76" dur="1000" fill="hold"/>
                                            <p:tgtEl>
                                              <p:spTgt spid="65"/>
                                            </p:tgtEl>
                                            <p:attrNameLst>
                                              <p:attrName>ppt_y</p:attrName>
                                            </p:attrNameLst>
                                          </p:cBhvr>
                                          <p:tavLst>
                                            <p:tav tm="0">
                                              <p:val>
                                                <p:strVal val="#ppt_y"/>
                                              </p:val>
                                            </p:tav>
                                            <p:tav tm="100000">
                                              <p:val>
                                                <p:strVal val="#ppt_y"/>
                                              </p:val>
                                            </p:tav>
                                          </p:tavLst>
                                        </p:anim>
                                      </p:childTnLst>
                                    </p:cTn>
                                  </p:par>
                                  <p:par>
                                    <p:cTn id="77" presetID="2" presetClass="entr" presetSubtype="2" fill="hold" grpId="0" nodeType="withEffect" p14:presetBounceEnd="67000">
                                      <p:stCondLst>
                                        <p:cond delay="1000"/>
                                      </p:stCondLst>
                                      <p:childTnLst>
                                        <p:set>
                                          <p:cBhvr>
                                            <p:cTn id="78" dur="1" fill="hold">
                                              <p:stCondLst>
                                                <p:cond delay="0"/>
                                              </p:stCondLst>
                                            </p:cTn>
                                            <p:tgtEl>
                                              <p:spTgt spid="66"/>
                                            </p:tgtEl>
                                            <p:attrNameLst>
                                              <p:attrName>style.visibility</p:attrName>
                                            </p:attrNameLst>
                                          </p:cBhvr>
                                          <p:to>
                                            <p:strVal val="visible"/>
                                          </p:to>
                                        </p:set>
                                        <p:anim calcmode="lin" valueType="num" p14:bounceEnd="67000">
                                          <p:cBhvr additive="base">
                                            <p:cTn id="79" dur="1000" fill="hold"/>
                                            <p:tgtEl>
                                              <p:spTgt spid="66"/>
                                            </p:tgtEl>
                                            <p:attrNameLst>
                                              <p:attrName>ppt_x</p:attrName>
                                            </p:attrNameLst>
                                          </p:cBhvr>
                                          <p:tavLst>
                                            <p:tav tm="0">
                                              <p:val>
                                                <p:strVal val="1+#ppt_w/2"/>
                                              </p:val>
                                            </p:tav>
                                            <p:tav tm="100000">
                                              <p:val>
                                                <p:strVal val="#ppt_x"/>
                                              </p:val>
                                            </p:tav>
                                          </p:tavLst>
                                        </p:anim>
                                        <p:anim calcmode="lin" valueType="num" p14:bounceEnd="67000">
                                          <p:cBhvr additive="base">
                                            <p:cTn id="80" dur="1000" fill="hold"/>
                                            <p:tgtEl>
                                              <p:spTgt spid="66"/>
                                            </p:tgtEl>
                                            <p:attrNameLst>
                                              <p:attrName>ppt_y</p:attrName>
                                            </p:attrNameLst>
                                          </p:cBhvr>
                                          <p:tavLst>
                                            <p:tav tm="0">
                                              <p:val>
                                                <p:strVal val="#ppt_y"/>
                                              </p:val>
                                            </p:tav>
                                            <p:tav tm="100000">
                                              <p:val>
                                                <p:strVal val="#ppt_y"/>
                                              </p:val>
                                            </p:tav>
                                          </p:tavLst>
                                        </p:anim>
                                      </p:childTnLst>
                                    </p:cTn>
                                  </p:par>
                                  <p:par>
                                    <p:cTn id="81" presetID="2" presetClass="entr" presetSubtype="2" fill="hold" grpId="0" nodeType="withEffect" p14:presetBounceEnd="67000">
                                      <p:stCondLst>
                                        <p:cond delay="1000"/>
                                      </p:stCondLst>
                                      <p:childTnLst>
                                        <p:set>
                                          <p:cBhvr>
                                            <p:cTn id="82" dur="1" fill="hold">
                                              <p:stCondLst>
                                                <p:cond delay="0"/>
                                              </p:stCondLst>
                                            </p:cTn>
                                            <p:tgtEl>
                                              <p:spTgt spid="74"/>
                                            </p:tgtEl>
                                            <p:attrNameLst>
                                              <p:attrName>style.visibility</p:attrName>
                                            </p:attrNameLst>
                                          </p:cBhvr>
                                          <p:to>
                                            <p:strVal val="visible"/>
                                          </p:to>
                                        </p:set>
                                        <p:anim calcmode="lin" valueType="num" p14:bounceEnd="67000">
                                          <p:cBhvr additive="base">
                                            <p:cTn id="83" dur="1000" fill="hold"/>
                                            <p:tgtEl>
                                              <p:spTgt spid="74"/>
                                            </p:tgtEl>
                                            <p:attrNameLst>
                                              <p:attrName>ppt_x</p:attrName>
                                            </p:attrNameLst>
                                          </p:cBhvr>
                                          <p:tavLst>
                                            <p:tav tm="0">
                                              <p:val>
                                                <p:strVal val="1+#ppt_w/2"/>
                                              </p:val>
                                            </p:tav>
                                            <p:tav tm="100000">
                                              <p:val>
                                                <p:strVal val="#ppt_x"/>
                                              </p:val>
                                            </p:tav>
                                          </p:tavLst>
                                        </p:anim>
                                        <p:anim calcmode="lin" valueType="num" p14:bounceEnd="67000">
                                          <p:cBhvr additive="base">
                                            <p:cTn id="84" dur="1000" fill="hold"/>
                                            <p:tgtEl>
                                              <p:spTgt spid="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5" grpId="0">
            <p:bldAsOne/>
          </p:bldGraphic>
          <p:bldGraphic spid="46" grpId="0">
            <p:bldAsOne/>
          </p:bldGraphic>
          <p:bldGraphic spid="52" grpId="0">
            <p:bldAsOne/>
          </p:bldGraphic>
          <p:bldGraphic spid="58" grpId="0">
            <p:bldAsOne/>
          </p:bldGraphic>
          <p:bldP spid="63" grpId="0"/>
          <p:bldP spid="64" grpId="0" animBg="1"/>
          <p:bldP spid="65" grpId="0"/>
          <p:bldP spid="66" grpId="0" animBg="1"/>
          <p:bldP spid="67" grpId="0"/>
          <p:bldP spid="68" grpId="0"/>
          <p:bldP spid="69" grpId="0" animBg="1"/>
          <p:bldP spid="70" grpId="0" animBg="1"/>
          <p:bldP spid="71" grpId="0"/>
          <p:bldP spid="72" grpId="0"/>
          <p:bldP spid="73" grpId="0"/>
          <p:bldP spid="7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heel(1)">
                                          <p:cBhvr>
                                            <p:cTn id="7" dur="1500"/>
                                            <p:tgtEl>
                                              <p:spTgt spid="35"/>
                                            </p:tgtEl>
                                          </p:cBhvr>
                                        </p:animEffect>
                                      </p:childTnLst>
                                    </p:cTn>
                                  </p:par>
                                  <p:par>
                                    <p:cTn id="8" presetID="21" presetClass="entr" presetSubtype="1" fill="hold" grpId="0" nodeType="withEffect">
                                      <p:stCondLst>
                                        <p:cond delay="250"/>
                                      </p:stCondLst>
                                      <p:childTnLst>
                                        <p:set>
                                          <p:cBhvr>
                                            <p:cTn id="9" dur="1" fill="hold">
                                              <p:stCondLst>
                                                <p:cond delay="0"/>
                                              </p:stCondLst>
                                            </p:cTn>
                                            <p:tgtEl>
                                              <p:spTgt spid="46"/>
                                            </p:tgtEl>
                                            <p:attrNameLst>
                                              <p:attrName>style.visibility</p:attrName>
                                            </p:attrNameLst>
                                          </p:cBhvr>
                                          <p:to>
                                            <p:strVal val="visible"/>
                                          </p:to>
                                        </p:set>
                                        <p:animEffect transition="in" filter="wheel(1)">
                                          <p:cBhvr>
                                            <p:cTn id="10" dur="1500"/>
                                            <p:tgtEl>
                                              <p:spTgt spid="46"/>
                                            </p:tgtEl>
                                          </p:cBhvr>
                                        </p:animEffect>
                                      </p:childTnLst>
                                    </p:cTn>
                                  </p:par>
                                  <p:par>
                                    <p:cTn id="11" presetID="21" presetClass="entr" presetSubtype="1" fill="hold" grpId="0" nodeType="withEffect">
                                      <p:stCondLst>
                                        <p:cond delay="500"/>
                                      </p:stCondLst>
                                      <p:childTnLst>
                                        <p:set>
                                          <p:cBhvr>
                                            <p:cTn id="12" dur="1" fill="hold">
                                              <p:stCondLst>
                                                <p:cond delay="0"/>
                                              </p:stCondLst>
                                            </p:cTn>
                                            <p:tgtEl>
                                              <p:spTgt spid="52"/>
                                            </p:tgtEl>
                                            <p:attrNameLst>
                                              <p:attrName>style.visibility</p:attrName>
                                            </p:attrNameLst>
                                          </p:cBhvr>
                                          <p:to>
                                            <p:strVal val="visible"/>
                                          </p:to>
                                        </p:set>
                                        <p:animEffect transition="in" filter="wheel(1)">
                                          <p:cBhvr>
                                            <p:cTn id="13" dur="1500"/>
                                            <p:tgtEl>
                                              <p:spTgt spid="52"/>
                                            </p:tgtEl>
                                          </p:cBhvr>
                                        </p:animEffect>
                                      </p:childTnLst>
                                    </p:cTn>
                                  </p:par>
                                  <p:par>
                                    <p:cTn id="14" presetID="21" presetClass="entr" presetSubtype="1" fill="hold" grpId="0" nodeType="withEffect">
                                      <p:stCondLst>
                                        <p:cond delay="750"/>
                                      </p:stCondLst>
                                      <p:childTnLst>
                                        <p:set>
                                          <p:cBhvr>
                                            <p:cTn id="15" dur="1" fill="hold">
                                              <p:stCondLst>
                                                <p:cond delay="0"/>
                                              </p:stCondLst>
                                            </p:cTn>
                                            <p:tgtEl>
                                              <p:spTgt spid="58"/>
                                            </p:tgtEl>
                                            <p:attrNameLst>
                                              <p:attrName>style.visibility</p:attrName>
                                            </p:attrNameLst>
                                          </p:cBhvr>
                                          <p:to>
                                            <p:strVal val="visible"/>
                                          </p:to>
                                        </p:set>
                                        <p:animEffect transition="in" filter="wheel(1)">
                                          <p:cBhvr>
                                            <p:cTn id="16" dur="1500"/>
                                            <p:tgtEl>
                                              <p:spTgt spid="58"/>
                                            </p:tgtEl>
                                          </p:cBhvr>
                                        </p:animEffect>
                                      </p:childTnLst>
                                    </p:cTn>
                                  </p:par>
                                  <p:par>
                                    <p:cTn id="17" presetID="53" presetClass="entr" presetSubtype="16" fill="hold" nodeType="withEffect">
                                      <p:stCondLst>
                                        <p:cond delay="250"/>
                                      </p:stCondLst>
                                      <p:childTnLst>
                                        <p:set>
                                          <p:cBhvr>
                                            <p:cTn id="18" dur="1" fill="hold">
                                              <p:stCondLst>
                                                <p:cond delay="0"/>
                                              </p:stCondLst>
                                            </p:cTn>
                                            <p:tgtEl>
                                              <p:spTgt spid="2"/>
                                            </p:tgtEl>
                                            <p:attrNameLst>
                                              <p:attrName>style.visibility</p:attrName>
                                            </p:attrNameLst>
                                          </p:cBhvr>
                                          <p:to>
                                            <p:strVal val="visible"/>
                                          </p:to>
                                        </p:set>
                                        <p:anim calcmode="lin" valueType="num">
                                          <p:cBhvr>
                                            <p:cTn id="19" dur="750" fill="hold"/>
                                            <p:tgtEl>
                                              <p:spTgt spid="2"/>
                                            </p:tgtEl>
                                            <p:attrNameLst>
                                              <p:attrName>ppt_w</p:attrName>
                                            </p:attrNameLst>
                                          </p:cBhvr>
                                          <p:tavLst>
                                            <p:tav tm="0">
                                              <p:val>
                                                <p:fltVal val="0"/>
                                              </p:val>
                                            </p:tav>
                                            <p:tav tm="100000">
                                              <p:val>
                                                <p:strVal val="#ppt_w"/>
                                              </p:val>
                                            </p:tav>
                                          </p:tavLst>
                                        </p:anim>
                                        <p:anim calcmode="lin" valueType="num">
                                          <p:cBhvr>
                                            <p:cTn id="20" dur="750" fill="hold"/>
                                            <p:tgtEl>
                                              <p:spTgt spid="2"/>
                                            </p:tgtEl>
                                            <p:attrNameLst>
                                              <p:attrName>ppt_h</p:attrName>
                                            </p:attrNameLst>
                                          </p:cBhvr>
                                          <p:tavLst>
                                            <p:tav tm="0">
                                              <p:val>
                                                <p:fltVal val="0"/>
                                              </p:val>
                                            </p:tav>
                                            <p:tav tm="100000">
                                              <p:val>
                                                <p:strVal val="#ppt_h"/>
                                              </p:val>
                                            </p:tav>
                                          </p:tavLst>
                                        </p:anim>
                                        <p:animEffect transition="in" filter="fade">
                                          <p:cBhvr>
                                            <p:cTn id="21" dur="750"/>
                                            <p:tgtEl>
                                              <p:spTgt spid="2"/>
                                            </p:tgtEl>
                                          </p:cBhvr>
                                        </p:animEffect>
                                      </p:childTnLst>
                                    </p:cTn>
                                  </p:par>
                                  <p:par>
                                    <p:cTn id="22" presetID="53" presetClass="entr" presetSubtype="16" fill="hold" nodeType="withEffect">
                                      <p:stCondLst>
                                        <p:cond delay="500"/>
                                      </p:stCondLst>
                                      <p:childTnLst>
                                        <p:set>
                                          <p:cBhvr>
                                            <p:cTn id="23" dur="1" fill="hold">
                                              <p:stCondLst>
                                                <p:cond delay="0"/>
                                              </p:stCondLst>
                                            </p:cTn>
                                            <p:tgtEl>
                                              <p:spTgt spid="3"/>
                                            </p:tgtEl>
                                            <p:attrNameLst>
                                              <p:attrName>style.visibility</p:attrName>
                                            </p:attrNameLst>
                                          </p:cBhvr>
                                          <p:to>
                                            <p:strVal val="visible"/>
                                          </p:to>
                                        </p:set>
                                        <p:anim calcmode="lin" valueType="num">
                                          <p:cBhvr>
                                            <p:cTn id="24" dur="750" fill="hold"/>
                                            <p:tgtEl>
                                              <p:spTgt spid="3"/>
                                            </p:tgtEl>
                                            <p:attrNameLst>
                                              <p:attrName>ppt_w</p:attrName>
                                            </p:attrNameLst>
                                          </p:cBhvr>
                                          <p:tavLst>
                                            <p:tav tm="0">
                                              <p:val>
                                                <p:fltVal val="0"/>
                                              </p:val>
                                            </p:tav>
                                            <p:tav tm="100000">
                                              <p:val>
                                                <p:strVal val="#ppt_w"/>
                                              </p:val>
                                            </p:tav>
                                          </p:tavLst>
                                        </p:anim>
                                        <p:anim calcmode="lin" valueType="num">
                                          <p:cBhvr>
                                            <p:cTn id="25" dur="750" fill="hold"/>
                                            <p:tgtEl>
                                              <p:spTgt spid="3"/>
                                            </p:tgtEl>
                                            <p:attrNameLst>
                                              <p:attrName>ppt_h</p:attrName>
                                            </p:attrNameLst>
                                          </p:cBhvr>
                                          <p:tavLst>
                                            <p:tav tm="0">
                                              <p:val>
                                                <p:fltVal val="0"/>
                                              </p:val>
                                            </p:tav>
                                            <p:tav tm="100000">
                                              <p:val>
                                                <p:strVal val="#ppt_h"/>
                                              </p:val>
                                            </p:tav>
                                          </p:tavLst>
                                        </p:anim>
                                        <p:animEffect transition="in" filter="fade">
                                          <p:cBhvr>
                                            <p:cTn id="26" dur="750"/>
                                            <p:tgtEl>
                                              <p:spTgt spid="3"/>
                                            </p:tgtEl>
                                          </p:cBhvr>
                                        </p:animEffect>
                                      </p:childTnLst>
                                    </p:cTn>
                                  </p:par>
                                  <p:par>
                                    <p:cTn id="27" presetID="53" presetClass="entr" presetSubtype="16" fill="hold" nodeType="withEffect">
                                      <p:stCondLst>
                                        <p:cond delay="750"/>
                                      </p:stCondLst>
                                      <p:childTnLst>
                                        <p:set>
                                          <p:cBhvr>
                                            <p:cTn id="28" dur="1" fill="hold">
                                              <p:stCondLst>
                                                <p:cond delay="0"/>
                                              </p:stCondLst>
                                            </p:cTn>
                                            <p:tgtEl>
                                              <p:spTgt spid="4"/>
                                            </p:tgtEl>
                                            <p:attrNameLst>
                                              <p:attrName>style.visibility</p:attrName>
                                            </p:attrNameLst>
                                          </p:cBhvr>
                                          <p:to>
                                            <p:strVal val="visible"/>
                                          </p:to>
                                        </p:set>
                                        <p:anim calcmode="lin" valueType="num">
                                          <p:cBhvr>
                                            <p:cTn id="29" dur="750" fill="hold"/>
                                            <p:tgtEl>
                                              <p:spTgt spid="4"/>
                                            </p:tgtEl>
                                            <p:attrNameLst>
                                              <p:attrName>ppt_w</p:attrName>
                                            </p:attrNameLst>
                                          </p:cBhvr>
                                          <p:tavLst>
                                            <p:tav tm="0">
                                              <p:val>
                                                <p:fltVal val="0"/>
                                              </p:val>
                                            </p:tav>
                                            <p:tav tm="100000">
                                              <p:val>
                                                <p:strVal val="#ppt_w"/>
                                              </p:val>
                                            </p:tav>
                                          </p:tavLst>
                                        </p:anim>
                                        <p:anim calcmode="lin" valueType="num">
                                          <p:cBhvr>
                                            <p:cTn id="30" dur="750" fill="hold"/>
                                            <p:tgtEl>
                                              <p:spTgt spid="4"/>
                                            </p:tgtEl>
                                            <p:attrNameLst>
                                              <p:attrName>ppt_h</p:attrName>
                                            </p:attrNameLst>
                                          </p:cBhvr>
                                          <p:tavLst>
                                            <p:tav tm="0">
                                              <p:val>
                                                <p:fltVal val="0"/>
                                              </p:val>
                                            </p:tav>
                                            <p:tav tm="100000">
                                              <p:val>
                                                <p:strVal val="#ppt_h"/>
                                              </p:val>
                                            </p:tav>
                                          </p:tavLst>
                                        </p:anim>
                                        <p:animEffect transition="in" filter="fade">
                                          <p:cBhvr>
                                            <p:cTn id="31" dur="750"/>
                                            <p:tgtEl>
                                              <p:spTgt spid="4"/>
                                            </p:tgtEl>
                                          </p:cBhvr>
                                        </p:animEffect>
                                      </p:childTnLst>
                                    </p:cTn>
                                  </p:par>
                                  <p:par>
                                    <p:cTn id="32" presetID="53" presetClass="entr" presetSubtype="16" fill="hold" nodeType="withEffect">
                                      <p:stCondLst>
                                        <p:cond delay="1000"/>
                                      </p:stCondLst>
                                      <p:childTnLst>
                                        <p:set>
                                          <p:cBhvr>
                                            <p:cTn id="33" dur="1" fill="hold">
                                              <p:stCondLst>
                                                <p:cond delay="0"/>
                                              </p:stCondLst>
                                            </p:cTn>
                                            <p:tgtEl>
                                              <p:spTgt spid="5"/>
                                            </p:tgtEl>
                                            <p:attrNameLst>
                                              <p:attrName>style.visibility</p:attrName>
                                            </p:attrNameLst>
                                          </p:cBhvr>
                                          <p:to>
                                            <p:strVal val="visible"/>
                                          </p:to>
                                        </p:set>
                                        <p:anim calcmode="lin" valueType="num">
                                          <p:cBhvr>
                                            <p:cTn id="34" dur="750" fill="hold"/>
                                            <p:tgtEl>
                                              <p:spTgt spid="5"/>
                                            </p:tgtEl>
                                            <p:attrNameLst>
                                              <p:attrName>ppt_w</p:attrName>
                                            </p:attrNameLst>
                                          </p:cBhvr>
                                          <p:tavLst>
                                            <p:tav tm="0">
                                              <p:val>
                                                <p:fltVal val="0"/>
                                              </p:val>
                                            </p:tav>
                                            <p:tav tm="100000">
                                              <p:val>
                                                <p:strVal val="#ppt_w"/>
                                              </p:val>
                                            </p:tav>
                                          </p:tavLst>
                                        </p:anim>
                                        <p:anim calcmode="lin" valueType="num">
                                          <p:cBhvr>
                                            <p:cTn id="35" dur="750" fill="hold"/>
                                            <p:tgtEl>
                                              <p:spTgt spid="5"/>
                                            </p:tgtEl>
                                            <p:attrNameLst>
                                              <p:attrName>ppt_h</p:attrName>
                                            </p:attrNameLst>
                                          </p:cBhvr>
                                          <p:tavLst>
                                            <p:tav tm="0">
                                              <p:val>
                                                <p:fltVal val="0"/>
                                              </p:val>
                                            </p:tav>
                                            <p:tav tm="100000">
                                              <p:val>
                                                <p:strVal val="#ppt_h"/>
                                              </p:val>
                                            </p:tav>
                                          </p:tavLst>
                                        </p:anim>
                                        <p:animEffect transition="in" filter="fade">
                                          <p:cBhvr>
                                            <p:cTn id="36" dur="750"/>
                                            <p:tgtEl>
                                              <p:spTgt spid="5"/>
                                            </p:tgtEl>
                                          </p:cBhvr>
                                        </p:animEffect>
                                      </p:childTnLst>
                                    </p:cTn>
                                  </p:par>
                                  <p:par>
                                    <p:cTn id="37" presetID="2" presetClass="entr" presetSubtype="8" fill="hold" grpId="0" nodeType="withEffect">
                                      <p:stCondLst>
                                        <p:cond delay="250"/>
                                      </p:stCondLst>
                                      <p:childTnLst>
                                        <p:set>
                                          <p:cBhvr>
                                            <p:cTn id="38" dur="1" fill="hold">
                                              <p:stCondLst>
                                                <p:cond delay="0"/>
                                              </p:stCondLst>
                                            </p:cTn>
                                            <p:tgtEl>
                                              <p:spTgt spid="67"/>
                                            </p:tgtEl>
                                            <p:attrNameLst>
                                              <p:attrName>style.visibility</p:attrName>
                                            </p:attrNameLst>
                                          </p:cBhvr>
                                          <p:to>
                                            <p:strVal val="visible"/>
                                          </p:to>
                                        </p:set>
                                        <p:anim calcmode="lin" valueType="num">
                                          <p:cBhvr additive="base">
                                            <p:cTn id="39" dur="1000" fill="hold"/>
                                            <p:tgtEl>
                                              <p:spTgt spid="67"/>
                                            </p:tgtEl>
                                            <p:attrNameLst>
                                              <p:attrName>ppt_x</p:attrName>
                                            </p:attrNameLst>
                                          </p:cBhvr>
                                          <p:tavLst>
                                            <p:tav tm="0">
                                              <p:val>
                                                <p:strVal val="0-#ppt_w/2"/>
                                              </p:val>
                                            </p:tav>
                                            <p:tav tm="100000">
                                              <p:val>
                                                <p:strVal val="#ppt_x"/>
                                              </p:val>
                                            </p:tav>
                                          </p:tavLst>
                                        </p:anim>
                                        <p:anim calcmode="lin" valueType="num">
                                          <p:cBhvr additive="base">
                                            <p:cTn id="40" dur="1000" fill="hold"/>
                                            <p:tgtEl>
                                              <p:spTgt spid="67"/>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250"/>
                                      </p:stCondLst>
                                      <p:childTnLst>
                                        <p:set>
                                          <p:cBhvr>
                                            <p:cTn id="42" dur="1" fill="hold">
                                              <p:stCondLst>
                                                <p:cond delay="0"/>
                                              </p:stCondLst>
                                            </p:cTn>
                                            <p:tgtEl>
                                              <p:spTgt spid="70"/>
                                            </p:tgtEl>
                                            <p:attrNameLst>
                                              <p:attrName>style.visibility</p:attrName>
                                            </p:attrNameLst>
                                          </p:cBhvr>
                                          <p:to>
                                            <p:strVal val="visible"/>
                                          </p:to>
                                        </p:set>
                                        <p:anim calcmode="lin" valueType="num">
                                          <p:cBhvr additive="base">
                                            <p:cTn id="43" dur="1000" fill="hold"/>
                                            <p:tgtEl>
                                              <p:spTgt spid="70"/>
                                            </p:tgtEl>
                                            <p:attrNameLst>
                                              <p:attrName>ppt_x</p:attrName>
                                            </p:attrNameLst>
                                          </p:cBhvr>
                                          <p:tavLst>
                                            <p:tav tm="0">
                                              <p:val>
                                                <p:strVal val="0-#ppt_w/2"/>
                                              </p:val>
                                            </p:tav>
                                            <p:tav tm="100000">
                                              <p:val>
                                                <p:strVal val="#ppt_x"/>
                                              </p:val>
                                            </p:tav>
                                          </p:tavLst>
                                        </p:anim>
                                        <p:anim calcmode="lin" valueType="num">
                                          <p:cBhvr additive="base">
                                            <p:cTn id="44" dur="1000" fill="hold"/>
                                            <p:tgtEl>
                                              <p:spTgt spid="70"/>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250"/>
                                      </p:stCondLst>
                                      <p:childTnLst>
                                        <p:set>
                                          <p:cBhvr>
                                            <p:cTn id="46" dur="1" fill="hold">
                                              <p:stCondLst>
                                                <p:cond delay="0"/>
                                              </p:stCondLst>
                                            </p:cTn>
                                            <p:tgtEl>
                                              <p:spTgt spid="71"/>
                                            </p:tgtEl>
                                            <p:attrNameLst>
                                              <p:attrName>style.visibility</p:attrName>
                                            </p:attrNameLst>
                                          </p:cBhvr>
                                          <p:to>
                                            <p:strVal val="visible"/>
                                          </p:to>
                                        </p:set>
                                        <p:anim calcmode="lin" valueType="num">
                                          <p:cBhvr additive="base">
                                            <p:cTn id="47" dur="1000" fill="hold"/>
                                            <p:tgtEl>
                                              <p:spTgt spid="71"/>
                                            </p:tgtEl>
                                            <p:attrNameLst>
                                              <p:attrName>ppt_x</p:attrName>
                                            </p:attrNameLst>
                                          </p:cBhvr>
                                          <p:tavLst>
                                            <p:tav tm="0">
                                              <p:val>
                                                <p:strVal val="0-#ppt_w/2"/>
                                              </p:val>
                                            </p:tav>
                                            <p:tav tm="100000">
                                              <p:val>
                                                <p:strVal val="#ppt_x"/>
                                              </p:val>
                                            </p:tav>
                                          </p:tavLst>
                                        </p:anim>
                                        <p:anim calcmode="lin" valueType="num">
                                          <p:cBhvr additive="base">
                                            <p:cTn id="48" dur="1000" fill="hold"/>
                                            <p:tgtEl>
                                              <p:spTgt spid="71"/>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500"/>
                                      </p:stCondLst>
                                      <p:childTnLst>
                                        <p:set>
                                          <p:cBhvr>
                                            <p:cTn id="50" dur="1" fill="hold">
                                              <p:stCondLst>
                                                <p:cond delay="0"/>
                                              </p:stCondLst>
                                            </p:cTn>
                                            <p:tgtEl>
                                              <p:spTgt spid="68"/>
                                            </p:tgtEl>
                                            <p:attrNameLst>
                                              <p:attrName>style.visibility</p:attrName>
                                            </p:attrNameLst>
                                          </p:cBhvr>
                                          <p:to>
                                            <p:strVal val="visible"/>
                                          </p:to>
                                        </p:set>
                                        <p:anim calcmode="lin" valueType="num">
                                          <p:cBhvr additive="base">
                                            <p:cTn id="51" dur="1000" fill="hold"/>
                                            <p:tgtEl>
                                              <p:spTgt spid="68"/>
                                            </p:tgtEl>
                                            <p:attrNameLst>
                                              <p:attrName>ppt_x</p:attrName>
                                            </p:attrNameLst>
                                          </p:cBhvr>
                                          <p:tavLst>
                                            <p:tav tm="0">
                                              <p:val>
                                                <p:strVal val="0-#ppt_w/2"/>
                                              </p:val>
                                            </p:tav>
                                            <p:tav tm="100000">
                                              <p:val>
                                                <p:strVal val="#ppt_x"/>
                                              </p:val>
                                            </p:tav>
                                          </p:tavLst>
                                        </p:anim>
                                        <p:anim calcmode="lin" valueType="num">
                                          <p:cBhvr additive="base">
                                            <p:cTn id="52" dur="1000" fill="hold"/>
                                            <p:tgtEl>
                                              <p:spTgt spid="68"/>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500"/>
                                      </p:stCondLst>
                                      <p:childTnLst>
                                        <p:set>
                                          <p:cBhvr>
                                            <p:cTn id="54" dur="1" fill="hold">
                                              <p:stCondLst>
                                                <p:cond delay="0"/>
                                              </p:stCondLst>
                                            </p:cTn>
                                            <p:tgtEl>
                                              <p:spTgt spid="69"/>
                                            </p:tgtEl>
                                            <p:attrNameLst>
                                              <p:attrName>style.visibility</p:attrName>
                                            </p:attrNameLst>
                                          </p:cBhvr>
                                          <p:to>
                                            <p:strVal val="visible"/>
                                          </p:to>
                                        </p:set>
                                        <p:anim calcmode="lin" valueType="num">
                                          <p:cBhvr additive="base">
                                            <p:cTn id="55" dur="1000" fill="hold"/>
                                            <p:tgtEl>
                                              <p:spTgt spid="69"/>
                                            </p:tgtEl>
                                            <p:attrNameLst>
                                              <p:attrName>ppt_x</p:attrName>
                                            </p:attrNameLst>
                                          </p:cBhvr>
                                          <p:tavLst>
                                            <p:tav tm="0">
                                              <p:val>
                                                <p:strVal val="0-#ppt_w/2"/>
                                              </p:val>
                                            </p:tav>
                                            <p:tav tm="100000">
                                              <p:val>
                                                <p:strVal val="#ppt_x"/>
                                              </p:val>
                                            </p:tav>
                                          </p:tavLst>
                                        </p:anim>
                                        <p:anim calcmode="lin" valueType="num">
                                          <p:cBhvr additive="base">
                                            <p:cTn id="56" dur="1000" fill="hold"/>
                                            <p:tgtEl>
                                              <p:spTgt spid="69"/>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500"/>
                                      </p:stCondLst>
                                      <p:childTnLst>
                                        <p:set>
                                          <p:cBhvr>
                                            <p:cTn id="58" dur="1" fill="hold">
                                              <p:stCondLst>
                                                <p:cond delay="0"/>
                                              </p:stCondLst>
                                            </p:cTn>
                                            <p:tgtEl>
                                              <p:spTgt spid="72"/>
                                            </p:tgtEl>
                                            <p:attrNameLst>
                                              <p:attrName>style.visibility</p:attrName>
                                            </p:attrNameLst>
                                          </p:cBhvr>
                                          <p:to>
                                            <p:strVal val="visible"/>
                                          </p:to>
                                        </p:set>
                                        <p:anim calcmode="lin" valueType="num">
                                          <p:cBhvr additive="base">
                                            <p:cTn id="59" dur="1000" fill="hold"/>
                                            <p:tgtEl>
                                              <p:spTgt spid="72"/>
                                            </p:tgtEl>
                                            <p:attrNameLst>
                                              <p:attrName>ppt_x</p:attrName>
                                            </p:attrNameLst>
                                          </p:cBhvr>
                                          <p:tavLst>
                                            <p:tav tm="0">
                                              <p:val>
                                                <p:strVal val="0-#ppt_w/2"/>
                                              </p:val>
                                            </p:tav>
                                            <p:tav tm="100000">
                                              <p:val>
                                                <p:strVal val="#ppt_x"/>
                                              </p:val>
                                            </p:tav>
                                          </p:tavLst>
                                        </p:anim>
                                        <p:anim calcmode="lin" valueType="num">
                                          <p:cBhvr additive="base">
                                            <p:cTn id="60" dur="1000" fill="hold"/>
                                            <p:tgtEl>
                                              <p:spTgt spid="72"/>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stCondLst>
                                        <p:cond delay="750"/>
                                      </p:stCondLst>
                                      <p:childTnLst>
                                        <p:set>
                                          <p:cBhvr>
                                            <p:cTn id="62" dur="1" fill="hold">
                                              <p:stCondLst>
                                                <p:cond delay="0"/>
                                              </p:stCondLst>
                                            </p:cTn>
                                            <p:tgtEl>
                                              <p:spTgt spid="63"/>
                                            </p:tgtEl>
                                            <p:attrNameLst>
                                              <p:attrName>style.visibility</p:attrName>
                                            </p:attrNameLst>
                                          </p:cBhvr>
                                          <p:to>
                                            <p:strVal val="visible"/>
                                          </p:to>
                                        </p:set>
                                        <p:anim calcmode="lin" valueType="num">
                                          <p:cBhvr additive="base">
                                            <p:cTn id="63" dur="1000" fill="hold"/>
                                            <p:tgtEl>
                                              <p:spTgt spid="63"/>
                                            </p:tgtEl>
                                            <p:attrNameLst>
                                              <p:attrName>ppt_x</p:attrName>
                                            </p:attrNameLst>
                                          </p:cBhvr>
                                          <p:tavLst>
                                            <p:tav tm="0">
                                              <p:val>
                                                <p:strVal val="1+#ppt_w/2"/>
                                              </p:val>
                                            </p:tav>
                                            <p:tav tm="100000">
                                              <p:val>
                                                <p:strVal val="#ppt_x"/>
                                              </p:val>
                                            </p:tav>
                                          </p:tavLst>
                                        </p:anim>
                                        <p:anim calcmode="lin" valueType="num">
                                          <p:cBhvr additive="base">
                                            <p:cTn id="64" dur="1000" fill="hold"/>
                                            <p:tgtEl>
                                              <p:spTgt spid="63"/>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750"/>
                                      </p:stCondLst>
                                      <p:childTnLst>
                                        <p:set>
                                          <p:cBhvr>
                                            <p:cTn id="66" dur="1" fill="hold">
                                              <p:stCondLst>
                                                <p:cond delay="0"/>
                                              </p:stCondLst>
                                            </p:cTn>
                                            <p:tgtEl>
                                              <p:spTgt spid="64"/>
                                            </p:tgtEl>
                                            <p:attrNameLst>
                                              <p:attrName>style.visibility</p:attrName>
                                            </p:attrNameLst>
                                          </p:cBhvr>
                                          <p:to>
                                            <p:strVal val="visible"/>
                                          </p:to>
                                        </p:set>
                                        <p:anim calcmode="lin" valueType="num">
                                          <p:cBhvr additive="base">
                                            <p:cTn id="67" dur="1000" fill="hold"/>
                                            <p:tgtEl>
                                              <p:spTgt spid="64"/>
                                            </p:tgtEl>
                                            <p:attrNameLst>
                                              <p:attrName>ppt_x</p:attrName>
                                            </p:attrNameLst>
                                          </p:cBhvr>
                                          <p:tavLst>
                                            <p:tav tm="0">
                                              <p:val>
                                                <p:strVal val="1+#ppt_w/2"/>
                                              </p:val>
                                            </p:tav>
                                            <p:tav tm="100000">
                                              <p:val>
                                                <p:strVal val="#ppt_x"/>
                                              </p:val>
                                            </p:tav>
                                          </p:tavLst>
                                        </p:anim>
                                        <p:anim calcmode="lin" valueType="num">
                                          <p:cBhvr additive="base">
                                            <p:cTn id="68" dur="1000" fill="hold"/>
                                            <p:tgtEl>
                                              <p:spTgt spid="64"/>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750"/>
                                      </p:stCondLst>
                                      <p:childTnLst>
                                        <p:set>
                                          <p:cBhvr>
                                            <p:cTn id="70" dur="1" fill="hold">
                                              <p:stCondLst>
                                                <p:cond delay="0"/>
                                              </p:stCondLst>
                                            </p:cTn>
                                            <p:tgtEl>
                                              <p:spTgt spid="73"/>
                                            </p:tgtEl>
                                            <p:attrNameLst>
                                              <p:attrName>style.visibility</p:attrName>
                                            </p:attrNameLst>
                                          </p:cBhvr>
                                          <p:to>
                                            <p:strVal val="visible"/>
                                          </p:to>
                                        </p:set>
                                        <p:anim calcmode="lin" valueType="num">
                                          <p:cBhvr additive="base">
                                            <p:cTn id="71" dur="1000" fill="hold"/>
                                            <p:tgtEl>
                                              <p:spTgt spid="73"/>
                                            </p:tgtEl>
                                            <p:attrNameLst>
                                              <p:attrName>ppt_x</p:attrName>
                                            </p:attrNameLst>
                                          </p:cBhvr>
                                          <p:tavLst>
                                            <p:tav tm="0">
                                              <p:val>
                                                <p:strVal val="1+#ppt_w/2"/>
                                              </p:val>
                                            </p:tav>
                                            <p:tav tm="100000">
                                              <p:val>
                                                <p:strVal val="#ppt_x"/>
                                              </p:val>
                                            </p:tav>
                                          </p:tavLst>
                                        </p:anim>
                                        <p:anim calcmode="lin" valueType="num">
                                          <p:cBhvr additive="base">
                                            <p:cTn id="72" dur="1000" fill="hold"/>
                                            <p:tgtEl>
                                              <p:spTgt spid="73"/>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stCondLst>
                                        <p:cond delay="1000"/>
                                      </p:stCondLst>
                                      <p:childTnLst>
                                        <p:set>
                                          <p:cBhvr>
                                            <p:cTn id="74" dur="1" fill="hold">
                                              <p:stCondLst>
                                                <p:cond delay="0"/>
                                              </p:stCondLst>
                                            </p:cTn>
                                            <p:tgtEl>
                                              <p:spTgt spid="65"/>
                                            </p:tgtEl>
                                            <p:attrNameLst>
                                              <p:attrName>style.visibility</p:attrName>
                                            </p:attrNameLst>
                                          </p:cBhvr>
                                          <p:to>
                                            <p:strVal val="visible"/>
                                          </p:to>
                                        </p:set>
                                        <p:anim calcmode="lin" valueType="num">
                                          <p:cBhvr additive="base">
                                            <p:cTn id="75" dur="1000" fill="hold"/>
                                            <p:tgtEl>
                                              <p:spTgt spid="65"/>
                                            </p:tgtEl>
                                            <p:attrNameLst>
                                              <p:attrName>ppt_x</p:attrName>
                                            </p:attrNameLst>
                                          </p:cBhvr>
                                          <p:tavLst>
                                            <p:tav tm="0">
                                              <p:val>
                                                <p:strVal val="1+#ppt_w/2"/>
                                              </p:val>
                                            </p:tav>
                                            <p:tav tm="100000">
                                              <p:val>
                                                <p:strVal val="#ppt_x"/>
                                              </p:val>
                                            </p:tav>
                                          </p:tavLst>
                                        </p:anim>
                                        <p:anim calcmode="lin" valueType="num">
                                          <p:cBhvr additive="base">
                                            <p:cTn id="76" dur="1000" fill="hold"/>
                                            <p:tgtEl>
                                              <p:spTgt spid="65"/>
                                            </p:tgtEl>
                                            <p:attrNameLst>
                                              <p:attrName>ppt_y</p:attrName>
                                            </p:attrNameLst>
                                          </p:cBhvr>
                                          <p:tavLst>
                                            <p:tav tm="0">
                                              <p:val>
                                                <p:strVal val="#ppt_y"/>
                                              </p:val>
                                            </p:tav>
                                            <p:tav tm="100000">
                                              <p:val>
                                                <p:strVal val="#ppt_y"/>
                                              </p:val>
                                            </p:tav>
                                          </p:tavLst>
                                        </p:anim>
                                      </p:childTnLst>
                                    </p:cTn>
                                  </p:par>
                                  <p:par>
                                    <p:cTn id="77" presetID="2" presetClass="entr" presetSubtype="2" fill="hold" grpId="0" nodeType="withEffect">
                                      <p:stCondLst>
                                        <p:cond delay="1000"/>
                                      </p:stCondLst>
                                      <p:childTnLst>
                                        <p:set>
                                          <p:cBhvr>
                                            <p:cTn id="78" dur="1" fill="hold">
                                              <p:stCondLst>
                                                <p:cond delay="0"/>
                                              </p:stCondLst>
                                            </p:cTn>
                                            <p:tgtEl>
                                              <p:spTgt spid="66"/>
                                            </p:tgtEl>
                                            <p:attrNameLst>
                                              <p:attrName>style.visibility</p:attrName>
                                            </p:attrNameLst>
                                          </p:cBhvr>
                                          <p:to>
                                            <p:strVal val="visible"/>
                                          </p:to>
                                        </p:set>
                                        <p:anim calcmode="lin" valueType="num">
                                          <p:cBhvr additive="base">
                                            <p:cTn id="79" dur="1000" fill="hold"/>
                                            <p:tgtEl>
                                              <p:spTgt spid="66"/>
                                            </p:tgtEl>
                                            <p:attrNameLst>
                                              <p:attrName>ppt_x</p:attrName>
                                            </p:attrNameLst>
                                          </p:cBhvr>
                                          <p:tavLst>
                                            <p:tav tm="0">
                                              <p:val>
                                                <p:strVal val="1+#ppt_w/2"/>
                                              </p:val>
                                            </p:tav>
                                            <p:tav tm="100000">
                                              <p:val>
                                                <p:strVal val="#ppt_x"/>
                                              </p:val>
                                            </p:tav>
                                          </p:tavLst>
                                        </p:anim>
                                        <p:anim calcmode="lin" valueType="num">
                                          <p:cBhvr additive="base">
                                            <p:cTn id="80" dur="1000" fill="hold"/>
                                            <p:tgtEl>
                                              <p:spTgt spid="66"/>
                                            </p:tgtEl>
                                            <p:attrNameLst>
                                              <p:attrName>ppt_y</p:attrName>
                                            </p:attrNameLst>
                                          </p:cBhvr>
                                          <p:tavLst>
                                            <p:tav tm="0">
                                              <p:val>
                                                <p:strVal val="#ppt_y"/>
                                              </p:val>
                                            </p:tav>
                                            <p:tav tm="100000">
                                              <p:val>
                                                <p:strVal val="#ppt_y"/>
                                              </p:val>
                                            </p:tav>
                                          </p:tavLst>
                                        </p:anim>
                                      </p:childTnLst>
                                    </p:cTn>
                                  </p:par>
                                  <p:par>
                                    <p:cTn id="81" presetID="2" presetClass="entr" presetSubtype="2" fill="hold" grpId="0" nodeType="withEffect">
                                      <p:stCondLst>
                                        <p:cond delay="1000"/>
                                      </p:stCondLst>
                                      <p:childTnLst>
                                        <p:set>
                                          <p:cBhvr>
                                            <p:cTn id="82" dur="1" fill="hold">
                                              <p:stCondLst>
                                                <p:cond delay="0"/>
                                              </p:stCondLst>
                                            </p:cTn>
                                            <p:tgtEl>
                                              <p:spTgt spid="74"/>
                                            </p:tgtEl>
                                            <p:attrNameLst>
                                              <p:attrName>style.visibility</p:attrName>
                                            </p:attrNameLst>
                                          </p:cBhvr>
                                          <p:to>
                                            <p:strVal val="visible"/>
                                          </p:to>
                                        </p:set>
                                        <p:anim calcmode="lin" valueType="num">
                                          <p:cBhvr additive="base">
                                            <p:cTn id="83" dur="1000" fill="hold"/>
                                            <p:tgtEl>
                                              <p:spTgt spid="74"/>
                                            </p:tgtEl>
                                            <p:attrNameLst>
                                              <p:attrName>ppt_x</p:attrName>
                                            </p:attrNameLst>
                                          </p:cBhvr>
                                          <p:tavLst>
                                            <p:tav tm="0">
                                              <p:val>
                                                <p:strVal val="1+#ppt_w/2"/>
                                              </p:val>
                                            </p:tav>
                                            <p:tav tm="100000">
                                              <p:val>
                                                <p:strVal val="#ppt_x"/>
                                              </p:val>
                                            </p:tav>
                                          </p:tavLst>
                                        </p:anim>
                                        <p:anim calcmode="lin" valueType="num">
                                          <p:cBhvr additive="base">
                                            <p:cTn id="84" dur="1000" fill="hold"/>
                                            <p:tgtEl>
                                              <p:spTgt spid="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5" grpId="0">
            <p:bldAsOne/>
          </p:bldGraphic>
          <p:bldGraphic spid="46" grpId="0">
            <p:bldAsOne/>
          </p:bldGraphic>
          <p:bldGraphic spid="52" grpId="0">
            <p:bldAsOne/>
          </p:bldGraphic>
          <p:bldGraphic spid="58" grpId="0">
            <p:bldAsOne/>
          </p:bldGraphic>
          <p:bldP spid="63" grpId="0"/>
          <p:bldP spid="64" grpId="0" animBg="1"/>
          <p:bldP spid="65" grpId="0"/>
          <p:bldP spid="66" grpId="0" animBg="1"/>
          <p:bldP spid="67" grpId="0"/>
          <p:bldP spid="68" grpId="0"/>
          <p:bldP spid="69" grpId="0" animBg="1"/>
          <p:bldP spid="70" grpId="0" animBg="1"/>
          <p:bldP spid="71" grpId="0"/>
          <p:bldP spid="72" grpId="0"/>
          <p:bldP spid="73" grpId="0"/>
          <p:bldP spid="74" grpId="0"/>
        </p:bldLst>
      </p:timing>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4DD50EBD-5FA6-4171-B2AD-A926F72A21E3}"/>
              </a:ext>
            </a:extLst>
          </p:cNvPr>
          <p:cNvGraphicFramePr/>
          <p:nvPr>
            <p:extLst>
              <p:ext uri="{D42A27DB-BD31-4B8C-83A1-F6EECF244321}">
                <p14:modId xmlns:p14="http://schemas.microsoft.com/office/powerpoint/2010/main" val="2685138216"/>
              </p:ext>
            </p:extLst>
          </p:nvPr>
        </p:nvGraphicFramePr>
        <p:xfrm>
          <a:off x="716551" y="2481105"/>
          <a:ext cx="2939177" cy="1959451"/>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 Placeholder 3">
            <a:extLst>
              <a:ext uri="{FF2B5EF4-FFF2-40B4-BE49-F238E27FC236}">
                <a16:creationId xmlns:a16="http://schemas.microsoft.com/office/drawing/2014/main" id="{C8802E06-97B2-4ACA-91C6-C98FBC83A59C}"/>
              </a:ext>
            </a:extLst>
          </p:cNvPr>
          <p:cNvSpPr txBox="1">
            <a:spLocks/>
          </p:cNvSpPr>
          <p:nvPr/>
        </p:nvSpPr>
        <p:spPr>
          <a:xfrm>
            <a:off x="1480875" y="5252912"/>
            <a:ext cx="1410528" cy="587168"/>
          </a:xfrm>
          <a:prstGeom prst="rect">
            <a:avLst/>
          </a:prstGeom>
        </p:spPr>
        <p:txBody>
          <a:bodyPr vert="horz" lIns="91440" tIns="45720" rIns="91440" bIns="45720" rtlCol="0" anchor="ctr"/>
          <a:lstStyle>
            <a:defPPr>
              <a:defRPr lang="ru-UA"/>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sz="900">
                <a:solidFill>
                  <a:schemeClr val="tx1"/>
                </a:solidFill>
                <a:latin typeface="Montserrat Light" panose="00000400000000000000" pitchFamily="50" charset="-52"/>
              </a:rPr>
              <a:t>Lorem ipsum dolor sit amet, consectetur adipiscing elit, sed do eiusmod tempor</a:t>
            </a:r>
            <a:endParaRPr lang="ru-RU" sz="900" dirty="0">
              <a:solidFill>
                <a:schemeClr val="tx1"/>
              </a:solidFill>
              <a:latin typeface="Montserrat Light" panose="00000400000000000000" pitchFamily="50" charset="-52"/>
            </a:endParaRPr>
          </a:p>
        </p:txBody>
      </p:sp>
      <p:sp>
        <p:nvSpPr>
          <p:cNvPr id="4" name="Text Placeholder 7">
            <a:extLst>
              <a:ext uri="{FF2B5EF4-FFF2-40B4-BE49-F238E27FC236}">
                <a16:creationId xmlns:a16="http://schemas.microsoft.com/office/drawing/2014/main" id="{CBEC2604-78F2-4A78-AAFD-91EFDA71DAAE}"/>
              </a:ext>
            </a:extLst>
          </p:cNvPr>
          <p:cNvSpPr txBox="1">
            <a:spLocks/>
          </p:cNvSpPr>
          <p:nvPr/>
        </p:nvSpPr>
        <p:spPr>
          <a:xfrm>
            <a:off x="1885564" y="4951524"/>
            <a:ext cx="711321" cy="377588"/>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ru-RU">
                <a:solidFill>
                  <a:schemeClr val="accent1"/>
                </a:solidFill>
                <a:latin typeface="Montserrat SemiBold" panose="00000700000000000000" pitchFamily="50" charset="-52"/>
              </a:rPr>
              <a:t>15%</a:t>
            </a:r>
            <a:endParaRPr lang="ru-RU" dirty="0">
              <a:solidFill>
                <a:schemeClr val="accent1"/>
              </a:solidFill>
              <a:latin typeface="Montserrat SemiBold" panose="00000700000000000000" pitchFamily="50" charset="-52"/>
            </a:endParaRPr>
          </a:p>
        </p:txBody>
      </p:sp>
      <p:graphicFrame>
        <p:nvGraphicFramePr>
          <p:cNvPr id="5" name="Chart 4">
            <a:extLst>
              <a:ext uri="{FF2B5EF4-FFF2-40B4-BE49-F238E27FC236}">
                <a16:creationId xmlns:a16="http://schemas.microsoft.com/office/drawing/2014/main" id="{616A50B0-D2D1-4062-99C8-2ECEA5B76B0F}"/>
              </a:ext>
            </a:extLst>
          </p:cNvPr>
          <p:cNvGraphicFramePr/>
          <p:nvPr>
            <p:extLst>
              <p:ext uri="{D42A27DB-BD31-4B8C-83A1-F6EECF244321}">
                <p14:modId xmlns:p14="http://schemas.microsoft.com/office/powerpoint/2010/main" val="1524501510"/>
              </p:ext>
            </p:extLst>
          </p:nvPr>
        </p:nvGraphicFramePr>
        <p:xfrm>
          <a:off x="3263684" y="2481105"/>
          <a:ext cx="2939177" cy="1959451"/>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Placeholder 3">
            <a:extLst>
              <a:ext uri="{FF2B5EF4-FFF2-40B4-BE49-F238E27FC236}">
                <a16:creationId xmlns:a16="http://schemas.microsoft.com/office/drawing/2014/main" id="{9D2DC846-4E21-4CD0-BE7E-065E3B392EC0}"/>
              </a:ext>
            </a:extLst>
          </p:cNvPr>
          <p:cNvSpPr txBox="1">
            <a:spLocks/>
          </p:cNvSpPr>
          <p:nvPr/>
        </p:nvSpPr>
        <p:spPr>
          <a:xfrm>
            <a:off x="4028008" y="5252912"/>
            <a:ext cx="1410528" cy="587168"/>
          </a:xfrm>
          <a:prstGeom prst="rect">
            <a:avLst/>
          </a:prstGeom>
        </p:spPr>
        <p:txBody>
          <a:bodyPr vert="horz" lIns="91440" tIns="45720" rIns="91440" bIns="45720" rtlCol="0" anchor="ctr"/>
          <a:lstStyle>
            <a:defPPr>
              <a:defRPr lang="ru-UA"/>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sz="900">
                <a:solidFill>
                  <a:schemeClr val="tx1"/>
                </a:solidFill>
                <a:latin typeface="Montserrat Light" panose="00000400000000000000" pitchFamily="50" charset="-52"/>
              </a:rPr>
              <a:t>Lorem ipsum dolor sit amet, consectetur adipiscing elit, sed do eiusmod tempor</a:t>
            </a:r>
            <a:endParaRPr lang="ru-RU" sz="900" dirty="0">
              <a:solidFill>
                <a:schemeClr val="tx1"/>
              </a:solidFill>
              <a:latin typeface="Montserrat Light" panose="00000400000000000000" pitchFamily="50" charset="-52"/>
            </a:endParaRPr>
          </a:p>
        </p:txBody>
      </p:sp>
      <p:sp>
        <p:nvSpPr>
          <p:cNvPr id="7" name="Text Placeholder 7">
            <a:extLst>
              <a:ext uri="{FF2B5EF4-FFF2-40B4-BE49-F238E27FC236}">
                <a16:creationId xmlns:a16="http://schemas.microsoft.com/office/drawing/2014/main" id="{9FAD0861-7C1F-4C01-AAC4-7598C2F495B9}"/>
              </a:ext>
            </a:extLst>
          </p:cNvPr>
          <p:cNvSpPr txBox="1">
            <a:spLocks/>
          </p:cNvSpPr>
          <p:nvPr/>
        </p:nvSpPr>
        <p:spPr>
          <a:xfrm>
            <a:off x="4432697" y="4951524"/>
            <a:ext cx="711321" cy="377588"/>
          </a:xfrm>
          <a:prstGeom prst="rect">
            <a:avLst/>
          </a:prstGeom>
        </p:spPr>
        <p:txBody>
          <a:bodyPr>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solidFill>
                  <a:schemeClr val="accent2"/>
                </a:solidFill>
                <a:latin typeface="Montserrat SemiBold" panose="00000700000000000000" pitchFamily="50" charset="-52"/>
              </a:rPr>
              <a:t>4</a:t>
            </a:r>
            <a:r>
              <a:rPr lang="ru-RU">
                <a:solidFill>
                  <a:schemeClr val="accent2"/>
                </a:solidFill>
                <a:latin typeface="Montserrat SemiBold" panose="00000700000000000000" pitchFamily="50" charset="-52"/>
              </a:rPr>
              <a:t>5%</a:t>
            </a:r>
            <a:endParaRPr lang="ru-RU" dirty="0">
              <a:solidFill>
                <a:schemeClr val="accent2"/>
              </a:solidFill>
              <a:latin typeface="Montserrat SemiBold" panose="00000700000000000000" pitchFamily="50" charset="-52"/>
            </a:endParaRPr>
          </a:p>
        </p:txBody>
      </p:sp>
      <p:graphicFrame>
        <p:nvGraphicFramePr>
          <p:cNvPr id="8" name="Chart 7">
            <a:extLst>
              <a:ext uri="{FF2B5EF4-FFF2-40B4-BE49-F238E27FC236}">
                <a16:creationId xmlns:a16="http://schemas.microsoft.com/office/drawing/2014/main" id="{30B2A0F7-6000-4B60-AD3D-98803DBB59F1}"/>
              </a:ext>
            </a:extLst>
          </p:cNvPr>
          <p:cNvGraphicFramePr/>
          <p:nvPr>
            <p:extLst>
              <p:ext uri="{D42A27DB-BD31-4B8C-83A1-F6EECF244321}">
                <p14:modId xmlns:p14="http://schemas.microsoft.com/office/powerpoint/2010/main" val="1822151036"/>
              </p:ext>
            </p:extLst>
          </p:nvPr>
        </p:nvGraphicFramePr>
        <p:xfrm>
          <a:off x="5745689" y="2481105"/>
          <a:ext cx="2939177" cy="1959451"/>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Placeholder 3">
            <a:extLst>
              <a:ext uri="{FF2B5EF4-FFF2-40B4-BE49-F238E27FC236}">
                <a16:creationId xmlns:a16="http://schemas.microsoft.com/office/drawing/2014/main" id="{B7125DE4-25E3-4A78-B377-D1A886C0242D}"/>
              </a:ext>
            </a:extLst>
          </p:cNvPr>
          <p:cNvSpPr txBox="1">
            <a:spLocks/>
          </p:cNvSpPr>
          <p:nvPr/>
        </p:nvSpPr>
        <p:spPr>
          <a:xfrm>
            <a:off x="6510013" y="5252912"/>
            <a:ext cx="1410528" cy="587168"/>
          </a:xfrm>
          <a:prstGeom prst="rect">
            <a:avLst/>
          </a:prstGeom>
        </p:spPr>
        <p:txBody>
          <a:bodyPr vert="horz" lIns="91440" tIns="45720" rIns="91440" bIns="45720" rtlCol="0" anchor="ctr"/>
          <a:lstStyle>
            <a:defPPr>
              <a:defRPr lang="ru-UA"/>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sz="900">
                <a:solidFill>
                  <a:schemeClr val="tx1"/>
                </a:solidFill>
                <a:latin typeface="Montserrat Light" panose="00000400000000000000" pitchFamily="50" charset="-52"/>
              </a:rPr>
              <a:t>Lorem ipsum dolor sit amet, consectetur adipiscing elit, sed do eiusmod tempor</a:t>
            </a:r>
            <a:endParaRPr lang="ru-RU" sz="900" dirty="0">
              <a:solidFill>
                <a:schemeClr val="tx1"/>
              </a:solidFill>
              <a:latin typeface="Montserrat Light" panose="00000400000000000000" pitchFamily="50" charset="-52"/>
            </a:endParaRPr>
          </a:p>
        </p:txBody>
      </p:sp>
      <p:sp>
        <p:nvSpPr>
          <p:cNvPr id="10" name="Text Placeholder 7">
            <a:extLst>
              <a:ext uri="{FF2B5EF4-FFF2-40B4-BE49-F238E27FC236}">
                <a16:creationId xmlns:a16="http://schemas.microsoft.com/office/drawing/2014/main" id="{12DA468E-9114-4BA0-B107-E550099F61CB}"/>
              </a:ext>
            </a:extLst>
          </p:cNvPr>
          <p:cNvSpPr txBox="1">
            <a:spLocks/>
          </p:cNvSpPr>
          <p:nvPr/>
        </p:nvSpPr>
        <p:spPr>
          <a:xfrm>
            <a:off x="6914702" y="4951524"/>
            <a:ext cx="711321" cy="377588"/>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solidFill>
                  <a:schemeClr val="accent3"/>
                </a:solidFill>
                <a:latin typeface="Montserrat SemiBold" panose="00000700000000000000" pitchFamily="50" charset="-52"/>
              </a:rPr>
              <a:t>32</a:t>
            </a:r>
            <a:r>
              <a:rPr lang="ru-RU">
                <a:solidFill>
                  <a:schemeClr val="accent3"/>
                </a:solidFill>
                <a:latin typeface="Montserrat SemiBold" panose="00000700000000000000" pitchFamily="50" charset="-52"/>
              </a:rPr>
              <a:t>%</a:t>
            </a:r>
            <a:endParaRPr lang="ru-RU" dirty="0">
              <a:solidFill>
                <a:schemeClr val="accent3"/>
              </a:solidFill>
              <a:latin typeface="Montserrat SemiBold" panose="00000700000000000000" pitchFamily="50" charset="-52"/>
            </a:endParaRPr>
          </a:p>
        </p:txBody>
      </p:sp>
      <p:graphicFrame>
        <p:nvGraphicFramePr>
          <p:cNvPr id="11" name="Chart 10">
            <a:extLst>
              <a:ext uri="{FF2B5EF4-FFF2-40B4-BE49-F238E27FC236}">
                <a16:creationId xmlns:a16="http://schemas.microsoft.com/office/drawing/2014/main" id="{DA96BEDC-C1F6-45A6-A7EB-A66F33AB603C}"/>
              </a:ext>
            </a:extLst>
          </p:cNvPr>
          <p:cNvGraphicFramePr/>
          <p:nvPr>
            <p:extLst>
              <p:ext uri="{D42A27DB-BD31-4B8C-83A1-F6EECF244321}">
                <p14:modId xmlns:p14="http://schemas.microsoft.com/office/powerpoint/2010/main" val="1845003571"/>
              </p:ext>
            </p:extLst>
          </p:nvPr>
        </p:nvGraphicFramePr>
        <p:xfrm>
          <a:off x="8242696" y="2481105"/>
          <a:ext cx="2939177" cy="1959451"/>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 Placeholder 3">
            <a:extLst>
              <a:ext uri="{FF2B5EF4-FFF2-40B4-BE49-F238E27FC236}">
                <a16:creationId xmlns:a16="http://schemas.microsoft.com/office/drawing/2014/main" id="{1AA3D24E-9CAE-4384-8D1F-51DAC5DEABA7}"/>
              </a:ext>
            </a:extLst>
          </p:cNvPr>
          <p:cNvSpPr txBox="1">
            <a:spLocks/>
          </p:cNvSpPr>
          <p:nvPr/>
        </p:nvSpPr>
        <p:spPr>
          <a:xfrm>
            <a:off x="9007020" y="5252912"/>
            <a:ext cx="1410528" cy="587168"/>
          </a:xfrm>
          <a:prstGeom prst="rect">
            <a:avLst/>
          </a:prstGeom>
        </p:spPr>
        <p:txBody>
          <a:bodyPr vert="horz" lIns="91440" tIns="45720" rIns="91440" bIns="45720" rtlCol="0" anchor="ctr"/>
          <a:lstStyle>
            <a:defPPr>
              <a:defRPr lang="ru-UA"/>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sz="900">
                <a:solidFill>
                  <a:schemeClr val="tx1"/>
                </a:solidFill>
                <a:latin typeface="Montserrat Light" panose="00000400000000000000" pitchFamily="50" charset="-52"/>
              </a:rPr>
              <a:t>Lorem ipsum dolor sit amet, consectetur adipiscing elit, sed do eiusmod tempor</a:t>
            </a:r>
            <a:endParaRPr lang="ru-RU" sz="900" dirty="0">
              <a:solidFill>
                <a:schemeClr val="tx1"/>
              </a:solidFill>
              <a:latin typeface="Montserrat Light" panose="00000400000000000000" pitchFamily="50" charset="-52"/>
            </a:endParaRPr>
          </a:p>
        </p:txBody>
      </p:sp>
      <p:sp>
        <p:nvSpPr>
          <p:cNvPr id="13" name="Text Placeholder 7">
            <a:extLst>
              <a:ext uri="{FF2B5EF4-FFF2-40B4-BE49-F238E27FC236}">
                <a16:creationId xmlns:a16="http://schemas.microsoft.com/office/drawing/2014/main" id="{99420179-E180-480F-803D-84AC75A1E648}"/>
              </a:ext>
            </a:extLst>
          </p:cNvPr>
          <p:cNvSpPr txBox="1">
            <a:spLocks/>
          </p:cNvSpPr>
          <p:nvPr/>
        </p:nvSpPr>
        <p:spPr>
          <a:xfrm>
            <a:off x="9411709" y="4951524"/>
            <a:ext cx="711321" cy="377588"/>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solidFill>
                  <a:schemeClr val="accent4"/>
                </a:solidFill>
                <a:latin typeface="Montserrat SemiBold" panose="00000700000000000000" pitchFamily="50" charset="-52"/>
              </a:rPr>
              <a:t>6</a:t>
            </a:r>
            <a:r>
              <a:rPr lang="ru-RU">
                <a:solidFill>
                  <a:schemeClr val="accent4"/>
                </a:solidFill>
                <a:latin typeface="Montserrat SemiBold" panose="00000700000000000000" pitchFamily="50" charset="-52"/>
              </a:rPr>
              <a:t>5%</a:t>
            </a:r>
            <a:endParaRPr lang="ru-RU" dirty="0">
              <a:solidFill>
                <a:schemeClr val="accent4"/>
              </a:solidFill>
              <a:latin typeface="Montserrat SemiBold" panose="00000700000000000000" pitchFamily="50" charset="-52"/>
            </a:endParaRPr>
          </a:p>
        </p:txBody>
      </p:sp>
      <p:grpSp>
        <p:nvGrpSpPr>
          <p:cNvPr id="14" name="Group 13">
            <a:extLst>
              <a:ext uri="{FF2B5EF4-FFF2-40B4-BE49-F238E27FC236}">
                <a16:creationId xmlns:a16="http://schemas.microsoft.com/office/drawing/2014/main" id="{1FAB5DB5-CD82-4846-AD38-7DAD32C8FF88}"/>
              </a:ext>
            </a:extLst>
          </p:cNvPr>
          <p:cNvGrpSpPr/>
          <p:nvPr/>
        </p:nvGrpSpPr>
        <p:grpSpPr>
          <a:xfrm>
            <a:off x="2535742" y="2357838"/>
            <a:ext cx="711322" cy="347687"/>
            <a:chOff x="5567363" y="3171826"/>
            <a:chExt cx="1062037" cy="519113"/>
          </a:xfrm>
        </p:grpSpPr>
        <p:sp>
          <p:nvSpPr>
            <p:cNvPr id="15" name="Freeform 5">
              <a:extLst>
                <a:ext uri="{FF2B5EF4-FFF2-40B4-BE49-F238E27FC236}">
                  <a16:creationId xmlns:a16="http://schemas.microsoft.com/office/drawing/2014/main" id="{804627A6-101D-4807-90A7-1B48E539D7C5}"/>
                </a:ext>
              </a:extLst>
            </p:cNvPr>
            <p:cNvSpPr>
              <a:spLocks/>
            </p:cNvSpPr>
            <p:nvPr/>
          </p:nvSpPr>
          <p:spPr bwMode="auto">
            <a:xfrm>
              <a:off x="5567363" y="3225801"/>
              <a:ext cx="954088" cy="465138"/>
            </a:xfrm>
            <a:custGeom>
              <a:avLst/>
              <a:gdLst>
                <a:gd name="T0" fmla="*/ 0 w 601"/>
                <a:gd name="T1" fmla="*/ 293 h 293"/>
                <a:gd name="T2" fmla="*/ 215 w 601"/>
                <a:gd name="T3" fmla="*/ 0 h 293"/>
                <a:gd name="T4" fmla="*/ 601 w 601"/>
                <a:gd name="T5" fmla="*/ 0 h 293"/>
              </a:gdLst>
              <a:ahLst/>
              <a:cxnLst>
                <a:cxn ang="0">
                  <a:pos x="T0" y="T1"/>
                </a:cxn>
                <a:cxn ang="0">
                  <a:pos x="T2" y="T3"/>
                </a:cxn>
                <a:cxn ang="0">
                  <a:pos x="T4" y="T5"/>
                </a:cxn>
              </a:cxnLst>
              <a:rect l="0" t="0" r="r" b="b"/>
              <a:pathLst>
                <a:path w="601" h="293">
                  <a:moveTo>
                    <a:pt x="0" y="293"/>
                  </a:moveTo>
                  <a:lnTo>
                    <a:pt x="215" y="0"/>
                  </a:lnTo>
                  <a:lnTo>
                    <a:pt x="601" y="0"/>
                  </a:lnTo>
                </a:path>
              </a:pathLst>
            </a:custGeom>
            <a:noFill/>
            <a:ln w="14288"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16" name="Oval 15">
              <a:extLst>
                <a:ext uri="{FF2B5EF4-FFF2-40B4-BE49-F238E27FC236}">
                  <a16:creationId xmlns:a16="http://schemas.microsoft.com/office/drawing/2014/main" id="{DCE7709B-9E03-43F1-B313-EE6FB6644079}"/>
                </a:ext>
              </a:extLst>
            </p:cNvPr>
            <p:cNvSpPr>
              <a:spLocks noChangeArrowheads="1"/>
            </p:cNvSpPr>
            <p:nvPr/>
          </p:nvSpPr>
          <p:spPr bwMode="auto">
            <a:xfrm>
              <a:off x="6521450" y="3171826"/>
              <a:ext cx="107950" cy="107950"/>
            </a:xfrm>
            <a:prstGeom prst="ellipse">
              <a:avLst/>
            </a:prstGeom>
            <a:noFill/>
            <a:ln w="14288"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grpSp>
      <p:sp>
        <p:nvSpPr>
          <p:cNvPr id="17" name="Text Placeholder 7">
            <a:extLst>
              <a:ext uri="{FF2B5EF4-FFF2-40B4-BE49-F238E27FC236}">
                <a16:creationId xmlns:a16="http://schemas.microsoft.com/office/drawing/2014/main" id="{C3019AA7-B46E-4A2C-A723-BD4F877D8A3C}"/>
              </a:ext>
            </a:extLst>
          </p:cNvPr>
          <p:cNvSpPr txBox="1">
            <a:spLocks/>
          </p:cNvSpPr>
          <p:nvPr/>
        </p:nvSpPr>
        <p:spPr>
          <a:xfrm>
            <a:off x="3225981" y="2255694"/>
            <a:ext cx="711321" cy="3775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ru-RU" sz="1400">
                <a:solidFill>
                  <a:schemeClr val="accent1"/>
                </a:solidFill>
                <a:latin typeface="Montserrat SemiBold" panose="00000700000000000000" pitchFamily="50" charset="-52"/>
              </a:rPr>
              <a:t>20</a:t>
            </a:r>
            <a:r>
              <a:rPr lang="en-US" sz="1400">
                <a:solidFill>
                  <a:schemeClr val="accent1"/>
                </a:solidFill>
                <a:latin typeface="Montserrat SemiBold" panose="00000700000000000000" pitchFamily="50" charset="-52"/>
              </a:rPr>
              <a:t>09</a:t>
            </a:r>
            <a:endParaRPr lang="ru-RU" sz="1400" dirty="0">
              <a:solidFill>
                <a:schemeClr val="accent1"/>
              </a:solidFill>
              <a:latin typeface="Montserrat SemiBold" panose="00000700000000000000" pitchFamily="50" charset="-52"/>
            </a:endParaRPr>
          </a:p>
        </p:txBody>
      </p:sp>
      <p:grpSp>
        <p:nvGrpSpPr>
          <p:cNvPr id="18" name="Group 17">
            <a:extLst>
              <a:ext uri="{FF2B5EF4-FFF2-40B4-BE49-F238E27FC236}">
                <a16:creationId xmlns:a16="http://schemas.microsoft.com/office/drawing/2014/main" id="{CCADE259-C21F-4DC0-899D-902342D41D6C}"/>
              </a:ext>
            </a:extLst>
          </p:cNvPr>
          <p:cNvGrpSpPr/>
          <p:nvPr/>
        </p:nvGrpSpPr>
        <p:grpSpPr>
          <a:xfrm>
            <a:off x="4981363" y="2357838"/>
            <a:ext cx="711322" cy="347687"/>
            <a:chOff x="5567363" y="3171826"/>
            <a:chExt cx="1062037" cy="519113"/>
          </a:xfrm>
        </p:grpSpPr>
        <p:sp>
          <p:nvSpPr>
            <p:cNvPr id="19" name="Freeform 5">
              <a:extLst>
                <a:ext uri="{FF2B5EF4-FFF2-40B4-BE49-F238E27FC236}">
                  <a16:creationId xmlns:a16="http://schemas.microsoft.com/office/drawing/2014/main" id="{2DABA0B4-DE58-4A14-8ECA-762F2B76D690}"/>
                </a:ext>
              </a:extLst>
            </p:cNvPr>
            <p:cNvSpPr>
              <a:spLocks/>
            </p:cNvSpPr>
            <p:nvPr/>
          </p:nvSpPr>
          <p:spPr bwMode="auto">
            <a:xfrm>
              <a:off x="5567363" y="3225801"/>
              <a:ext cx="954088" cy="465138"/>
            </a:xfrm>
            <a:custGeom>
              <a:avLst/>
              <a:gdLst>
                <a:gd name="T0" fmla="*/ 0 w 601"/>
                <a:gd name="T1" fmla="*/ 293 h 293"/>
                <a:gd name="T2" fmla="*/ 215 w 601"/>
                <a:gd name="T3" fmla="*/ 0 h 293"/>
                <a:gd name="T4" fmla="*/ 601 w 601"/>
                <a:gd name="T5" fmla="*/ 0 h 293"/>
              </a:gdLst>
              <a:ahLst/>
              <a:cxnLst>
                <a:cxn ang="0">
                  <a:pos x="T0" y="T1"/>
                </a:cxn>
                <a:cxn ang="0">
                  <a:pos x="T2" y="T3"/>
                </a:cxn>
                <a:cxn ang="0">
                  <a:pos x="T4" y="T5"/>
                </a:cxn>
              </a:cxnLst>
              <a:rect l="0" t="0" r="r" b="b"/>
              <a:pathLst>
                <a:path w="601" h="293">
                  <a:moveTo>
                    <a:pt x="0" y="293"/>
                  </a:moveTo>
                  <a:lnTo>
                    <a:pt x="215" y="0"/>
                  </a:lnTo>
                  <a:lnTo>
                    <a:pt x="601" y="0"/>
                  </a:lnTo>
                </a:path>
              </a:pathLst>
            </a:custGeom>
            <a:noFill/>
            <a:ln w="14288"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20" name="Oval 19">
              <a:extLst>
                <a:ext uri="{FF2B5EF4-FFF2-40B4-BE49-F238E27FC236}">
                  <a16:creationId xmlns:a16="http://schemas.microsoft.com/office/drawing/2014/main" id="{CA830D6C-9274-4A44-9A04-7AE972B93819}"/>
                </a:ext>
              </a:extLst>
            </p:cNvPr>
            <p:cNvSpPr>
              <a:spLocks noChangeArrowheads="1"/>
            </p:cNvSpPr>
            <p:nvPr/>
          </p:nvSpPr>
          <p:spPr bwMode="auto">
            <a:xfrm>
              <a:off x="6521450" y="3171826"/>
              <a:ext cx="107950" cy="107950"/>
            </a:xfrm>
            <a:prstGeom prst="ellipse">
              <a:avLst/>
            </a:prstGeom>
            <a:noFill/>
            <a:ln w="14288"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grpSp>
      <p:sp>
        <p:nvSpPr>
          <p:cNvPr id="21" name="Text Placeholder 7">
            <a:extLst>
              <a:ext uri="{FF2B5EF4-FFF2-40B4-BE49-F238E27FC236}">
                <a16:creationId xmlns:a16="http://schemas.microsoft.com/office/drawing/2014/main" id="{CFD3B7A4-81EE-4F40-9ABF-240A01C6E0DE}"/>
              </a:ext>
            </a:extLst>
          </p:cNvPr>
          <p:cNvSpPr txBox="1">
            <a:spLocks/>
          </p:cNvSpPr>
          <p:nvPr/>
        </p:nvSpPr>
        <p:spPr>
          <a:xfrm>
            <a:off x="5671602" y="2255694"/>
            <a:ext cx="711321" cy="3775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a:solidFill>
                  <a:schemeClr val="accent2"/>
                </a:solidFill>
                <a:latin typeface="Montserrat SemiBold" panose="00000700000000000000" pitchFamily="50" charset="-52"/>
              </a:rPr>
              <a:t>2012</a:t>
            </a:r>
            <a:endParaRPr lang="ru-RU" sz="1400" dirty="0">
              <a:solidFill>
                <a:schemeClr val="accent2"/>
              </a:solidFill>
              <a:latin typeface="Montserrat SemiBold" panose="00000700000000000000" pitchFamily="50" charset="-52"/>
            </a:endParaRPr>
          </a:p>
        </p:txBody>
      </p:sp>
      <p:grpSp>
        <p:nvGrpSpPr>
          <p:cNvPr id="22" name="Group 21">
            <a:extLst>
              <a:ext uri="{FF2B5EF4-FFF2-40B4-BE49-F238E27FC236}">
                <a16:creationId xmlns:a16="http://schemas.microsoft.com/office/drawing/2014/main" id="{1EC6028C-C439-457B-87D6-EC5354CC33DC}"/>
              </a:ext>
            </a:extLst>
          </p:cNvPr>
          <p:cNvGrpSpPr/>
          <p:nvPr/>
        </p:nvGrpSpPr>
        <p:grpSpPr>
          <a:xfrm>
            <a:off x="7426984" y="2357838"/>
            <a:ext cx="711322" cy="347687"/>
            <a:chOff x="5567363" y="3171826"/>
            <a:chExt cx="1062037" cy="519113"/>
          </a:xfrm>
        </p:grpSpPr>
        <p:sp>
          <p:nvSpPr>
            <p:cNvPr id="23" name="Freeform 5">
              <a:extLst>
                <a:ext uri="{FF2B5EF4-FFF2-40B4-BE49-F238E27FC236}">
                  <a16:creationId xmlns:a16="http://schemas.microsoft.com/office/drawing/2014/main" id="{CD218B62-2827-499A-B222-A16C1D238FC4}"/>
                </a:ext>
              </a:extLst>
            </p:cNvPr>
            <p:cNvSpPr>
              <a:spLocks/>
            </p:cNvSpPr>
            <p:nvPr/>
          </p:nvSpPr>
          <p:spPr bwMode="auto">
            <a:xfrm>
              <a:off x="5567363" y="3225801"/>
              <a:ext cx="954088" cy="465138"/>
            </a:xfrm>
            <a:custGeom>
              <a:avLst/>
              <a:gdLst>
                <a:gd name="T0" fmla="*/ 0 w 601"/>
                <a:gd name="T1" fmla="*/ 293 h 293"/>
                <a:gd name="T2" fmla="*/ 215 w 601"/>
                <a:gd name="T3" fmla="*/ 0 h 293"/>
                <a:gd name="T4" fmla="*/ 601 w 601"/>
                <a:gd name="T5" fmla="*/ 0 h 293"/>
              </a:gdLst>
              <a:ahLst/>
              <a:cxnLst>
                <a:cxn ang="0">
                  <a:pos x="T0" y="T1"/>
                </a:cxn>
                <a:cxn ang="0">
                  <a:pos x="T2" y="T3"/>
                </a:cxn>
                <a:cxn ang="0">
                  <a:pos x="T4" y="T5"/>
                </a:cxn>
              </a:cxnLst>
              <a:rect l="0" t="0" r="r" b="b"/>
              <a:pathLst>
                <a:path w="601" h="293">
                  <a:moveTo>
                    <a:pt x="0" y="293"/>
                  </a:moveTo>
                  <a:lnTo>
                    <a:pt x="215" y="0"/>
                  </a:lnTo>
                  <a:lnTo>
                    <a:pt x="601" y="0"/>
                  </a:lnTo>
                </a:path>
              </a:pathLst>
            </a:custGeom>
            <a:noFill/>
            <a:ln w="14288"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24" name="Oval 23">
              <a:extLst>
                <a:ext uri="{FF2B5EF4-FFF2-40B4-BE49-F238E27FC236}">
                  <a16:creationId xmlns:a16="http://schemas.microsoft.com/office/drawing/2014/main" id="{242BA47B-25C0-4719-BFCC-B8A36FC39854}"/>
                </a:ext>
              </a:extLst>
            </p:cNvPr>
            <p:cNvSpPr>
              <a:spLocks noChangeArrowheads="1"/>
            </p:cNvSpPr>
            <p:nvPr/>
          </p:nvSpPr>
          <p:spPr bwMode="auto">
            <a:xfrm>
              <a:off x="6521450" y="3171826"/>
              <a:ext cx="107950" cy="107950"/>
            </a:xfrm>
            <a:prstGeom prst="ellipse">
              <a:avLst/>
            </a:prstGeom>
            <a:noFill/>
            <a:ln w="14288"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grpSp>
      <p:sp>
        <p:nvSpPr>
          <p:cNvPr id="25" name="Text Placeholder 7">
            <a:extLst>
              <a:ext uri="{FF2B5EF4-FFF2-40B4-BE49-F238E27FC236}">
                <a16:creationId xmlns:a16="http://schemas.microsoft.com/office/drawing/2014/main" id="{0849A6DF-9D5D-45CF-AB9C-8D918A3231F1}"/>
              </a:ext>
            </a:extLst>
          </p:cNvPr>
          <p:cNvSpPr txBox="1">
            <a:spLocks/>
          </p:cNvSpPr>
          <p:nvPr/>
        </p:nvSpPr>
        <p:spPr>
          <a:xfrm>
            <a:off x="8117223" y="2255694"/>
            <a:ext cx="711321" cy="3775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ru-RU" sz="1400">
                <a:solidFill>
                  <a:schemeClr val="accent3"/>
                </a:solidFill>
                <a:latin typeface="Montserrat SemiBold" panose="00000700000000000000" pitchFamily="50" charset="-52"/>
              </a:rPr>
              <a:t>2018</a:t>
            </a:r>
            <a:endParaRPr lang="ru-RU" sz="1400" dirty="0">
              <a:solidFill>
                <a:schemeClr val="accent3"/>
              </a:solidFill>
              <a:latin typeface="Montserrat SemiBold" panose="00000700000000000000" pitchFamily="50" charset="-52"/>
            </a:endParaRPr>
          </a:p>
        </p:txBody>
      </p:sp>
      <p:grpSp>
        <p:nvGrpSpPr>
          <p:cNvPr id="26" name="Group 25">
            <a:extLst>
              <a:ext uri="{FF2B5EF4-FFF2-40B4-BE49-F238E27FC236}">
                <a16:creationId xmlns:a16="http://schemas.microsoft.com/office/drawing/2014/main" id="{EA2A65B5-8F34-47FA-B135-B810722AD4DC}"/>
              </a:ext>
            </a:extLst>
          </p:cNvPr>
          <p:cNvGrpSpPr/>
          <p:nvPr/>
        </p:nvGrpSpPr>
        <p:grpSpPr>
          <a:xfrm>
            <a:off x="9905786" y="2357838"/>
            <a:ext cx="711322" cy="347687"/>
            <a:chOff x="5567363" y="3171826"/>
            <a:chExt cx="1062037" cy="519113"/>
          </a:xfrm>
        </p:grpSpPr>
        <p:sp>
          <p:nvSpPr>
            <p:cNvPr id="27" name="Freeform 5">
              <a:extLst>
                <a:ext uri="{FF2B5EF4-FFF2-40B4-BE49-F238E27FC236}">
                  <a16:creationId xmlns:a16="http://schemas.microsoft.com/office/drawing/2014/main" id="{16AA0E71-515D-44C5-A9A7-91C9FEC3A4DA}"/>
                </a:ext>
              </a:extLst>
            </p:cNvPr>
            <p:cNvSpPr>
              <a:spLocks/>
            </p:cNvSpPr>
            <p:nvPr/>
          </p:nvSpPr>
          <p:spPr bwMode="auto">
            <a:xfrm>
              <a:off x="5567363" y="3225801"/>
              <a:ext cx="954088" cy="465138"/>
            </a:xfrm>
            <a:custGeom>
              <a:avLst/>
              <a:gdLst>
                <a:gd name="T0" fmla="*/ 0 w 601"/>
                <a:gd name="T1" fmla="*/ 293 h 293"/>
                <a:gd name="T2" fmla="*/ 215 w 601"/>
                <a:gd name="T3" fmla="*/ 0 h 293"/>
                <a:gd name="T4" fmla="*/ 601 w 601"/>
                <a:gd name="T5" fmla="*/ 0 h 293"/>
              </a:gdLst>
              <a:ahLst/>
              <a:cxnLst>
                <a:cxn ang="0">
                  <a:pos x="T0" y="T1"/>
                </a:cxn>
                <a:cxn ang="0">
                  <a:pos x="T2" y="T3"/>
                </a:cxn>
                <a:cxn ang="0">
                  <a:pos x="T4" y="T5"/>
                </a:cxn>
              </a:cxnLst>
              <a:rect l="0" t="0" r="r" b="b"/>
              <a:pathLst>
                <a:path w="601" h="293">
                  <a:moveTo>
                    <a:pt x="0" y="293"/>
                  </a:moveTo>
                  <a:lnTo>
                    <a:pt x="215" y="0"/>
                  </a:lnTo>
                  <a:lnTo>
                    <a:pt x="601" y="0"/>
                  </a:lnTo>
                </a:path>
              </a:pathLst>
            </a:custGeom>
            <a:noFill/>
            <a:ln w="14288"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28" name="Oval 27">
              <a:extLst>
                <a:ext uri="{FF2B5EF4-FFF2-40B4-BE49-F238E27FC236}">
                  <a16:creationId xmlns:a16="http://schemas.microsoft.com/office/drawing/2014/main" id="{F9811A16-8FA1-41C3-86F4-7F0C1405FA10}"/>
                </a:ext>
              </a:extLst>
            </p:cNvPr>
            <p:cNvSpPr>
              <a:spLocks noChangeArrowheads="1"/>
            </p:cNvSpPr>
            <p:nvPr/>
          </p:nvSpPr>
          <p:spPr bwMode="auto">
            <a:xfrm>
              <a:off x="6521450" y="3171826"/>
              <a:ext cx="107950" cy="107950"/>
            </a:xfrm>
            <a:prstGeom prst="ellipse">
              <a:avLst/>
            </a:prstGeom>
            <a:noFill/>
            <a:ln w="14288"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grpSp>
      <p:sp>
        <p:nvSpPr>
          <p:cNvPr id="29" name="Text Placeholder 7">
            <a:extLst>
              <a:ext uri="{FF2B5EF4-FFF2-40B4-BE49-F238E27FC236}">
                <a16:creationId xmlns:a16="http://schemas.microsoft.com/office/drawing/2014/main" id="{EF5F872F-5FB0-4093-8E28-48145C3280C2}"/>
              </a:ext>
            </a:extLst>
          </p:cNvPr>
          <p:cNvSpPr txBox="1">
            <a:spLocks/>
          </p:cNvSpPr>
          <p:nvPr/>
        </p:nvSpPr>
        <p:spPr>
          <a:xfrm>
            <a:off x="10596025" y="2255694"/>
            <a:ext cx="711321" cy="3775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a:solidFill>
                  <a:schemeClr val="accent4"/>
                </a:solidFill>
                <a:latin typeface="Montserrat SemiBold" panose="00000700000000000000" pitchFamily="50" charset="-52"/>
              </a:rPr>
              <a:t>2021</a:t>
            </a:r>
            <a:endParaRPr lang="ru-RU" sz="1400" dirty="0">
              <a:solidFill>
                <a:schemeClr val="accent4"/>
              </a:solidFill>
              <a:latin typeface="Montserrat SemiBold" panose="00000700000000000000" pitchFamily="50" charset="-52"/>
            </a:endParaRPr>
          </a:p>
        </p:txBody>
      </p:sp>
      <p:sp>
        <p:nvSpPr>
          <p:cNvPr id="35" name="TextBox 34">
            <a:extLst>
              <a:ext uri="{FF2B5EF4-FFF2-40B4-BE49-F238E27FC236}">
                <a16:creationId xmlns:a16="http://schemas.microsoft.com/office/drawing/2014/main" id="{5C51F3E7-056B-4D0D-958E-12F74D77FBE6}"/>
              </a:ext>
            </a:extLst>
          </p:cNvPr>
          <p:cNvSpPr txBox="1"/>
          <p:nvPr/>
        </p:nvSpPr>
        <p:spPr>
          <a:xfrm>
            <a:off x="3655269" y="333188"/>
            <a:ext cx="4881466" cy="461665"/>
          </a:xfrm>
          <a:prstGeom prst="rect">
            <a:avLst/>
          </a:prstGeom>
          <a:noFill/>
        </p:spPr>
        <p:txBody>
          <a:bodyPr wrap="none" rtlCol="0">
            <a:spAutoFit/>
          </a:bodyPr>
          <a:lstStyle/>
          <a:p>
            <a:pPr algn="ctr"/>
            <a:r>
              <a:rPr lang="en-US" sz="2400">
                <a:latin typeface="Montserrat SemiBold" panose="00000700000000000000" pitchFamily="50" charset="-52"/>
              </a:rPr>
              <a:t>EDITABLE PIE INFOGRAPHIC</a:t>
            </a:r>
            <a:endParaRPr lang="ru-UA" sz="2400">
              <a:latin typeface="Montserrat SemiBold" panose="00000700000000000000" pitchFamily="50" charset="-52"/>
            </a:endParaRPr>
          </a:p>
        </p:txBody>
      </p:sp>
      <p:sp>
        <p:nvSpPr>
          <p:cNvPr id="36" name="TextBox 35">
            <a:extLst>
              <a:ext uri="{FF2B5EF4-FFF2-40B4-BE49-F238E27FC236}">
                <a16:creationId xmlns:a16="http://schemas.microsoft.com/office/drawing/2014/main" id="{A4172590-AF14-4C7B-9929-9CFD7C6CCC60}"/>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1974526195"/>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Effect transition="in" filter="fade">
                                          <p:cBhvr>
                                            <p:cTn id="9" dur="750"/>
                                            <p:tgtEl>
                                              <p:spTgt spid="2"/>
                                            </p:tgtEl>
                                          </p:cBhvr>
                                        </p:animEffect>
                                      </p:childTnLst>
                                    </p:cTn>
                                  </p:par>
                                  <p:par>
                                    <p:cTn id="10" presetID="53" presetClass="entr" presetSubtype="16"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 calcmode="lin" valueType="num">
                                          <p:cBhvr>
                                            <p:cTn id="12" dur="750" fill="hold"/>
                                            <p:tgtEl>
                                              <p:spTgt spid="5"/>
                                            </p:tgtEl>
                                            <p:attrNameLst>
                                              <p:attrName>ppt_w</p:attrName>
                                            </p:attrNameLst>
                                          </p:cBhvr>
                                          <p:tavLst>
                                            <p:tav tm="0">
                                              <p:val>
                                                <p:fltVal val="0"/>
                                              </p:val>
                                            </p:tav>
                                            <p:tav tm="100000">
                                              <p:val>
                                                <p:strVal val="#ppt_w"/>
                                              </p:val>
                                            </p:tav>
                                          </p:tavLst>
                                        </p:anim>
                                        <p:anim calcmode="lin" valueType="num">
                                          <p:cBhvr>
                                            <p:cTn id="13" dur="750" fill="hold"/>
                                            <p:tgtEl>
                                              <p:spTgt spid="5"/>
                                            </p:tgtEl>
                                            <p:attrNameLst>
                                              <p:attrName>ppt_h</p:attrName>
                                            </p:attrNameLst>
                                          </p:cBhvr>
                                          <p:tavLst>
                                            <p:tav tm="0">
                                              <p:val>
                                                <p:fltVal val="0"/>
                                              </p:val>
                                            </p:tav>
                                            <p:tav tm="100000">
                                              <p:val>
                                                <p:strVal val="#ppt_h"/>
                                              </p:val>
                                            </p:tav>
                                          </p:tavLst>
                                        </p:anim>
                                        <p:animEffect transition="in" filter="fade">
                                          <p:cBhvr>
                                            <p:cTn id="14" dur="750"/>
                                            <p:tgtEl>
                                              <p:spTgt spid="5"/>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8"/>
                                            </p:tgtEl>
                                            <p:attrNameLst>
                                              <p:attrName>style.visibility</p:attrName>
                                            </p:attrNameLst>
                                          </p:cBhvr>
                                          <p:to>
                                            <p:strVal val="visible"/>
                                          </p:to>
                                        </p:set>
                                        <p:anim calcmode="lin" valueType="num">
                                          <p:cBhvr>
                                            <p:cTn id="17" dur="750" fill="hold"/>
                                            <p:tgtEl>
                                              <p:spTgt spid="8"/>
                                            </p:tgtEl>
                                            <p:attrNameLst>
                                              <p:attrName>ppt_w</p:attrName>
                                            </p:attrNameLst>
                                          </p:cBhvr>
                                          <p:tavLst>
                                            <p:tav tm="0">
                                              <p:val>
                                                <p:fltVal val="0"/>
                                              </p:val>
                                            </p:tav>
                                            <p:tav tm="100000">
                                              <p:val>
                                                <p:strVal val="#ppt_w"/>
                                              </p:val>
                                            </p:tav>
                                          </p:tavLst>
                                        </p:anim>
                                        <p:anim calcmode="lin" valueType="num">
                                          <p:cBhvr>
                                            <p:cTn id="18" dur="750" fill="hold"/>
                                            <p:tgtEl>
                                              <p:spTgt spid="8"/>
                                            </p:tgtEl>
                                            <p:attrNameLst>
                                              <p:attrName>ppt_h</p:attrName>
                                            </p:attrNameLst>
                                          </p:cBhvr>
                                          <p:tavLst>
                                            <p:tav tm="0">
                                              <p:val>
                                                <p:fltVal val="0"/>
                                              </p:val>
                                            </p:tav>
                                            <p:tav tm="100000">
                                              <p:val>
                                                <p:strVal val="#ppt_h"/>
                                              </p:val>
                                            </p:tav>
                                          </p:tavLst>
                                        </p:anim>
                                        <p:animEffect transition="in" filter="fade">
                                          <p:cBhvr>
                                            <p:cTn id="19" dur="750"/>
                                            <p:tgtEl>
                                              <p:spTgt spid="8"/>
                                            </p:tgtEl>
                                          </p:cBhvr>
                                        </p:animEffect>
                                      </p:childTnLst>
                                    </p:cTn>
                                  </p:par>
                                  <p:par>
                                    <p:cTn id="20" presetID="53" presetClass="entr" presetSubtype="16" fill="hold" grpId="0" nodeType="withEffect">
                                      <p:stCondLst>
                                        <p:cond delay="750"/>
                                      </p:stCondLst>
                                      <p:childTnLst>
                                        <p:set>
                                          <p:cBhvr>
                                            <p:cTn id="21" dur="1" fill="hold">
                                              <p:stCondLst>
                                                <p:cond delay="0"/>
                                              </p:stCondLst>
                                            </p:cTn>
                                            <p:tgtEl>
                                              <p:spTgt spid="11"/>
                                            </p:tgtEl>
                                            <p:attrNameLst>
                                              <p:attrName>style.visibility</p:attrName>
                                            </p:attrNameLst>
                                          </p:cBhvr>
                                          <p:to>
                                            <p:strVal val="visible"/>
                                          </p:to>
                                        </p:set>
                                        <p:anim calcmode="lin" valueType="num">
                                          <p:cBhvr>
                                            <p:cTn id="22" dur="750" fill="hold"/>
                                            <p:tgtEl>
                                              <p:spTgt spid="11"/>
                                            </p:tgtEl>
                                            <p:attrNameLst>
                                              <p:attrName>ppt_w</p:attrName>
                                            </p:attrNameLst>
                                          </p:cBhvr>
                                          <p:tavLst>
                                            <p:tav tm="0">
                                              <p:val>
                                                <p:fltVal val="0"/>
                                              </p:val>
                                            </p:tav>
                                            <p:tav tm="100000">
                                              <p:val>
                                                <p:strVal val="#ppt_w"/>
                                              </p:val>
                                            </p:tav>
                                          </p:tavLst>
                                        </p:anim>
                                        <p:anim calcmode="lin" valueType="num">
                                          <p:cBhvr>
                                            <p:cTn id="23" dur="750" fill="hold"/>
                                            <p:tgtEl>
                                              <p:spTgt spid="11"/>
                                            </p:tgtEl>
                                            <p:attrNameLst>
                                              <p:attrName>ppt_h</p:attrName>
                                            </p:attrNameLst>
                                          </p:cBhvr>
                                          <p:tavLst>
                                            <p:tav tm="0">
                                              <p:val>
                                                <p:fltVal val="0"/>
                                              </p:val>
                                            </p:tav>
                                            <p:tav tm="100000">
                                              <p:val>
                                                <p:strVal val="#ppt_h"/>
                                              </p:val>
                                            </p:tav>
                                          </p:tavLst>
                                        </p:anim>
                                        <p:animEffect transition="in" filter="fade">
                                          <p:cBhvr>
                                            <p:cTn id="24" dur="750"/>
                                            <p:tgtEl>
                                              <p:spTgt spid="11"/>
                                            </p:tgtEl>
                                          </p:cBhvr>
                                        </p:animEffect>
                                      </p:childTnLst>
                                    </p:cTn>
                                  </p:par>
                                  <p:par>
                                    <p:cTn id="25" presetID="22" presetClass="entr" presetSubtype="8" fill="hold" nodeType="withEffect">
                                      <p:stCondLst>
                                        <p:cond delay="25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par>
                                    <p:cTn id="28" presetID="22" presetClass="entr" presetSubtype="8" fill="hold" nodeType="withEffect">
                                      <p:stCondLst>
                                        <p:cond delay="500"/>
                                      </p:stCondLst>
                                      <p:childTnLst>
                                        <p:set>
                                          <p:cBhvr>
                                            <p:cTn id="29" dur="1" fill="hold">
                                              <p:stCondLst>
                                                <p:cond delay="0"/>
                                              </p:stCondLst>
                                            </p:cTn>
                                            <p:tgtEl>
                                              <p:spTgt spid="18"/>
                                            </p:tgtEl>
                                            <p:attrNameLst>
                                              <p:attrName>style.visibility</p:attrName>
                                            </p:attrNameLst>
                                          </p:cBhvr>
                                          <p:to>
                                            <p:strVal val="visible"/>
                                          </p:to>
                                        </p:set>
                                        <p:animEffect transition="in" filter="wipe(left)">
                                          <p:cBhvr>
                                            <p:cTn id="30" dur="500"/>
                                            <p:tgtEl>
                                              <p:spTgt spid="18"/>
                                            </p:tgtEl>
                                          </p:cBhvr>
                                        </p:animEffect>
                                      </p:childTnLst>
                                    </p:cTn>
                                  </p:par>
                                  <p:par>
                                    <p:cTn id="31" presetID="22" presetClass="entr" presetSubtype="8" fill="hold" nodeType="withEffect">
                                      <p:stCondLst>
                                        <p:cond delay="750"/>
                                      </p:stCondLst>
                                      <p:childTnLst>
                                        <p:set>
                                          <p:cBhvr>
                                            <p:cTn id="32" dur="1" fill="hold">
                                              <p:stCondLst>
                                                <p:cond delay="0"/>
                                              </p:stCondLst>
                                            </p:cTn>
                                            <p:tgtEl>
                                              <p:spTgt spid="22"/>
                                            </p:tgtEl>
                                            <p:attrNameLst>
                                              <p:attrName>style.visibility</p:attrName>
                                            </p:attrNameLst>
                                          </p:cBhvr>
                                          <p:to>
                                            <p:strVal val="visible"/>
                                          </p:to>
                                        </p:set>
                                        <p:animEffect transition="in" filter="wipe(left)">
                                          <p:cBhvr>
                                            <p:cTn id="33" dur="500"/>
                                            <p:tgtEl>
                                              <p:spTgt spid="22"/>
                                            </p:tgtEl>
                                          </p:cBhvr>
                                        </p:animEffect>
                                      </p:childTnLst>
                                    </p:cTn>
                                  </p:par>
                                  <p:par>
                                    <p:cTn id="34" presetID="22" presetClass="entr" presetSubtype="8" fill="hold" nodeType="withEffect">
                                      <p:stCondLst>
                                        <p:cond delay="1000"/>
                                      </p:stCondLst>
                                      <p:childTnLst>
                                        <p:set>
                                          <p:cBhvr>
                                            <p:cTn id="35" dur="1" fill="hold">
                                              <p:stCondLst>
                                                <p:cond delay="0"/>
                                              </p:stCondLst>
                                            </p:cTn>
                                            <p:tgtEl>
                                              <p:spTgt spid="26"/>
                                            </p:tgtEl>
                                            <p:attrNameLst>
                                              <p:attrName>style.visibility</p:attrName>
                                            </p:attrNameLst>
                                          </p:cBhvr>
                                          <p:to>
                                            <p:strVal val="visible"/>
                                          </p:to>
                                        </p:set>
                                        <p:animEffect transition="in" filter="wipe(left)">
                                          <p:cBhvr>
                                            <p:cTn id="36" dur="500"/>
                                            <p:tgtEl>
                                              <p:spTgt spid="26"/>
                                            </p:tgtEl>
                                          </p:cBhvr>
                                        </p:animEffect>
                                      </p:childTnLst>
                                    </p:cTn>
                                  </p:par>
                                  <p:par>
                                    <p:cTn id="37" presetID="10" presetClass="entr" presetSubtype="0" fill="hold" grpId="0" nodeType="withEffect">
                                      <p:stCondLst>
                                        <p:cond delay="50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par>
                                    <p:cTn id="40" presetID="10" presetClass="entr" presetSubtype="0" fill="hold" grpId="0" nodeType="withEffect">
                                      <p:stCondLst>
                                        <p:cond delay="75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100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par>
                                    <p:cTn id="46" presetID="10" presetClass="entr" presetSubtype="0" fill="hold" grpId="0" nodeType="withEffect">
                                      <p:stCondLst>
                                        <p:cond delay="125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500"/>
                                            <p:tgtEl>
                                              <p:spTgt spid="29"/>
                                            </p:tgtEl>
                                          </p:cBhvr>
                                        </p:animEffect>
                                      </p:childTnLst>
                                    </p:cTn>
                                  </p:par>
                                  <p:par>
                                    <p:cTn id="49" presetID="2" presetClass="entr" presetSubtype="4" fill="hold" grpId="0" nodeType="withEffect" p14:presetBounceEnd="67000">
                                      <p:stCondLst>
                                        <p:cond delay="500"/>
                                      </p:stCondLst>
                                      <p:childTnLst>
                                        <p:set>
                                          <p:cBhvr>
                                            <p:cTn id="50" dur="1" fill="hold">
                                              <p:stCondLst>
                                                <p:cond delay="0"/>
                                              </p:stCondLst>
                                            </p:cTn>
                                            <p:tgtEl>
                                              <p:spTgt spid="3"/>
                                            </p:tgtEl>
                                            <p:attrNameLst>
                                              <p:attrName>style.visibility</p:attrName>
                                            </p:attrNameLst>
                                          </p:cBhvr>
                                          <p:to>
                                            <p:strVal val="visible"/>
                                          </p:to>
                                        </p:set>
                                        <p:anim calcmode="lin" valueType="num" p14:bounceEnd="67000">
                                          <p:cBhvr additive="base">
                                            <p:cTn id="51" dur="1000" fill="hold"/>
                                            <p:tgtEl>
                                              <p:spTgt spid="3"/>
                                            </p:tgtEl>
                                            <p:attrNameLst>
                                              <p:attrName>ppt_x</p:attrName>
                                            </p:attrNameLst>
                                          </p:cBhvr>
                                          <p:tavLst>
                                            <p:tav tm="0">
                                              <p:val>
                                                <p:strVal val="#ppt_x"/>
                                              </p:val>
                                            </p:tav>
                                            <p:tav tm="100000">
                                              <p:val>
                                                <p:strVal val="#ppt_x"/>
                                              </p:val>
                                            </p:tav>
                                          </p:tavLst>
                                        </p:anim>
                                        <p:anim calcmode="lin" valueType="num" p14:bounceEnd="67000">
                                          <p:cBhvr additive="base">
                                            <p:cTn id="52" dur="1000" fill="hold"/>
                                            <p:tgtEl>
                                              <p:spTgt spid="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14:presetBounceEnd="67000">
                                      <p:stCondLst>
                                        <p:cond delay="500"/>
                                      </p:stCondLst>
                                      <p:childTnLst>
                                        <p:set>
                                          <p:cBhvr>
                                            <p:cTn id="54" dur="1" fill="hold">
                                              <p:stCondLst>
                                                <p:cond delay="0"/>
                                              </p:stCondLst>
                                            </p:cTn>
                                            <p:tgtEl>
                                              <p:spTgt spid="4"/>
                                            </p:tgtEl>
                                            <p:attrNameLst>
                                              <p:attrName>style.visibility</p:attrName>
                                            </p:attrNameLst>
                                          </p:cBhvr>
                                          <p:to>
                                            <p:strVal val="visible"/>
                                          </p:to>
                                        </p:set>
                                        <p:anim calcmode="lin" valueType="num" p14:bounceEnd="67000">
                                          <p:cBhvr additive="base">
                                            <p:cTn id="55" dur="1000" fill="hold"/>
                                            <p:tgtEl>
                                              <p:spTgt spid="4"/>
                                            </p:tgtEl>
                                            <p:attrNameLst>
                                              <p:attrName>ppt_x</p:attrName>
                                            </p:attrNameLst>
                                          </p:cBhvr>
                                          <p:tavLst>
                                            <p:tav tm="0">
                                              <p:val>
                                                <p:strVal val="#ppt_x"/>
                                              </p:val>
                                            </p:tav>
                                            <p:tav tm="100000">
                                              <p:val>
                                                <p:strVal val="#ppt_x"/>
                                              </p:val>
                                            </p:tav>
                                          </p:tavLst>
                                        </p:anim>
                                        <p:anim calcmode="lin" valueType="num" p14:bounceEnd="67000">
                                          <p:cBhvr additive="base">
                                            <p:cTn id="56" dur="1000" fill="hold"/>
                                            <p:tgtEl>
                                              <p:spTgt spid="4"/>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14:presetBounceEnd="67000">
                                      <p:stCondLst>
                                        <p:cond delay="750"/>
                                      </p:stCondLst>
                                      <p:childTnLst>
                                        <p:set>
                                          <p:cBhvr>
                                            <p:cTn id="58" dur="1" fill="hold">
                                              <p:stCondLst>
                                                <p:cond delay="0"/>
                                              </p:stCondLst>
                                            </p:cTn>
                                            <p:tgtEl>
                                              <p:spTgt spid="6"/>
                                            </p:tgtEl>
                                            <p:attrNameLst>
                                              <p:attrName>style.visibility</p:attrName>
                                            </p:attrNameLst>
                                          </p:cBhvr>
                                          <p:to>
                                            <p:strVal val="visible"/>
                                          </p:to>
                                        </p:set>
                                        <p:anim calcmode="lin" valueType="num" p14:bounceEnd="67000">
                                          <p:cBhvr additive="base">
                                            <p:cTn id="59" dur="1000" fill="hold"/>
                                            <p:tgtEl>
                                              <p:spTgt spid="6"/>
                                            </p:tgtEl>
                                            <p:attrNameLst>
                                              <p:attrName>ppt_x</p:attrName>
                                            </p:attrNameLst>
                                          </p:cBhvr>
                                          <p:tavLst>
                                            <p:tav tm="0">
                                              <p:val>
                                                <p:strVal val="#ppt_x"/>
                                              </p:val>
                                            </p:tav>
                                            <p:tav tm="100000">
                                              <p:val>
                                                <p:strVal val="#ppt_x"/>
                                              </p:val>
                                            </p:tav>
                                          </p:tavLst>
                                        </p:anim>
                                        <p:anim calcmode="lin" valueType="num" p14:bounceEnd="67000">
                                          <p:cBhvr additive="base">
                                            <p:cTn id="60" dur="1000" fill="hold"/>
                                            <p:tgtEl>
                                              <p:spTgt spid="6"/>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14:presetBounceEnd="67000">
                                      <p:stCondLst>
                                        <p:cond delay="750"/>
                                      </p:stCondLst>
                                      <p:childTnLst>
                                        <p:set>
                                          <p:cBhvr>
                                            <p:cTn id="62" dur="1" fill="hold">
                                              <p:stCondLst>
                                                <p:cond delay="0"/>
                                              </p:stCondLst>
                                            </p:cTn>
                                            <p:tgtEl>
                                              <p:spTgt spid="7"/>
                                            </p:tgtEl>
                                            <p:attrNameLst>
                                              <p:attrName>style.visibility</p:attrName>
                                            </p:attrNameLst>
                                          </p:cBhvr>
                                          <p:to>
                                            <p:strVal val="visible"/>
                                          </p:to>
                                        </p:set>
                                        <p:anim calcmode="lin" valueType="num" p14:bounceEnd="67000">
                                          <p:cBhvr additive="base">
                                            <p:cTn id="63" dur="1000" fill="hold"/>
                                            <p:tgtEl>
                                              <p:spTgt spid="7"/>
                                            </p:tgtEl>
                                            <p:attrNameLst>
                                              <p:attrName>ppt_x</p:attrName>
                                            </p:attrNameLst>
                                          </p:cBhvr>
                                          <p:tavLst>
                                            <p:tav tm="0">
                                              <p:val>
                                                <p:strVal val="#ppt_x"/>
                                              </p:val>
                                            </p:tav>
                                            <p:tav tm="100000">
                                              <p:val>
                                                <p:strVal val="#ppt_x"/>
                                              </p:val>
                                            </p:tav>
                                          </p:tavLst>
                                        </p:anim>
                                        <p:anim calcmode="lin" valueType="num" p14:bounceEnd="67000">
                                          <p:cBhvr additive="base">
                                            <p:cTn id="64" dur="1000" fill="hold"/>
                                            <p:tgtEl>
                                              <p:spTgt spid="7"/>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14:presetBounceEnd="67000">
                                      <p:stCondLst>
                                        <p:cond delay="1000"/>
                                      </p:stCondLst>
                                      <p:childTnLst>
                                        <p:set>
                                          <p:cBhvr>
                                            <p:cTn id="66" dur="1" fill="hold">
                                              <p:stCondLst>
                                                <p:cond delay="0"/>
                                              </p:stCondLst>
                                            </p:cTn>
                                            <p:tgtEl>
                                              <p:spTgt spid="9"/>
                                            </p:tgtEl>
                                            <p:attrNameLst>
                                              <p:attrName>style.visibility</p:attrName>
                                            </p:attrNameLst>
                                          </p:cBhvr>
                                          <p:to>
                                            <p:strVal val="visible"/>
                                          </p:to>
                                        </p:set>
                                        <p:anim calcmode="lin" valueType="num" p14:bounceEnd="67000">
                                          <p:cBhvr additive="base">
                                            <p:cTn id="67" dur="1000" fill="hold"/>
                                            <p:tgtEl>
                                              <p:spTgt spid="9"/>
                                            </p:tgtEl>
                                            <p:attrNameLst>
                                              <p:attrName>ppt_x</p:attrName>
                                            </p:attrNameLst>
                                          </p:cBhvr>
                                          <p:tavLst>
                                            <p:tav tm="0">
                                              <p:val>
                                                <p:strVal val="#ppt_x"/>
                                              </p:val>
                                            </p:tav>
                                            <p:tav tm="100000">
                                              <p:val>
                                                <p:strVal val="#ppt_x"/>
                                              </p:val>
                                            </p:tav>
                                          </p:tavLst>
                                        </p:anim>
                                        <p:anim calcmode="lin" valueType="num" p14:bounceEnd="67000">
                                          <p:cBhvr additive="base">
                                            <p:cTn id="68" dur="1000" fill="hold"/>
                                            <p:tgtEl>
                                              <p:spTgt spid="9"/>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14:presetBounceEnd="67000">
                                      <p:stCondLst>
                                        <p:cond delay="1000"/>
                                      </p:stCondLst>
                                      <p:childTnLst>
                                        <p:set>
                                          <p:cBhvr>
                                            <p:cTn id="70" dur="1" fill="hold">
                                              <p:stCondLst>
                                                <p:cond delay="0"/>
                                              </p:stCondLst>
                                            </p:cTn>
                                            <p:tgtEl>
                                              <p:spTgt spid="10"/>
                                            </p:tgtEl>
                                            <p:attrNameLst>
                                              <p:attrName>style.visibility</p:attrName>
                                            </p:attrNameLst>
                                          </p:cBhvr>
                                          <p:to>
                                            <p:strVal val="visible"/>
                                          </p:to>
                                        </p:set>
                                        <p:anim calcmode="lin" valueType="num" p14:bounceEnd="67000">
                                          <p:cBhvr additive="base">
                                            <p:cTn id="71" dur="1000" fill="hold"/>
                                            <p:tgtEl>
                                              <p:spTgt spid="10"/>
                                            </p:tgtEl>
                                            <p:attrNameLst>
                                              <p:attrName>ppt_x</p:attrName>
                                            </p:attrNameLst>
                                          </p:cBhvr>
                                          <p:tavLst>
                                            <p:tav tm="0">
                                              <p:val>
                                                <p:strVal val="#ppt_x"/>
                                              </p:val>
                                            </p:tav>
                                            <p:tav tm="100000">
                                              <p:val>
                                                <p:strVal val="#ppt_x"/>
                                              </p:val>
                                            </p:tav>
                                          </p:tavLst>
                                        </p:anim>
                                        <p:anim calcmode="lin" valueType="num" p14:bounceEnd="67000">
                                          <p:cBhvr additive="base">
                                            <p:cTn id="72" dur="1000" fill="hold"/>
                                            <p:tgtEl>
                                              <p:spTgt spid="10"/>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14:presetBounceEnd="67000">
                                      <p:stCondLst>
                                        <p:cond delay="1250"/>
                                      </p:stCondLst>
                                      <p:childTnLst>
                                        <p:set>
                                          <p:cBhvr>
                                            <p:cTn id="74" dur="1" fill="hold">
                                              <p:stCondLst>
                                                <p:cond delay="0"/>
                                              </p:stCondLst>
                                            </p:cTn>
                                            <p:tgtEl>
                                              <p:spTgt spid="12"/>
                                            </p:tgtEl>
                                            <p:attrNameLst>
                                              <p:attrName>style.visibility</p:attrName>
                                            </p:attrNameLst>
                                          </p:cBhvr>
                                          <p:to>
                                            <p:strVal val="visible"/>
                                          </p:to>
                                        </p:set>
                                        <p:anim calcmode="lin" valueType="num" p14:bounceEnd="67000">
                                          <p:cBhvr additive="base">
                                            <p:cTn id="75" dur="1000" fill="hold"/>
                                            <p:tgtEl>
                                              <p:spTgt spid="12"/>
                                            </p:tgtEl>
                                            <p:attrNameLst>
                                              <p:attrName>ppt_x</p:attrName>
                                            </p:attrNameLst>
                                          </p:cBhvr>
                                          <p:tavLst>
                                            <p:tav tm="0">
                                              <p:val>
                                                <p:strVal val="#ppt_x"/>
                                              </p:val>
                                            </p:tav>
                                            <p:tav tm="100000">
                                              <p:val>
                                                <p:strVal val="#ppt_x"/>
                                              </p:val>
                                            </p:tav>
                                          </p:tavLst>
                                        </p:anim>
                                        <p:anim calcmode="lin" valueType="num" p14:bounceEnd="67000">
                                          <p:cBhvr additive="base">
                                            <p:cTn id="76" dur="1000" fill="hold"/>
                                            <p:tgtEl>
                                              <p:spTgt spid="12"/>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14:presetBounceEnd="67000">
                                      <p:stCondLst>
                                        <p:cond delay="1250"/>
                                      </p:stCondLst>
                                      <p:childTnLst>
                                        <p:set>
                                          <p:cBhvr>
                                            <p:cTn id="78" dur="1" fill="hold">
                                              <p:stCondLst>
                                                <p:cond delay="0"/>
                                              </p:stCondLst>
                                            </p:cTn>
                                            <p:tgtEl>
                                              <p:spTgt spid="13"/>
                                            </p:tgtEl>
                                            <p:attrNameLst>
                                              <p:attrName>style.visibility</p:attrName>
                                            </p:attrNameLst>
                                          </p:cBhvr>
                                          <p:to>
                                            <p:strVal val="visible"/>
                                          </p:to>
                                        </p:set>
                                        <p:anim calcmode="lin" valueType="num" p14:bounceEnd="67000">
                                          <p:cBhvr additive="base">
                                            <p:cTn id="79" dur="1000" fill="hold"/>
                                            <p:tgtEl>
                                              <p:spTgt spid="13"/>
                                            </p:tgtEl>
                                            <p:attrNameLst>
                                              <p:attrName>ppt_x</p:attrName>
                                            </p:attrNameLst>
                                          </p:cBhvr>
                                          <p:tavLst>
                                            <p:tav tm="0">
                                              <p:val>
                                                <p:strVal val="#ppt_x"/>
                                              </p:val>
                                            </p:tav>
                                            <p:tav tm="100000">
                                              <p:val>
                                                <p:strVal val="#ppt_x"/>
                                              </p:val>
                                            </p:tav>
                                          </p:tavLst>
                                        </p:anim>
                                        <p:anim calcmode="lin" valueType="num" p14:bounceEnd="67000">
                                          <p:cBhvr additive="base">
                                            <p:cTn id="80" dur="10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3" grpId="0"/>
          <p:bldP spid="4" grpId="0"/>
          <p:bldGraphic spid="5" grpId="0">
            <p:bldAsOne/>
          </p:bldGraphic>
          <p:bldP spid="6" grpId="0"/>
          <p:bldP spid="7" grpId="0"/>
          <p:bldGraphic spid="8" grpId="0">
            <p:bldAsOne/>
          </p:bldGraphic>
          <p:bldP spid="9" grpId="0"/>
          <p:bldP spid="10" grpId="0"/>
          <p:bldGraphic spid="11" grpId="0">
            <p:bldAsOne/>
          </p:bldGraphic>
          <p:bldP spid="12" grpId="0"/>
          <p:bldP spid="13" grpId="0"/>
          <p:bldP spid="17" grpId="0"/>
          <p:bldP spid="21" grpId="0"/>
          <p:bldP spid="25" grpId="0"/>
          <p:bldP spid="29"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Effect transition="in" filter="fade">
                                          <p:cBhvr>
                                            <p:cTn id="9" dur="750"/>
                                            <p:tgtEl>
                                              <p:spTgt spid="2"/>
                                            </p:tgtEl>
                                          </p:cBhvr>
                                        </p:animEffect>
                                      </p:childTnLst>
                                    </p:cTn>
                                  </p:par>
                                  <p:par>
                                    <p:cTn id="10" presetID="53" presetClass="entr" presetSubtype="16"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 calcmode="lin" valueType="num">
                                          <p:cBhvr>
                                            <p:cTn id="12" dur="750" fill="hold"/>
                                            <p:tgtEl>
                                              <p:spTgt spid="5"/>
                                            </p:tgtEl>
                                            <p:attrNameLst>
                                              <p:attrName>ppt_w</p:attrName>
                                            </p:attrNameLst>
                                          </p:cBhvr>
                                          <p:tavLst>
                                            <p:tav tm="0">
                                              <p:val>
                                                <p:fltVal val="0"/>
                                              </p:val>
                                            </p:tav>
                                            <p:tav tm="100000">
                                              <p:val>
                                                <p:strVal val="#ppt_w"/>
                                              </p:val>
                                            </p:tav>
                                          </p:tavLst>
                                        </p:anim>
                                        <p:anim calcmode="lin" valueType="num">
                                          <p:cBhvr>
                                            <p:cTn id="13" dur="750" fill="hold"/>
                                            <p:tgtEl>
                                              <p:spTgt spid="5"/>
                                            </p:tgtEl>
                                            <p:attrNameLst>
                                              <p:attrName>ppt_h</p:attrName>
                                            </p:attrNameLst>
                                          </p:cBhvr>
                                          <p:tavLst>
                                            <p:tav tm="0">
                                              <p:val>
                                                <p:fltVal val="0"/>
                                              </p:val>
                                            </p:tav>
                                            <p:tav tm="100000">
                                              <p:val>
                                                <p:strVal val="#ppt_h"/>
                                              </p:val>
                                            </p:tav>
                                          </p:tavLst>
                                        </p:anim>
                                        <p:animEffect transition="in" filter="fade">
                                          <p:cBhvr>
                                            <p:cTn id="14" dur="750"/>
                                            <p:tgtEl>
                                              <p:spTgt spid="5"/>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8"/>
                                            </p:tgtEl>
                                            <p:attrNameLst>
                                              <p:attrName>style.visibility</p:attrName>
                                            </p:attrNameLst>
                                          </p:cBhvr>
                                          <p:to>
                                            <p:strVal val="visible"/>
                                          </p:to>
                                        </p:set>
                                        <p:anim calcmode="lin" valueType="num">
                                          <p:cBhvr>
                                            <p:cTn id="17" dur="750" fill="hold"/>
                                            <p:tgtEl>
                                              <p:spTgt spid="8"/>
                                            </p:tgtEl>
                                            <p:attrNameLst>
                                              <p:attrName>ppt_w</p:attrName>
                                            </p:attrNameLst>
                                          </p:cBhvr>
                                          <p:tavLst>
                                            <p:tav tm="0">
                                              <p:val>
                                                <p:fltVal val="0"/>
                                              </p:val>
                                            </p:tav>
                                            <p:tav tm="100000">
                                              <p:val>
                                                <p:strVal val="#ppt_w"/>
                                              </p:val>
                                            </p:tav>
                                          </p:tavLst>
                                        </p:anim>
                                        <p:anim calcmode="lin" valueType="num">
                                          <p:cBhvr>
                                            <p:cTn id="18" dur="750" fill="hold"/>
                                            <p:tgtEl>
                                              <p:spTgt spid="8"/>
                                            </p:tgtEl>
                                            <p:attrNameLst>
                                              <p:attrName>ppt_h</p:attrName>
                                            </p:attrNameLst>
                                          </p:cBhvr>
                                          <p:tavLst>
                                            <p:tav tm="0">
                                              <p:val>
                                                <p:fltVal val="0"/>
                                              </p:val>
                                            </p:tav>
                                            <p:tav tm="100000">
                                              <p:val>
                                                <p:strVal val="#ppt_h"/>
                                              </p:val>
                                            </p:tav>
                                          </p:tavLst>
                                        </p:anim>
                                        <p:animEffect transition="in" filter="fade">
                                          <p:cBhvr>
                                            <p:cTn id="19" dur="750"/>
                                            <p:tgtEl>
                                              <p:spTgt spid="8"/>
                                            </p:tgtEl>
                                          </p:cBhvr>
                                        </p:animEffect>
                                      </p:childTnLst>
                                    </p:cTn>
                                  </p:par>
                                  <p:par>
                                    <p:cTn id="20" presetID="53" presetClass="entr" presetSubtype="16" fill="hold" grpId="0" nodeType="withEffect">
                                      <p:stCondLst>
                                        <p:cond delay="750"/>
                                      </p:stCondLst>
                                      <p:childTnLst>
                                        <p:set>
                                          <p:cBhvr>
                                            <p:cTn id="21" dur="1" fill="hold">
                                              <p:stCondLst>
                                                <p:cond delay="0"/>
                                              </p:stCondLst>
                                            </p:cTn>
                                            <p:tgtEl>
                                              <p:spTgt spid="11"/>
                                            </p:tgtEl>
                                            <p:attrNameLst>
                                              <p:attrName>style.visibility</p:attrName>
                                            </p:attrNameLst>
                                          </p:cBhvr>
                                          <p:to>
                                            <p:strVal val="visible"/>
                                          </p:to>
                                        </p:set>
                                        <p:anim calcmode="lin" valueType="num">
                                          <p:cBhvr>
                                            <p:cTn id="22" dur="750" fill="hold"/>
                                            <p:tgtEl>
                                              <p:spTgt spid="11"/>
                                            </p:tgtEl>
                                            <p:attrNameLst>
                                              <p:attrName>ppt_w</p:attrName>
                                            </p:attrNameLst>
                                          </p:cBhvr>
                                          <p:tavLst>
                                            <p:tav tm="0">
                                              <p:val>
                                                <p:fltVal val="0"/>
                                              </p:val>
                                            </p:tav>
                                            <p:tav tm="100000">
                                              <p:val>
                                                <p:strVal val="#ppt_w"/>
                                              </p:val>
                                            </p:tav>
                                          </p:tavLst>
                                        </p:anim>
                                        <p:anim calcmode="lin" valueType="num">
                                          <p:cBhvr>
                                            <p:cTn id="23" dur="750" fill="hold"/>
                                            <p:tgtEl>
                                              <p:spTgt spid="11"/>
                                            </p:tgtEl>
                                            <p:attrNameLst>
                                              <p:attrName>ppt_h</p:attrName>
                                            </p:attrNameLst>
                                          </p:cBhvr>
                                          <p:tavLst>
                                            <p:tav tm="0">
                                              <p:val>
                                                <p:fltVal val="0"/>
                                              </p:val>
                                            </p:tav>
                                            <p:tav tm="100000">
                                              <p:val>
                                                <p:strVal val="#ppt_h"/>
                                              </p:val>
                                            </p:tav>
                                          </p:tavLst>
                                        </p:anim>
                                        <p:animEffect transition="in" filter="fade">
                                          <p:cBhvr>
                                            <p:cTn id="24" dur="750"/>
                                            <p:tgtEl>
                                              <p:spTgt spid="11"/>
                                            </p:tgtEl>
                                          </p:cBhvr>
                                        </p:animEffect>
                                      </p:childTnLst>
                                    </p:cTn>
                                  </p:par>
                                  <p:par>
                                    <p:cTn id="25" presetID="22" presetClass="entr" presetSubtype="8" fill="hold" nodeType="withEffect">
                                      <p:stCondLst>
                                        <p:cond delay="25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par>
                                    <p:cTn id="28" presetID="22" presetClass="entr" presetSubtype="8" fill="hold" nodeType="withEffect">
                                      <p:stCondLst>
                                        <p:cond delay="500"/>
                                      </p:stCondLst>
                                      <p:childTnLst>
                                        <p:set>
                                          <p:cBhvr>
                                            <p:cTn id="29" dur="1" fill="hold">
                                              <p:stCondLst>
                                                <p:cond delay="0"/>
                                              </p:stCondLst>
                                            </p:cTn>
                                            <p:tgtEl>
                                              <p:spTgt spid="18"/>
                                            </p:tgtEl>
                                            <p:attrNameLst>
                                              <p:attrName>style.visibility</p:attrName>
                                            </p:attrNameLst>
                                          </p:cBhvr>
                                          <p:to>
                                            <p:strVal val="visible"/>
                                          </p:to>
                                        </p:set>
                                        <p:animEffect transition="in" filter="wipe(left)">
                                          <p:cBhvr>
                                            <p:cTn id="30" dur="500"/>
                                            <p:tgtEl>
                                              <p:spTgt spid="18"/>
                                            </p:tgtEl>
                                          </p:cBhvr>
                                        </p:animEffect>
                                      </p:childTnLst>
                                    </p:cTn>
                                  </p:par>
                                  <p:par>
                                    <p:cTn id="31" presetID="22" presetClass="entr" presetSubtype="8" fill="hold" nodeType="withEffect">
                                      <p:stCondLst>
                                        <p:cond delay="750"/>
                                      </p:stCondLst>
                                      <p:childTnLst>
                                        <p:set>
                                          <p:cBhvr>
                                            <p:cTn id="32" dur="1" fill="hold">
                                              <p:stCondLst>
                                                <p:cond delay="0"/>
                                              </p:stCondLst>
                                            </p:cTn>
                                            <p:tgtEl>
                                              <p:spTgt spid="22"/>
                                            </p:tgtEl>
                                            <p:attrNameLst>
                                              <p:attrName>style.visibility</p:attrName>
                                            </p:attrNameLst>
                                          </p:cBhvr>
                                          <p:to>
                                            <p:strVal val="visible"/>
                                          </p:to>
                                        </p:set>
                                        <p:animEffect transition="in" filter="wipe(left)">
                                          <p:cBhvr>
                                            <p:cTn id="33" dur="500"/>
                                            <p:tgtEl>
                                              <p:spTgt spid="22"/>
                                            </p:tgtEl>
                                          </p:cBhvr>
                                        </p:animEffect>
                                      </p:childTnLst>
                                    </p:cTn>
                                  </p:par>
                                  <p:par>
                                    <p:cTn id="34" presetID="22" presetClass="entr" presetSubtype="8" fill="hold" nodeType="withEffect">
                                      <p:stCondLst>
                                        <p:cond delay="1000"/>
                                      </p:stCondLst>
                                      <p:childTnLst>
                                        <p:set>
                                          <p:cBhvr>
                                            <p:cTn id="35" dur="1" fill="hold">
                                              <p:stCondLst>
                                                <p:cond delay="0"/>
                                              </p:stCondLst>
                                            </p:cTn>
                                            <p:tgtEl>
                                              <p:spTgt spid="26"/>
                                            </p:tgtEl>
                                            <p:attrNameLst>
                                              <p:attrName>style.visibility</p:attrName>
                                            </p:attrNameLst>
                                          </p:cBhvr>
                                          <p:to>
                                            <p:strVal val="visible"/>
                                          </p:to>
                                        </p:set>
                                        <p:animEffect transition="in" filter="wipe(left)">
                                          <p:cBhvr>
                                            <p:cTn id="36" dur="500"/>
                                            <p:tgtEl>
                                              <p:spTgt spid="26"/>
                                            </p:tgtEl>
                                          </p:cBhvr>
                                        </p:animEffect>
                                      </p:childTnLst>
                                    </p:cTn>
                                  </p:par>
                                  <p:par>
                                    <p:cTn id="37" presetID="10" presetClass="entr" presetSubtype="0" fill="hold" grpId="0" nodeType="withEffect">
                                      <p:stCondLst>
                                        <p:cond delay="50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par>
                                    <p:cTn id="40" presetID="10" presetClass="entr" presetSubtype="0" fill="hold" grpId="0" nodeType="withEffect">
                                      <p:stCondLst>
                                        <p:cond delay="75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100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par>
                                    <p:cTn id="46" presetID="10" presetClass="entr" presetSubtype="0" fill="hold" grpId="0" nodeType="withEffect">
                                      <p:stCondLst>
                                        <p:cond delay="125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500"/>
                                            <p:tgtEl>
                                              <p:spTgt spid="29"/>
                                            </p:tgtEl>
                                          </p:cBhvr>
                                        </p:animEffect>
                                      </p:childTnLst>
                                    </p:cTn>
                                  </p:par>
                                  <p:par>
                                    <p:cTn id="49" presetID="2" presetClass="entr" presetSubtype="4" fill="hold" grpId="0" nodeType="withEffect">
                                      <p:stCondLst>
                                        <p:cond delay="500"/>
                                      </p:stCondLst>
                                      <p:childTnLst>
                                        <p:set>
                                          <p:cBhvr>
                                            <p:cTn id="50" dur="1" fill="hold">
                                              <p:stCondLst>
                                                <p:cond delay="0"/>
                                              </p:stCondLst>
                                            </p:cTn>
                                            <p:tgtEl>
                                              <p:spTgt spid="3"/>
                                            </p:tgtEl>
                                            <p:attrNameLst>
                                              <p:attrName>style.visibility</p:attrName>
                                            </p:attrNameLst>
                                          </p:cBhvr>
                                          <p:to>
                                            <p:strVal val="visible"/>
                                          </p:to>
                                        </p:set>
                                        <p:anim calcmode="lin" valueType="num">
                                          <p:cBhvr additive="base">
                                            <p:cTn id="51" dur="1000" fill="hold"/>
                                            <p:tgtEl>
                                              <p:spTgt spid="3"/>
                                            </p:tgtEl>
                                            <p:attrNameLst>
                                              <p:attrName>ppt_x</p:attrName>
                                            </p:attrNameLst>
                                          </p:cBhvr>
                                          <p:tavLst>
                                            <p:tav tm="0">
                                              <p:val>
                                                <p:strVal val="#ppt_x"/>
                                              </p:val>
                                            </p:tav>
                                            <p:tav tm="100000">
                                              <p:val>
                                                <p:strVal val="#ppt_x"/>
                                              </p:val>
                                            </p:tav>
                                          </p:tavLst>
                                        </p:anim>
                                        <p:anim calcmode="lin" valueType="num">
                                          <p:cBhvr additive="base">
                                            <p:cTn id="52" dur="1000" fill="hold"/>
                                            <p:tgtEl>
                                              <p:spTgt spid="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500"/>
                                      </p:stCondLst>
                                      <p:childTnLst>
                                        <p:set>
                                          <p:cBhvr>
                                            <p:cTn id="54" dur="1" fill="hold">
                                              <p:stCondLst>
                                                <p:cond delay="0"/>
                                              </p:stCondLst>
                                            </p:cTn>
                                            <p:tgtEl>
                                              <p:spTgt spid="4"/>
                                            </p:tgtEl>
                                            <p:attrNameLst>
                                              <p:attrName>style.visibility</p:attrName>
                                            </p:attrNameLst>
                                          </p:cBhvr>
                                          <p:to>
                                            <p:strVal val="visible"/>
                                          </p:to>
                                        </p:set>
                                        <p:anim calcmode="lin" valueType="num">
                                          <p:cBhvr additive="base">
                                            <p:cTn id="55" dur="1000" fill="hold"/>
                                            <p:tgtEl>
                                              <p:spTgt spid="4"/>
                                            </p:tgtEl>
                                            <p:attrNameLst>
                                              <p:attrName>ppt_x</p:attrName>
                                            </p:attrNameLst>
                                          </p:cBhvr>
                                          <p:tavLst>
                                            <p:tav tm="0">
                                              <p:val>
                                                <p:strVal val="#ppt_x"/>
                                              </p:val>
                                            </p:tav>
                                            <p:tav tm="100000">
                                              <p:val>
                                                <p:strVal val="#ppt_x"/>
                                              </p:val>
                                            </p:tav>
                                          </p:tavLst>
                                        </p:anim>
                                        <p:anim calcmode="lin" valueType="num">
                                          <p:cBhvr additive="base">
                                            <p:cTn id="56" dur="1000" fill="hold"/>
                                            <p:tgtEl>
                                              <p:spTgt spid="4"/>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750"/>
                                      </p:stCondLst>
                                      <p:childTnLst>
                                        <p:set>
                                          <p:cBhvr>
                                            <p:cTn id="58" dur="1" fill="hold">
                                              <p:stCondLst>
                                                <p:cond delay="0"/>
                                              </p:stCondLst>
                                            </p:cTn>
                                            <p:tgtEl>
                                              <p:spTgt spid="6"/>
                                            </p:tgtEl>
                                            <p:attrNameLst>
                                              <p:attrName>style.visibility</p:attrName>
                                            </p:attrNameLst>
                                          </p:cBhvr>
                                          <p:to>
                                            <p:strVal val="visible"/>
                                          </p:to>
                                        </p:set>
                                        <p:anim calcmode="lin" valueType="num">
                                          <p:cBhvr additive="base">
                                            <p:cTn id="59" dur="1000" fill="hold"/>
                                            <p:tgtEl>
                                              <p:spTgt spid="6"/>
                                            </p:tgtEl>
                                            <p:attrNameLst>
                                              <p:attrName>ppt_x</p:attrName>
                                            </p:attrNameLst>
                                          </p:cBhvr>
                                          <p:tavLst>
                                            <p:tav tm="0">
                                              <p:val>
                                                <p:strVal val="#ppt_x"/>
                                              </p:val>
                                            </p:tav>
                                            <p:tav tm="100000">
                                              <p:val>
                                                <p:strVal val="#ppt_x"/>
                                              </p:val>
                                            </p:tav>
                                          </p:tavLst>
                                        </p:anim>
                                        <p:anim calcmode="lin" valueType="num">
                                          <p:cBhvr additive="base">
                                            <p:cTn id="60" dur="1000" fill="hold"/>
                                            <p:tgtEl>
                                              <p:spTgt spid="6"/>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750"/>
                                      </p:stCondLst>
                                      <p:childTnLst>
                                        <p:set>
                                          <p:cBhvr>
                                            <p:cTn id="62" dur="1" fill="hold">
                                              <p:stCondLst>
                                                <p:cond delay="0"/>
                                              </p:stCondLst>
                                            </p:cTn>
                                            <p:tgtEl>
                                              <p:spTgt spid="7"/>
                                            </p:tgtEl>
                                            <p:attrNameLst>
                                              <p:attrName>style.visibility</p:attrName>
                                            </p:attrNameLst>
                                          </p:cBhvr>
                                          <p:to>
                                            <p:strVal val="visible"/>
                                          </p:to>
                                        </p:set>
                                        <p:anim calcmode="lin" valueType="num">
                                          <p:cBhvr additive="base">
                                            <p:cTn id="63" dur="1000" fill="hold"/>
                                            <p:tgtEl>
                                              <p:spTgt spid="7"/>
                                            </p:tgtEl>
                                            <p:attrNameLst>
                                              <p:attrName>ppt_x</p:attrName>
                                            </p:attrNameLst>
                                          </p:cBhvr>
                                          <p:tavLst>
                                            <p:tav tm="0">
                                              <p:val>
                                                <p:strVal val="#ppt_x"/>
                                              </p:val>
                                            </p:tav>
                                            <p:tav tm="100000">
                                              <p:val>
                                                <p:strVal val="#ppt_x"/>
                                              </p:val>
                                            </p:tav>
                                          </p:tavLst>
                                        </p:anim>
                                        <p:anim calcmode="lin" valueType="num">
                                          <p:cBhvr additive="base">
                                            <p:cTn id="64" dur="1000" fill="hold"/>
                                            <p:tgtEl>
                                              <p:spTgt spid="7"/>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1000"/>
                                      </p:stCondLst>
                                      <p:childTnLst>
                                        <p:set>
                                          <p:cBhvr>
                                            <p:cTn id="66" dur="1" fill="hold">
                                              <p:stCondLst>
                                                <p:cond delay="0"/>
                                              </p:stCondLst>
                                            </p:cTn>
                                            <p:tgtEl>
                                              <p:spTgt spid="9"/>
                                            </p:tgtEl>
                                            <p:attrNameLst>
                                              <p:attrName>style.visibility</p:attrName>
                                            </p:attrNameLst>
                                          </p:cBhvr>
                                          <p:to>
                                            <p:strVal val="visible"/>
                                          </p:to>
                                        </p:set>
                                        <p:anim calcmode="lin" valueType="num">
                                          <p:cBhvr additive="base">
                                            <p:cTn id="67" dur="1000" fill="hold"/>
                                            <p:tgtEl>
                                              <p:spTgt spid="9"/>
                                            </p:tgtEl>
                                            <p:attrNameLst>
                                              <p:attrName>ppt_x</p:attrName>
                                            </p:attrNameLst>
                                          </p:cBhvr>
                                          <p:tavLst>
                                            <p:tav tm="0">
                                              <p:val>
                                                <p:strVal val="#ppt_x"/>
                                              </p:val>
                                            </p:tav>
                                            <p:tav tm="100000">
                                              <p:val>
                                                <p:strVal val="#ppt_x"/>
                                              </p:val>
                                            </p:tav>
                                          </p:tavLst>
                                        </p:anim>
                                        <p:anim calcmode="lin" valueType="num">
                                          <p:cBhvr additive="base">
                                            <p:cTn id="68" dur="1000" fill="hold"/>
                                            <p:tgtEl>
                                              <p:spTgt spid="9"/>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1000"/>
                                      </p:stCondLst>
                                      <p:childTnLst>
                                        <p:set>
                                          <p:cBhvr>
                                            <p:cTn id="70" dur="1" fill="hold">
                                              <p:stCondLst>
                                                <p:cond delay="0"/>
                                              </p:stCondLst>
                                            </p:cTn>
                                            <p:tgtEl>
                                              <p:spTgt spid="10"/>
                                            </p:tgtEl>
                                            <p:attrNameLst>
                                              <p:attrName>style.visibility</p:attrName>
                                            </p:attrNameLst>
                                          </p:cBhvr>
                                          <p:to>
                                            <p:strVal val="visible"/>
                                          </p:to>
                                        </p:set>
                                        <p:anim calcmode="lin" valueType="num">
                                          <p:cBhvr additive="base">
                                            <p:cTn id="71" dur="1000" fill="hold"/>
                                            <p:tgtEl>
                                              <p:spTgt spid="10"/>
                                            </p:tgtEl>
                                            <p:attrNameLst>
                                              <p:attrName>ppt_x</p:attrName>
                                            </p:attrNameLst>
                                          </p:cBhvr>
                                          <p:tavLst>
                                            <p:tav tm="0">
                                              <p:val>
                                                <p:strVal val="#ppt_x"/>
                                              </p:val>
                                            </p:tav>
                                            <p:tav tm="100000">
                                              <p:val>
                                                <p:strVal val="#ppt_x"/>
                                              </p:val>
                                            </p:tav>
                                          </p:tavLst>
                                        </p:anim>
                                        <p:anim calcmode="lin" valueType="num">
                                          <p:cBhvr additive="base">
                                            <p:cTn id="72" dur="1000" fill="hold"/>
                                            <p:tgtEl>
                                              <p:spTgt spid="10"/>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1250"/>
                                      </p:stCondLst>
                                      <p:childTnLst>
                                        <p:set>
                                          <p:cBhvr>
                                            <p:cTn id="74" dur="1" fill="hold">
                                              <p:stCondLst>
                                                <p:cond delay="0"/>
                                              </p:stCondLst>
                                            </p:cTn>
                                            <p:tgtEl>
                                              <p:spTgt spid="12"/>
                                            </p:tgtEl>
                                            <p:attrNameLst>
                                              <p:attrName>style.visibility</p:attrName>
                                            </p:attrNameLst>
                                          </p:cBhvr>
                                          <p:to>
                                            <p:strVal val="visible"/>
                                          </p:to>
                                        </p:set>
                                        <p:anim calcmode="lin" valueType="num">
                                          <p:cBhvr additive="base">
                                            <p:cTn id="75" dur="1000" fill="hold"/>
                                            <p:tgtEl>
                                              <p:spTgt spid="12"/>
                                            </p:tgtEl>
                                            <p:attrNameLst>
                                              <p:attrName>ppt_x</p:attrName>
                                            </p:attrNameLst>
                                          </p:cBhvr>
                                          <p:tavLst>
                                            <p:tav tm="0">
                                              <p:val>
                                                <p:strVal val="#ppt_x"/>
                                              </p:val>
                                            </p:tav>
                                            <p:tav tm="100000">
                                              <p:val>
                                                <p:strVal val="#ppt_x"/>
                                              </p:val>
                                            </p:tav>
                                          </p:tavLst>
                                        </p:anim>
                                        <p:anim calcmode="lin" valueType="num">
                                          <p:cBhvr additive="base">
                                            <p:cTn id="76" dur="1000" fill="hold"/>
                                            <p:tgtEl>
                                              <p:spTgt spid="12"/>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1250"/>
                                      </p:stCondLst>
                                      <p:childTnLst>
                                        <p:set>
                                          <p:cBhvr>
                                            <p:cTn id="78" dur="1" fill="hold">
                                              <p:stCondLst>
                                                <p:cond delay="0"/>
                                              </p:stCondLst>
                                            </p:cTn>
                                            <p:tgtEl>
                                              <p:spTgt spid="13"/>
                                            </p:tgtEl>
                                            <p:attrNameLst>
                                              <p:attrName>style.visibility</p:attrName>
                                            </p:attrNameLst>
                                          </p:cBhvr>
                                          <p:to>
                                            <p:strVal val="visible"/>
                                          </p:to>
                                        </p:set>
                                        <p:anim calcmode="lin" valueType="num">
                                          <p:cBhvr additive="base">
                                            <p:cTn id="79" dur="1000" fill="hold"/>
                                            <p:tgtEl>
                                              <p:spTgt spid="13"/>
                                            </p:tgtEl>
                                            <p:attrNameLst>
                                              <p:attrName>ppt_x</p:attrName>
                                            </p:attrNameLst>
                                          </p:cBhvr>
                                          <p:tavLst>
                                            <p:tav tm="0">
                                              <p:val>
                                                <p:strVal val="#ppt_x"/>
                                              </p:val>
                                            </p:tav>
                                            <p:tav tm="100000">
                                              <p:val>
                                                <p:strVal val="#ppt_x"/>
                                              </p:val>
                                            </p:tav>
                                          </p:tavLst>
                                        </p:anim>
                                        <p:anim calcmode="lin" valueType="num">
                                          <p:cBhvr additive="base">
                                            <p:cTn id="80" dur="10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3" grpId="0"/>
          <p:bldP spid="4" grpId="0"/>
          <p:bldGraphic spid="5" grpId="0">
            <p:bldAsOne/>
          </p:bldGraphic>
          <p:bldP spid="6" grpId="0"/>
          <p:bldP spid="7" grpId="0"/>
          <p:bldGraphic spid="8" grpId="0">
            <p:bldAsOne/>
          </p:bldGraphic>
          <p:bldP spid="9" grpId="0"/>
          <p:bldP spid="10" grpId="0"/>
          <p:bldGraphic spid="11" grpId="0">
            <p:bldAsOne/>
          </p:bldGraphic>
          <p:bldP spid="12" grpId="0"/>
          <p:bldP spid="13" grpId="0"/>
          <p:bldP spid="17" grpId="0"/>
          <p:bldP spid="21" grpId="0"/>
          <p:bldP spid="25" grpId="0"/>
          <p:bldP spid="29" grpId="0"/>
        </p:bldLst>
      </p:timing>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ts_02">
            <a:extLst>
              <a:ext uri="{FF2B5EF4-FFF2-40B4-BE49-F238E27FC236}">
                <a16:creationId xmlns:a16="http://schemas.microsoft.com/office/drawing/2014/main" id="{A3674BD9-3279-415A-B78C-9CEC7B20DAD5}"/>
              </a:ext>
            </a:extLst>
          </p:cNvPr>
          <p:cNvSpPr>
            <a:spLocks noEditPoints="1"/>
          </p:cNvSpPr>
          <p:nvPr/>
        </p:nvSpPr>
        <p:spPr bwMode="auto">
          <a:xfrm>
            <a:off x="6338888" y="3860800"/>
            <a:ext cx="1077913" cy="574675"/>
          </a:xfrm>
          <a:custGeom>
            <a:avLst/>
            <a:gdLst>
              <a:gd name="T0" fmla="*/ 8 w 283"/>
              <a:gd name="T1" fmla="*/ 151 h 151"/>
              <a:gd name="T2" fmla="*/ 9 w 283"/>
              <a:gd name="T3" fmla="*/ 151 h 151"/>
              <a:gd name="T4" fmla="*/ 15 w 283"/>
              <a:gd name="T5" fmla="*/ 143 h 151"/>
              <a:gd name="T6" fmla="*/ 7 w 283"/>
              <a:gd name="T7" fmla="*/ 137 h 151"/>
              <a:gd name="T8" fmla="*/ 8 w 283"/>
              <a:gd name="T9" fmla="*/ 151 h 151"/>
              <a:gd name="T10" fmla="*/ 45 w 283"/>
              <a:gd name="T11" fmla="*/ 144 h 151"/>
              <a:gd name="T12" fmla="*/ 47 w 283"/>
              <a:gd name="T13" fmla="*/ 143 h 151"/>
              <a:gd name="T14" fmla="*/ 52 w 283"/>
              <a:gd name="T15" fmla="*/ 135 h 151"/>
              <a:gd name="T16" fmla="*/ 44 w 283"/>
              <a:gd name="T17" fmla="*/ 130 h 151"/>
              <a:gd name="T18" fmla="*/ 45 w 283"/>
              <a:gd name="T19" fmla="*/ 144 h 151"/>
              <a:gd name="T20" fmla="*/ 82 w 283"/>
              <a:gd name="T21" fmla="*/ 133 h 151"/>
              <a:gd name="T22" fmla="*/ 84 w 283"/>
              <a:gd name="T23" fmla="*/ 133 h 151"/>
              <a:gd name="T24" fmla="*/ 84 w 283"/>
              <a:gd name="T25" fmla="*/ 133 h 151"/>
              <a:gd name="T26" fmla="*/ 89 w 283"/>
              <a:gd name="T27" fmla="*/ 124 h 151"/>
              <a:gd name="T28" fmla="*/ 80 w 283"/>
              <a:gd name="T29" fmla="*/ 120 h 151"/>
              <a:gd name="T30" fmla="*/ 82 w 283"/>
              <a:gd name="T31" fmla="*/ 133 h 151"/>
              <a:gd name="T32" fmla="*/ 118 w 283"/>
              <a:gd name="T33" fmla="*/ 120 h 151"/>
              <a:gd name="T34" fmla="*/ 121 w 283"/>
              <a:gd name="T35" fmla="*/ 120 h 151"/>
              <a:gd name="T36" fmla="*/ 124 w 283"/>
              <a:gd name="T37" fmla="*/ 111 h 151"/>
              <a:gd name="T38" fmla="*/ 115 w 283"/>
              <a:gd name="T39" fmla="*/ 107 h 151"/>
              <a:gd name="T40" fmla="*/ 118 w 283"/>
              <a:gd name="T41" fmla="*/ 120 h 151"/>
              <a:gd name="T42" fmla="*/ 153 w 283"/>
              <a:gd name="T43" fmla="*/ 104 h 151"/>
              <a:gd name="T44" fmla="*/ 156 w 283"/>
              <a:gd name="T45" fmla="*/ 104 h 151"/>
              <a:gd name="T46" fmla="*/ 159 w 283"/>
              <a:gd name="T47" fmla="*/ 94 h 151"/>
              <a:gd name="T48" fmla="*/ 149 w 283"/>
              <a:gd name="T49" fmla="*/ 91 h 151"/>
              <a:gd name="T50" fmla="*/ 153 w 283"/>
              <a:gd name="T51" fmla="*/ 104 h 151"/>
              <a:gd name="T52" fmla="*/ 186 w 283"/>
              <a:gd name="T53" fmla="*/ 86 h 151"/>
              <a:gd name="T54" fmla="*/ 189 w 283"/>
              <a:gd name="T55" fmla="*/ 85 h 151"/>
              <a:gd name="T56" fmla="*/ 192 w 283"/>
              <a:gd name="T57" fmla="*/ 75 h 151"/>
              <a:gd name="T58" fmla="*/ 182 w 283"/>
              <a:gd name="T59" fmla="*/ 73 h 151"/>
              <a:gd name="T60" fmla="*/ 186 w 283"/>
              <a:gd name="T61" fmla="*/ 86 h 151"/>
              <a:gd name="T62" fmla="*/ 217 w 283"/>
              <a:gd name="T63" fmla="*/ 64 h 151"/>
              <a:gd name="T64" fmla="*/ 221 w 283"/>
              <a:gd name="T65" fmla="*/ 63 h 151"/>
              <a:gd name="T66" fmla="*/ 223 w 283"/>
              <a:gd name="T67" fmla="*/ 53 h 151"/>
              <a:gd name="T68" fmla="*/ 213 w 283"/>
              <a:gd name="T69" fmla="*/ 52 h 151"/>
              <a:gd name="T70" fmla="*/ 217 w 283"/>
              <a:gd name="T71" fmla="*/ 64 h 151"/>
              <a:gd name="T72" fmla="*/ 247 w 283"/>
              <a:gd name="T73" fmla="*/ 41 h 151"/>
              <a:gd name="T74" fmla="*/ 252 w 283"/>
              <a:gd name="T75" fmla="*/ 39 h 151"/>
              <a:gd name="T76" fmla="*/ 252 w 283"/>
              <a:gd name="T77" fmla="*/ 39 h 151"/>
              <a:gd name="T78" fmla="*/ 252 w 283"/>
              <a:gd name="T79" fmla="*/ 29 h 151"/>
              <a:gd name="T80" fmla="*/ 243 w 283"/>
              <a:gd name="T81" fmla="*/ 28 h 151"/>
              <a:gd name="T82" fmla="*/ 247 w 283"/>
              <a:gd name="T83" fmla="*/ 41 h 151"/>
              <a:gd name="T84" fmla="*/ 275 w 283"/>
              <a:gd name="T85" fmla="*/ 15 h 151"/>
              <a:gd name="T86" fmla="*/ 280 w 283"/>
              <a:gd name="T87" fmla="*/ 13 h 151"/>
              <a:gd name="T88" fmla="*/ 280 w 283"/>
              <a:gd name="T89" fmla="*/ 13 h 151"/>
              <a:gd name="T90" fmla="*/ 280 w 283"/>
              <a:gd name="T91" fmla="*/ 3 h 151"/>
              <a:gd name="T92" fmla="*/ 270 w 283"/>
              <a:gd name="T93" fmla="*/ 3 h 151"/>
              <a:gd name="T94" fmla="*/ 275 w 283"/>
              <a:gd name="T95" fmla="*/ 1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3" h="151">
                <a:moveTo>
                  <a:pt x="8" y="151"/>
                </a:moveTo>
                <a:cubicBezTo>
                  <a:pt x="8" y="151"/>
                  <a:pt x="8" y="151"/>
                  <a:pt x="8" y="151"/>
                </a:cubicBezTo>
                <a:cubicBezTo>
                  <a:pt x="8" y="151"/>
                  <a:pt x="9" y="151"/>
                  <a:pt x="9" y="151"/>
                </a:cubicBezTo>
                <a:cubicBezTo>
                  <a:pt x="9" y="151"/>
                  <a:pt x="9" y="151"/>
                  <a:pt x="9" y="151"/>
                </a:cubicBezTo>
                <a:cubicBezTo>
                  <a:pt x="13" y="150"/>
                  <a:pt x="15" y="147"/>
                  <a:pt x="15" y="143"/>
                </a:cubicBezTo>
                <a:cubicBezTo>
                  <a:pt x="15" y="143"/>
                  <a:pt x="15" y="143"/>
                  <a:pt x="15" y="143"/>
                </a:cubicBezTo>
                <a:cubicBezTo>
                  <a:pt x="14" y="139"/>
                  <a:pt x="11" y="136"/>
                  <a:pt x="7" y="137"/>
                </a:cubicBezTo>
                <a:cubicBezTo>
                  <a:pt x="7" y="137"/>
                  <a:pt x="7" y="137"/>
                  <a:pt x="7" y="137"/>
                </a:cubicBezTo>
                <a:cubicBezTo>
                  <a:pt x="3" y="137"/>
                  <a:pt x="0" y="141"/>
                  <a:pt x="1" y="145"/>
                </a:cubicBezTo>
                <a:cubicBezTo>
                  <a:pt x="2" y="148"/>
                  <a:pt x="5" y="151"/>
                  <a:pt x="8" y="151"/>
                </a:cubicBezTo>
                <a:close/>
                <a:moveTo>
                  <a:pt x="45" y="144"/>
                </a:moveTo>
                <a:cubicBezTo>
                  <a:pt x="45" y="144"/>
                  <a:pt x="45" y="144"/>
                  <a:pt x="45" y="144"/>
                </a:cubicBezTo>
                <a:cubicBezTo>
                  <a:pt x="46" y="144"/>
                  <a:pt x="46" y="144"/>
                  <a:pt x="47" y="143"/>
                </a:cubicBezTo>
                <a:cubicBezTo>
                  <a:pt x="47" y="143"/>
                  <a:pt x="47" y="143"/>
                  <a:pt x="47" y="143"/>
                </a:cubicBezTo>
                <a:cubicBezTo>
                  <a:pt x="51" y="143"/>
                  <a:pt x="53" y="139"/>
                  <a:pt x="52" y="135"/>
                </a:cubicBezTo>
                <a:cubicBezTo>
                  <a:pt x="52" y="135"/>
                  <a:pt x="52" y="135"/>
                  <a:pt x="52" y="135"/>
                </a:cubicBezTo>
                <a:cubicBezTo>
                  <a:pt x="51" y="131"/>
                  <a:pt x="48" y="129"/>
                  <a:pt x="44" y="130"/>
                </a:cubicBezTo>
                <a:cubicBezTo>
                  <a:pt x="44" y="130"/>
                  <a:pt x="44" y="130"/>
                  <a:pt x="44" y="130"/>
                </a:cubicBezTo>
                <a:cubicBezTo>
                  <a:pt x="40" y="131"/>
                  <a:pt x="38" y="134"/>
                  <a:pt x="39" y="138"/>
                </a:cubicBezTo>
                <a:cubicBezTo>
                  <a:pt x="39" y="141"/>
                  <a:pt x="42" y="144"/>
                  <a:pt x="45" y="144"/>
                </a:cubicBezTo>
                <a:close/>
                <a:moveTo>
                  <a:pt x="82" y="133"/>
                </a:moveTo>
                <a:cubicBezTo>
                  <a:pt x="82" y="133"/>
                  <a:pt x="82" y="133"/>
                  <a:pt x="82" y="133"/>
                </a:cubicBezTo>
                <a:cubicBezTo>
                  <a:pt x="83" y="133"/>
                  <a:pt x="84" y="133"/>
                  <a:pt x="84" y="133"/>
                </a:cubicBezTo>
                <a:cubicBezTo>
                  <a:pt x="84" y="133"/>
                  <a:pt x="84" y="133"/>
                  <a:pt x="84" y="133"/>
                </a:cubicBezTo>
                <a:cubicBezTo>
                  <a:pt x="84" y="133"/>
                  <a:pt x="84" y="133"/>
                  <a:pt x="84" y="133"/>
                </a:cubicBezTo>
                <a:cubicBezTo>
                  <a:pt x="84" y="133"/>
                  <a:pt x="84" y="133"/>
                  <a:pt x="84" y="133"/>
                </a:cubicBezTo>
                <a:cubicBezTo>
                  <a:pt x="88" y="132"/>
                  <a:pt x="90" y="128"/>
                  <a:pt x="89" y="124"/>
                </a:cubicBezTo>
                <a:cubicBezTo>
                  <a:pt x="89" y="124"/>
                  <a:pt x="89" y="124"/>
                  <a:pt x="89" y="124"/>
                </a:cubicBezTo>
                <a:cubicBezTo>
                  <a:pt x="88" y="121"/>
                  <a:pt x="84" y="119"/>
                  <a:pt x="80" y="120"/>
                </a:cubicBezTo>
                <a:cubicBezTo>
                  <a:pt x="80" y="120"/>
                  <a:pt x="80" y="120"/>
                  <a:pt x="80" y="120"/>
                </a:cubicBezTo>
                <a:cubicBezTo>
                  <a:pt x="76" y="121"/>
                  <a:pt x="74" y="125"/>
                  <a:pt x="75" y="129"/>
                </a:cubicBezTo>
                <a:cubicBezTo>
                  <a:pt x="76" y="132"/>
                  <a:pt x="79" y="133"/>
                  <a:pt x="82" y="133"/>
                </a:cubicBezTo>
                <a:close/>
                <a:moveTo>
                  <a:pt x="118" y="120"/>
                </a:moveTo>
                <a:cubicBezTo>
                  <a:pt x="118" y="120"/>
                  <a:pt x="118" y="120"/>
                  <a:pt x="118" y="120"/>
                </a:cubicBezTo>
                <a:cubicBezTo>
                  <a:pt x="119" y="120"/>
                  <a:pt x="120" y="120"/>
                  <a:pt x="121" y="120"/>
                </a:cubicBezTo>
                <a:cubicBezTo>
                  <a:pt x="121" y="120"/>
                  <a:pt x="121" y="120"/>
                  <a:pt x="121" y="120"/>
                </a:cubicBezTo>
                <a:cubicBezTo>
                  <a:pt x="124" y="118"/>
                  <a:pt x="126" y="114"/>
                  <a:pt x="124" y="111"/>
                </a:cubicBezTo>
                <a:cubicBezTo>
                  <a:pt x="124" y="111"/>
                  <a:pt x="124" y="111"/>
                  <a:pt x="124" y="111"/>
                </a:cubicBezTo>
                <a:cubicBezTo>
                  <a:pt x="123" y="107"/>
                  <a:pt x="119" y="105"/>
                  <a:pt x="115" y="107"/>
                </a:cubicBezTo>
                <a:cubicBezTo>
                  <a:pt x="115" y="107"/>
                  <a:pt x="115" y="107"/>
                  <a:pt x="115" y="107"/>
                </a:cubicBezTo>
                <a:cubicBezTo>
                  <a:pt x="112" y="108"/>
                  <a:pt x="110" y="112"/>
                  <a:pt x="111" y="116"/>
                </a:cubicBezTo>
                <a:cubicBezTo>
                  <a:pt x="113" y="119"/>
                  <a:pt x="115" y="120"/>
                  <a:pt x="118" y="120"/>
                </a:cubicBezTo>
                <a:close/>
                <a:moveTo>
                  <a:pt x="153" y="104"/>
                </a:moveTo>
                <a:cubicBezTo>
                  <a:pt x="153" y="104"/>
                  <a:pt x="153" y="104"/>
                  <a:pt x="153" y="104"/>
                </a:cubicBezTo>
                <a:cubicBezTo>
                  <a:pt x="154" y="104"/>
                  <a:pt x="155" y="104"/>
                  <a:pt x="156" y="104"/>
                </a:cubicBezTo>
                <a:cubicBezTo>
                  <a:pt x="156" y="104"/>
                  <a:pt x="156" y="104"/>
                  <a:pt x="156" y="104"/>
                </a:cubicBezTo>
                <a:cubicBezTo>
                  <a:pt x="159" y="102"/>
                  <a:pt x="160" y="98"/>
                  <a:pt x="159" y="94"/>
                </a:cubicBezTo>
                <a:cubicBezTo>
                  <a:pt x="159" y="94"/>
                  <a:pt x="159" y="94"/>
                  <a:pt x="159" y="94"/>
                </a:cubicBezTo>
                <a:cubicBezTo>
                  <a:pt x="157" y="91"/>
                  <a:pt x="153" y="89"/>
                  <a:pt x="149" y="91"/>
                </a:cubicBezTo>
                <a:cubicBezTo>
                  <a:pt x="149" y="91"/>
                  <a:pt x="149" y="91"/>
                  <a:pt x="149" y="91"/>
                </a:cubicBezTo>
                <a:cubicBezTo>
                  <a:pt x="146" y="93"/>
                  <a:pt x="144" y="97"/>
                  <a:pt x="146" y="101"/>
                </a:cubicBezTo>
                <a:cubicBezTo>
                  <a:pt x="147" y="103"/>
                  <a:pt x="150" y="104"/>
                  <a:pt x="153" y="104"/>
                </a:cubicBezTo>
                <a:close/>
                <a:moveTo>
                  <a:pt x="186" y="86"/>
                </a:moveTo>
                <a:cubicBezTo>
                  <a:pt x="186" y="86"/>
                  <a:pt x="186" y="86"/>
                  <a:pt x="186" y="86"/>
                </a:cubicBezTo>
                <a:cubicBezTo>
                  <a:pt x="187" y="86"/>
                  <a:pt x="188" y="85"/>
                  <a:pt x="189" y="85"/>
                </a:cubicBezTo>
                <a:cubicBezTo>
                  <a:pt x="189" y="85"/>
                  <a:pt x="189" y="85"/>
                  <a:pt x="189" y="85"/>
                </a:cubicBezTo>
                <a:cubicBezTo>
                  <a:pt x="193" y="83"/>
                  <a:pt x="194" y="78"/>
                  <a:pt x="192" y="75"/>
                </a:cubicBezTo>
                <a:cubicBezTo>
                  <a:pt x="192" y="75"/>
                  <a:pt x="192" y="75"/>
                  <a:pt x="192" y="75"/>
                </a:cubicBezTo>
                <a:cubicBezTo>
                  <a:pt x="190" y="72"/>
                  <a:pt x="185" y="71"/>
                  <a:pt x="182" y="73"/>
                </a:cubicBezTo>
                <a:cubicBezTo>
                  <a:pt x="182" y="73"/>
                  <a:pt x="182" y="73"/>
                  <a:pt x="182" y="73"/>
                </a:cubicBezTo>
                <a:cubicBezTo>
                  <a:pt x="179" y="75"/>
                  <a:pt x="178" y="79"/>
                  <a:pt x="180" y="82"/>
                </a:cubicBezTo>
                <a:cubicBezTo>
                  <a:pt x="181" y="84"/>
                  <a:pt x="183" y="86"/>
                  <a:pt x="186" y="86"/>
                </a:cubicBezTo>
                <a:close/>
                <a:moveTo>
                  <a:pt x="217" y="64"/>
                </a:moveTo>
                <a:cubicBezTo>
                  <a:pt x="217" y="64"/>
                  <a:pt x="217" y="64"/>
                  <a:pt x="217" y="64"/>
                </a:cubicBezTo>
                <a:cubicBezTo>
                  <a:pt x="219" y="64"/>
                  <a:pt x="220" y="64"/>
                  <a:pt x="221" y="63"/>
                </a:cubicBezTo>
                <a:cubicBezTo>
                  <a:pt x="221" y="63"/>
                  <a:pt x="221" y="63"/>
                  <a:pt x="221" y="63"/>
                </a:cubicBezTo>
                <a:cubicBezTo>
                  <a:pt x="225" y="61"/>
                  <a:pt x="225" y="56"/>
                  <a:pt x="223" y="53"/>
                </a:cubicBezTo>
                <a:cubicBezTo>
                  <a:pt x="223" y="53"/>
                  <a:pt x="223" y="53"/>
                  <a:pt x="223" y="53"/>
                </a:cubicBezTo>
                <a:cubicBezTo>
                  <a:pt x="221" y="50"/>
                  <a:pt x="216" y="49"/>
                  <a:pt x="213" y="52"/>
                </a:cubicBezTo>
                <a:cubicBezTo>
                  <a:pt x="213" y="52"/>
                  <a:pt x="213" y="52"/>
                  <a:pt x="213" y="52"/>
                </a:cubicBezTo>
                <a:cubicBezTo>
                  <a:pt x="210" y="54"/>
                  <a:pt x="209" y="58"/>
                  <a:pt x="212" y="62"/>
                </a:cubicBezTo>
                <a:cubicBezTo>
                  <a:pt x="213" y="63"/>
                  <a:pt x="215" y="64"/>
                  <a:pt x="217" y="64"/>
                </a:cubicBezTo>
                <a:close/>
                <a:moveTo>
                  <a:pt x="247" y="41"/>
                </a:moveTo>
                <a:cubicBezTo>
                  <a:pt x="247" y="41"/>
                  <a:pt x="247" y="41"/>
                  <a:pt x="247" y="41"/>
                </a:cubicBezTo>
                <a:cubicBezTo>
                  <a:pt x="249" y="41"/>
                  <a:pt x="250" y="40"/>
                  <a:pt x="252" y="39"/>
                </a:cubicBezTo>
                <a:cubicBezTo>
                  <a:pt x="252" y="39"/>
                  <a:pt x="252" y="39"/>
                  <a:pt x="252" y="39"/>
                </a:cubicBezTo>
                <a:cubicBezTo>
                  <a:pt x="252" y="39"/>
                  <a:pt x="252" y="39"/>
                  <a:pt x="252" y="39"/>
                </a:cubicBezTo>
                <a:cubicBezTo>
                  <a:pt x="252" y="39"/>
                  <a:pt x="252" y="39"/>
                  <a:pt x="252" y="39"/>
                </a:cubicBezTo>
                <a:cubicBezTo>
                  <a:pt x="255" y="36"/>
                  <a:pt x="255" y="32"/>
                  <a:pt x="252" y="29"/>
                </a:cubicBezTo>
                <a:cubicBezTo>
                  <a:pt x="252" y="29"/>
                  <a:pt x="252" y="29"/>
                  <a:pt x="252" y="29"/>
                </a:cubicBezTo>
                <a:cubicBezTo>
                  <a:pt x="250" y="26"/>
                  <a:pt x="246" y="26"/>
                  <a:pt x="243" y="28"/>
                </a:cubicBezTo>
                <a:cubicBezTo>
                  <a:pt x="243" y="28"/>
                  <a:pt x="243" y="28"/>
                  <a:pt x="243" y="28"/>
                </a:cubicBezTo>
                <a:cubicBezTo>
                  <a:pt x="240" y="31"/>
                  <a:pt x="239" y="35"/>
                  <a:pt x="242" y="38"/>
                </a:cubicBezTo>
                <a:cubicBezTo>
                  <a:pt x="243" y="40"/>
                  <a:pt x="245" y="41"/>
                  <a:pt x="247" y="41"/>
                </a:cubicBezTo>
                <a:close/>
                <a:moveTo>
                  <a:pt x="275" y="15"/>
                </a:moveTo>
                <a:cubicBezTo>
                  <a:pt x="275" y="15"/>
                  <a:pt x="275" y="15"/>
                  <a:pt x="275" y="15"/>
                </a:cubicBezTo>
                <a:cubicBezTo>
                  <a:pt x="277" y="15"/>
                  <a:pt x="279" y="14"/>
                  <a:pt x="280" y="13"/>
                </a:cubicBezTo>
                <a:cubicBezTo>
                  <a:pt x="280" y="13"/>
                  <a:pt x="280" y="13"/>
                  <a:pt x="280" y="13"/>
                </a:cubicBezTo>
                <a:cubicBezTo>
                  <a:pt x="280" y="13"/>
                  <a:pt x="280" y="13"/>
                  <a:pt x="280" y="13"/>
                </a:cubicBezTo>
                <a:cubicBezTo>
                  <a:pt x="280" y="13"/>
                  <a:pt x="280" y="13"/>
                  <a:pt x="280" y="13"/>
                </a:cubicBezTo>
                <a:cubicBezTo>
                  <a:pt x="283" y="10"/>
                  <a:pt x="283" y="5"/>
                  <a:pt x="280" y="3"/>
                </a:cubicBezTo>
                <a:cubicBezTo>
                  <a:pt x="280" y="3"/>
                  <a:pt x="280" y="3"/>
                  <a:pt x="280" y="3"/>
                </a:cubicBezTo>
                <a:cubicBezTo>
                  <a:pt x="277" y="0"/>
                  <a:pt x="273" y="0"/>
                  <a:pt x="270" y="3"/>
                </a:cubicBezTo>
                <a:cubicBezTo>
                  <a:pt x="270" y="3"/>
                  <a:pt x="270" y="3"/>
                  <a:pt x="270" y="3"/>
                </a:cubicBezTo>
                <a:cubicBezTo>
                  <a:pt x="267" y="5"/>
                  <a:pt x="267" y="10"/>
                  <a:pt x="270" y="13"/>
                </a:cubicBezTo>
                <a:cubicBezTo>
                  <a:pt x="271" y="14"/>
                  <a:pt x="273" y="15"/>
                  <a:pt x="275" y="15"/>
                </a:cubicBezTo>
                <a:close/>
              </a:path>
            </a:pathLst>
          </a:custGeom>
          <a:solidFill>
            <a:schemeClr val="bg2">
              <a:lumMod val="75000"/>
              <a:lumOff val="25000"/>
            </a:schemeClr>
          </a:solidFill>
          <a:ln>
            <a:noFill/>
          </a:ln>
        </p:spPr>
        <p:txBody>
          <a:bodyPr vert="horz" wrap="square" lIns="91440" tIns="45720" rIns="91440" bIns="45720" numCol="1" anchor="t" anchorCtr="0" compatLnSpc="1">
            <a:prstTxWarp prst="textNoShape">
              <a:avLst/>
            </a:prstTxWarp>
          </a:bodyPr>
          <a:lstStyle/>
          <a:p>
            <a:endParaRPr lang="ru-RU"/>
          </a:p>
        </p:txBody>
      </p:sp>
      <p:sp>
        <p:nvSpPr>
          <p:cNvPr id="3" name="Dots_01">
            <a:extLst>
              <a:ext uri="{FF2B5EF4-FFF2-40B4-BE49-F238E27FC236}">
                <a16:creationId xmlns:a16="http://schemas.microsoft.com/office/drawing/2014/main" id="{9C9DF011-5194-4EB5-A6DC-30492E262E3B}"/>
              </a:ext>
            </a:extLst>
          </p:cNvPr>
          <p:cNvSpPr>
            <a:spLocks noEditPoints="1"/>
          </p:cNvSpPr>
          <p:nvPr/>
        </p:nvSpPr>
        <p:spPr bwMode="auto">
          <a:xfrm>
            <a:off x="4773613" y="3860800"/>
            <a:ext cx="1077913" cy="574675"/>
          </a:xfrm>
          <a:custGeom>
            <a:avLst/>
            <a:gdLst>
              <a:gd name="T0" fmla="*/ 275 w 283"/>
              <a:gd name="T1" fmla="*/ 151 h 151"/>
              <a:gd name="T2" fmla="*/ 282 w 283"/>
              <a:gd name="T3" fmla="*/ 145 h 151"/>
              <a:gd name="T4" fmla="*/ 276 w 283"/>
              <a:gd name="T5" fmla="*/ 137 h 151"/>
              <a:gd name="T6" fmla="*/ 268 w 283"/>
              <a:gd name="T7" fmla="*/ 143 h 151"/>
              <a:gd name="T8" fmla="*/ 275 w 283"/>
              <a:gd name="T9" fmla="*/ 151 h 151"/>
              <a:gd name="T10" fmla="*/ 238 w 283"/>
              <a:gd name="T11" fmla="*/ 144 h 151"/>
              <a:gd name="T12" fmla="*/ 244 w 283"/>
              <a:gd name="T13" fmla="*/ 138 h 151"/>
              <a:gd name="T14" fmla="*/ 239 w 283"/>
              <a:gd name="T15" fmla="*/ 130 h 151"/>
              <a:gd name="T16" fmla="*/ 231 w 283"/>
              <a:gd name="T17" fmla="*/ 135 h 151"/>
              <a:gd name="T18" fmla="*/ 238 w 283"/>
              <a:gd name="T19" fmla="*/ 144 h 151"/>
              <a:gd name="T20" fmla="*/ 201 w 283"/>
              <a:gd name="T21" fmla="*/ 133 h 151"/>
              <a:gd name="T22" fmla="*/ 208 w 283"/>
              <a:gd name="T23" fmla="*/ 129 h 151"/>
              <a:gd name="T24" fmla="*/ 203 w 283"/>
              <a:gd name="T25" fmla="*/ 120 h 151"/>
              <a:gd name="T26" fmla="*/ 194 w 283"/>
              <a:gd name="T27" fmla="*/ 124 h 151"/>
              <a:gd name="T28" fmla="*/ 201 w 283"/>
              <a:gd name="T29" fmla="*/ 133 h 151"/>
              <a:gd name="T30" fmla="*/ 165 w 283"/>
              <a:gd name="T31" fmla="*/ 120 h 151"/>
              <a:gd name="T32" fmla="*/ 172 w 283"/>
              <a:gd name="T33" fmla="*/ 116 h 151"/>
              <a:gd name="T34" fmla="*/ 168 w 283"/>
              <a:gd name="T35" fmla="*/ 107 h 151"/>
              <a:gd name="T36" fmla="*/ 159 w 283"/>
              <a:gd name="T37" fmla="*/ 111 h 151"/>
              <a:gd name="T38" fmla="*/ 165 w 283"/>
              <a:gd name="T39" fmla="*/ 120 h 151"/>
              <a:gd name="T40" fmla="*/ 130 w 283"/>
              <a:gd name="T41" fmla="*/ 104 h 151"/>
              <a:gd name="T42" fmla="*/ 137 w 283"/>
              <a:gd name="T43" fmla="*/ 101 h 151"/>
              <a:gd name="T44" fmla="*/ 134 w 283"/>
              <a:gd name="T45" fmla="*/ 91 h 151"/>
              <a:gd name="T46" fmla="*/ 124 w 283"/>
              <a:gd name="T47" fmla="*/ 94 h 151"/>
              <a:gd name="T48" fmla="*/ 130 w 283"/>
              <a:gd name="T49" fmla="*/ 104 h 151"/>
              <a:gd name="T50" fmla="*/ 97 w 283"/>
              <a:gd name="T51" fmla="*/ 86 h 151"/>
              <a:gd name="T52" fmla="*/ 103 w 283"/>
              <a:gd name="T53" fmla="*/ 82 h 151"/>
              <a:gd name="T54" fmla="*/ 101 w 283"/>
              <a:gd name="T55" fmla="*/ 73 h 151"/>
              <a:gd name="T56" fmla="*/ 91 w 283"/>
              <a:gd name="T57" fmla="*/ 75 h 151"/>
              <a:gd name="T58" fmla="*/ 97 w 283"/>
              <a:gd name="T59" fmla="*/ 86 h 151"/>
              <a:gd name="T60" fmla="*/ 66 w 283"/>
              <a:gd name="T61" fmla="*/ 64 h 151"/>
              <a:gd name="T62" fmla="*/ 71 w 283"/>
              <a:gd name="T63" fmla="*/ 62 h 151"/>
              <a:gd name="T64" fmla="*/ 70 w 283"/>
              <a:gd name="T65" fmla="*/ 52 h 151"/>
              <a:gd name="T66" fmla="*/ 60 w 283"/>
              <a:gd name="T67" fmla="*/ 53 h 151"/>
              <a:gd name="T68" fmla="*/ 66 w 283"/>
              <a:gd name="T69" fmla="*/ 64 h 151"/>
              <a:gd name="T70" fmla="*/ 36 w 283"/>
              <a:gd name="T71" fmla="*/ 41 h 151"/>
              <a:gd name="T72" fmla="*/ 41 w 283"/>
              <a:gd name="T73" fmla="*/ 38 h 151"/>
              <a:gd name="T74" fmla="*/ 40 w 283"/>
              <a:gd name="T75" fmla="*/ 28 h 151"/>
              <a:gd name="T76" fmla="*/ 31 w 283"/>
              <a:gd name="T77" fmla="*/ 29 h 151"/>
              <a:gd name="T78" fmla="*/ 36 w 283"/>
              <a:gd name="T79" fmla="*/ 41 h 151"/>
              <a:gd name="T80" fmla="*/ 8 w 283"/>
              <a:gd name="T81" fmla="*/ 15 h 151"/>
              <a:gd name="T82" fmla="*/ 13 w 283"/>
              <a:gd name="T83" fmla="*/ 13 h 151"/>
              <a:gd name="T84" fmla="*/ 13 w 283"/>
              <a:gd name="T85" fmla="*/ 3 h 151"/>
              <a:gd name="T86" fmla="*/ 3 w 283"/>
              <a:gd name="T87" fmla="*/ 3 h 151"/>
              <a:gd name="T88" fmla="*/ 3 w 283"/>
              <a:gd name="T89" fmla="*/ 13 h 151"/>
              <a:gd name="T90" fmla="*/ 8 w 283"/>
              <a:gd name="T91" fmla="*/ 1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83" h="151">
                <a:moveTo>
                  <a:pt x="275" y="151"/>
                </a:moveTo>
                <a:cubicBezTo>
                  <a:pt x="275" y="151"/>
                  <a:pt x="275" y="151"/>
                  <a:pt x="275" y="151"/>
                </a:cubicBezTo>
                <a:cubicBezTo>
                  <a:pt x="279" y="151"/>
                  <a:pt x="281" y="148"/>
                  <a:pt x="282" y="145"/>
                </a:cubicBezTo>
                <a:cubicBezTo>
                  <a:pt x="282" y="145"/>
                  <a:pt x="282" y="145"/>
                  <a:pt x="282" y="145"/>
                </a:cubicBezTo>
                <a:cubicBezTo>
                  <a:pt x="283" y="141"/>
                  <a:pt x="280" y="137"/>
                  <a:pt x="276" y="137"/>
                </a:cubicBezTo>
                <a:cubicBezTo>
                  <a:pt x="276" y="137"/>
                  <a:pt x="276" y="137"/>
                  <a:pt x="276" y="137"/>
                </a:cubicBezTo>
                <a:cubicBezTo>
                  <a:pt x="272" y="136"/>
                  <a:pt x="269" y="139"/>
                  <a:pt x="268" y="143"/>
                </a:cubicBezTo>
                <a:cubicBezTo>
                  <a:pt x="268" y="143"/>
                  <a:pt x="268" y="143"/>
                  <a:pt x="268" y="143"/>
                </a:cubicBezTo>
                <a:cubicBezTo>
                  <a:pt x="268" y="147"/>
                  <a:pt x="270" y="150"/>
                  <a:pt x="274" y="151"/>
                </a:cubicBezTo>
                <a:cubicBezTo>
                  <a:pt x="274" y="151"/>
                  <a:pt x="275" y="151"/>
                  <a:pt x="275" y="151"/>
                </a:cubicBezTo>
                <a:close/>
                <a:moveTo>
                  <a:pt x="238" y="144"/>
                </a:moveTo>
                <a:cubicBezTo>
                  <a:pt x="238" y="144"/>
                  <a:pt x="238" y="144"/>
                  <a:pt x="238" y="144"/>
                </a:cubicBezTo>
                <a:cubicBezTo>
                  <a:pt x="241" y="144"/>
                  <a:pt x="244" y="141"/>
                  <a:pt x="244" y="138"/>
                </a:cubicBezTo>
                <a:cubicBezTo>
                  <a:pt x="244" y="138"/>
                  <a:pt x="244" y="138"/>
                  <a:pt x="244" y="138"/>
                </a:cubicBezTo>
                <a:cubicBezTo>
                  <a:pt x="245" y="134"/>
                  <a:pt x="243" y="131"/>
                  <a:pt x="239" y="130"/>
                </a:cubicBezTo>
                <a:cubicBezTo>
                  <a:pt x="239" y="130"/>
                  <a:pt x="239" y="130"/>
                  <a:pt x="239" y="130"/>
                </a:cubicBezTo>
                <a:cubicBezTo>
                  <a:pt x="235" y="129"/>
                  <a:pt x="232" y="131"/>
                  <a:pt x="231" y="135"/>
                </a:cubicBezTo>
                <a:cubicBezTo>
                  <a:pt x="231" y="135"/>
                  <a:pt x="231" y="135"/>
                  <a:pt x="231" y="135"/>
                </a:cubicBezTo>
                <a:cubicBezTo>
                  <a:pt x="230" y="139"/>
                  <a:pt x="232" y="143"/>
                  <a:pt x="236" y="143"/>
                </a:cubicBezTo>
                <a:cubicBezTo>
                  <a:pt x="237" y="144"/>
                  <a:pt x="237" y="144"/>
                  <a:pt x="238" y="144"/>
                </a:cubicBezTo>
                <a:close/>
                <a:moveTo>
                  <a:pt x="201" y="133"/>
                </a:moveTo>
                <a:cubicBezTo>
                  <a:pt x="201" y="133"/>
                  <a:pt x="201" y="133"/>
                  <a:pt x="201" y="133"/>
                </a:cubicBezTo>
                <a:cubicBezTo>
                  <a:pt x="204" y="133"/>
                  <a:pt x="207" y="132"/>
                  <a:pt x="208" y="129"/>
                </a:cubicBezTo>
                <a:cubicBezTo>
                  <a:pt x="208" y="129"/>
                  <a:pt x="208" y="129"/>
                  <a:pt x="208" y="129"/>
                </a:cubicBezTo>
                <a:cubicBezTo>
                  <a:pt x="209" y="125"/>
                  <a:pt x="207" y="121"/>
                  <a:pt x="203" y="120"/>
                </a:cubicBezTo>
                <a:cubicBezTo>
                  <a:pt x="203" y="120"/>
                  <a:pt x="203" y="120"/>
                  <a:pt x="203" y="120"/>
                </a:cubicBezTo>
                <a:cubicBezTo>
                  <a:pt x="199" y="119"/>
                  <a:pt x="195" y="121"/>
                  <a:pt x="194" y="124"/>
                </a:cubicBezTo>
                <a:cubicBezTo>
                  <a:pt x="194" y="124"/>
                  <a:pt x="194" y="124"/>
                  <a:pt x="194" y="124"/>
                </a:cubicBezTo>
                <a:cubicBezTo>
                  <a:pt x="193" y="128"/>
                  <a:pt x="195" y="132"/>
                  <a:pt x="199" y="133"/>
                </a:cubicBezTo>
                <a:cubicBezTo>
                  <a:pt x="199" y="133"/>
                  <a:pt x="200" y="133"/>
                  <a:pt x="201" y="133"/>
                </a:cubicBezTo>
                <a:close/>
                <a:moveTo>
                  <a:pt x="165" y="120"/>
                </a:moveTo>
                <a:cubicBezTo>
                  <a:pt x="165" y="120"/>
                  <a:pt x="165" y="120"/>
                  <a:pt x="165" y="120"/>
                </a:cubicBezTo>
                <a:cubicBezTo>
                  <a:pt x="168" y="120"/>
                  <a:pt x="170" y="119"/>
                  <a:pt x="172" y="116"/>
                </a:cubicBezTo>
                <a:cubicBezTo>
                  <a:pt x="172" y="116"/>
                  <a:pt x="172" y="116"/>
                  <a:pt x="172" y="116"/>
                </a:cubicBezTo>
                <a:cubicBezTo>
                  <a:pt x="173" y="112"/>
                  <a:pt x="171" y="108"/>
                  <a:pt x="168" y="107"/>
                </a:cubicBezTo>
                <a:cubicBezTo>
                  <a:pt x="168" y="107"/>
                  <a:pt x="168" y="107"/>
                  <a:pt x="168" y="107"/>
                </a:cubicBezTo>
                <a:cubicBezTo>
                  <a:pt x="164" y="105"/>
                  <a:pt x="160" y="107"/>
                  <a:pt x="159" y="111"/>
                </a:cubicBezTo>
                <a:cubicBezTo>
                  <a:pt x="159" y="111"/>
                  <a:pt x="159" y="111"/>
                  <a:pt x="159" y="111"/>
                </a:cubicBezTo>
                <a:cubicBezTo>
                  <a:pt x="157" y="114"/>
                  <a:pt x="159" y="118"/>
                  <a:pt x="162" y="120"/>
                </a:cubicBezTo>
                <a:cubicBezTo>
                  <a:pt x="163" y="120"/>
                  <a:pt x="164" y="120"/>
                  <a:pt x="165" y="120"/>
                </a:cubicBezTo>
                <a:close/>
                <a:moveTo>
                  <a:pt x="130" y="104"/>
                </a:moveTo>
                <a:cubicBezTo>
                  <a:pt x="130" y="104"/>
                  <a:pt x="130" y="104"/>
                  <a:pt x="130" y="104"/>
                </a:cubicBezTo>
                <a:cubicBezTo>
                  <a:pt x="133" y="104"/>
                  <a:pt x="136" y="103"/>
                  <a:pt x="137" y="101"/>
                </a:cubicBezTo>
                <a:cubicBezTo>
                  <a:pt x="137" y="101"/>
                  <a:pt x="137" y="101"/>
                  <a:pt x="137" y="101"/>
                </a:cubicBezTo>
                <a:cubicBezTo>
                  <a:pt x="138" y="97"/>
                  <a:pt x="137" y="93"/>
                  <a:pt x="134" y="91"/>
                </a:cubicBezTo>
                <a:cubicBezTo>
                  <a:pt x="134" y="91"/>
                  <a:pt x="134" y="91"/>
                  <a:pt x="134" y="91"/>
                </a:cubicBezTo>
                <a:cubicBezTo>
                  <a:pt x="130" y="89"/>
                  <a:pt x="126" y="91"/>
                  <a:pt x="124" y="94"/>
                </a:cubicBezTo>
                <a:cubicBezTo>
                  <a:pt x="124" y="94"/>
                  <a:pt x="124" y="94"/>
                  <a:pt x="124" y="94"/>
                </a:cubicBezTo>
                <a:cubicBezTo>
                  <a:pt x="123" y="98"/>
                  <a:pt x="124" y="102"/>
                  <a:pt x="127" y="104"/>
                </a:cubicBezTo>
                <a:cubicBezTo>
                  <a:pt x="128" y="104"/>
                  <a:pt x="129" y="104"/>
                  <a:pt x="130" y="104"/>
                </a:cubicBezTo>
                <a:close/>
                <a:moveTo>
                  <a:pt x="97" y="86"/>
                </a:moveTo>
                <a:cubicBezTo>
                  <a:pt x="97" y="86"/>
                  <a:pt x="97" y="86"/>
                  <a:pt x="97" y="86"/>
                </a:cubicBezTo>
                <a:cubicBezTo>
                  <a:pt x="100" y="86"/>
                  <a:pt x="102" y="84"/>
                  <a:pt x="103" y="82"/>
                </a:cubicBezTo>
                <a:cubicBezTo>
                  <a:pt x="103" y="82"/>
                  <a:pt x="103" y="82"/>
                  <a:pt x="103" y="82"/>
                </a:cubicBezTo>
                <a:cubicBezTo>
                  <a:pt x="105" y="79"/>
                  <a:pt x="104" y="75"/>
                  <a:pt x="101" y="73"/>
                </a:cubicBezTo>
                <a:cubicBezTo>
                  <a:pt x="101" y="73"/>
                  <a:pt x="101" y="73"/>
                  <a:pt x="101" y="73"/>
                </a:cubicBezTo>
                <a:cubicBezTo>
                  <a:pt x="98" y="71"/>
                  <a:pt x="93" y="72"/>
                  <a:pt x="91" y="75"/>
                </a:cubicBezTo>
                <a:cubicBezTo>
                  <a:pt x="91" y="75"/>
                  <a:pt x="91" y="75"/>
                  <a:pt x="91" y="75"/>
                </a:cubicBezTo>
                <a:cubicBezTo>
                  <a:pt x="89" y="78"/>
                  <a:pt x="90" y="83"/>
                  <a:pt x="94" y="85"/>
                </a:cubicBezTo>
                <a:cubicBezTo>
                  <a:pt x="95" y="85"/>
                  <a:pt x="96" y="86"/>
                  <a:pt x="97" y="86"/>
                </a:cubicBezTo>
                <a:close/>
                <a:moveTo>
                  <a:pt x="66" y="64"/>
                </a:moveTo>
                <a:cubicBezTo>
                  <a:pt x="66" y="64"/>
                  <a:pt x="66" y="64"/>
                  <a:pt x="66" y="64"/>
                </a:cubicBezTo>
                <a:cubicBezTo>
                  <a:pt x="68" y="64"/>
                  <a:pt x="70" y="63"/>
                  <a:pt x="71" y="62"/>
                </a:cubicBezTo>
                <a:cubicBezTo>
                  <a:pt x="71" y="62"/>
                  <a:pt x="71" y="62"/>
                  <a:pt x="71" y="62"/>
                </a:cubicBezTo>
                <a:cubicBezTo>
                  <a:pt x="74" y="58"/>
                  <a:pt x="73" y="54"/>
                  <a:pt x="70" y="52"/>
                </a:cubicBezTo>
                <a:cubicBezTo>
                  <a:pt x="70" y="52"/>
                  <a:pt x="70" y="52"/>
                  <a:pt x="70" y="52"/>
                </a:cubicBezTo>
                <a:cubicBezTo>
                  <a:pt x="67" y="49"/>
                  <a:pt x="62" y="50"/>
                  <a:pt x="60" y="53"/>
                </a:cubicBezTo>
                <a:cubicBezTo>
                  <a:pt x="60" y="53"/>
                  <a:pt x="60" y="53"/>
                  <a:pt x="60" y="53"/>
                </a:cubicBezTo>
                <a:cubicBezTo>
                  <a:pt x="58" y="56"/>
                  <a:pt x="58" y="61"/>
                  <a:pt x="62" y="63"/>
                </a:cubicBezTo>
                <a:cubicBezTo>
                  <a:pt x="63" y="64"/>
                  <a:pt x="64" y="64"/>
                  <a:pt x="66" y="64"/>
                </a:cubicBezTo>
                <a:close/>
                <a:moveTo>
                  <a:pt x="36" y="41"/>
                </a:moveTo>
                <a:cubicBezTo>
                  <a:pt x="36" y="41"/>
                  <a:pt x="36" y="41"/>
                  <a:pt x="36" y="41"/>
                </a:cubicBezTo>
                <a:cubicBezTo>
                  <a:pt x="38" y="41"/>
                  <a:pt x="40" y="40"/>
                  <a:pt x="41" y="38"/>
                </a:cubicBezTo>
                <a:cubicBezTo>
                  <a:pt x="41" y="38"/>
                  <a:pt x="41" y="38"/>
                  <a:pt x="41" y="38"/>
                </a:cubicBezTo>
                <a:cubicBezTo>
                  <a:pt x="44" y="35"/>
                  <a:pt x="43" y="31"/>
                  <a:pt x="40" y="28"/>
                </a:cubicBezTo>
                <a:cubicBezTo>
                  <a:pt x="40" y="28"/>
                  <a:pt x="40" y="28"/>
                  <a:pt x="40" y="28"/>
                </a:cubicBezTo>
                <a:cubicBezTo>
                  <a:pt x="37" y="26"/>
                  <a:pt x="33" y="26"/>
                  <a:pt x="31" y="29"/>
                </a:cubicBezTo>
                <a:cubicBezTo>
                  <a:pt x="31" y="29"/>
                  <a:pt x="31" y="29"/>
                  <a:pt x="31" y="29"/>
                </a:cubicBezTo>
                <a:cubicBezTo>
                  <a:pt x="28" y="32"/>
                  <a:pt x="28" y="36"/>
                  <a:pt x="31" y="39"/>
                </a:cubicBezTo>
                <a:cubicBezTo>
                  <a:pt x="33" y="40"/>
                  <a:pt x="34" y="41"/>
                  <a:pt x="36" y="41"/>
                </a:cubicBezTo>
                <a:close/>
                <a:moveTo>
                  <a:pt x="8" y="15"/>
                </a:moveTo>
                <a:cubicBezTo>
                  <a:pt x="8" y="15"/>
                  <a:pt x="8" y="15"/>
                  <a:pt x="8" y="15"/>
                </a:cubicBezTo>
                <a:cubicBezTo>
                  <a:pt x="10" y="15"/>
                  <a:pt x="12" y="14"/>
                  <a:pt x="13" y="13"/>
                </a:cubicBezTo>
                <a:cubicBezTo>
                  <a:pt x="13" y="13"/>
                  <a:pt x="13" y="13"/>
                  <a:pt x="13" y="13"/>
                </a:cubicBezTo>
                <a:cubicBezTo>
                  <a:pt x="16" y="10"/>
                  <a:pt x="16" y="5"/>
                  <a:pt x="13" y="3"/>
                </a:cubicBezTo>
                <a:cubicBezTo>
                  <a:pt x="13" y="3"/>
                  <a:pt x="13" y="3"/>
                  <a:pt x="13" y="3"/>
                </a:cubicBezTo>
                <a:cubicBezTo>
                  <a:pt x="10" y="0"/>
                  <a:pt x="6" y="0"/>
                  <a:pt x="3" y="3"/>
                </a:cubicBezTo>
                <a:cubicBezTo>
                  <a:pt x="3" y="3"/>
                  <a:pt x="3" y="3"/>
                  <a:pt x="3" y="3"/>
                </a:cubicBezTo>
                <a:cubicBezTo>
                  <a:pt x="0" y="5"/>
                  <a:pt x="0" y="10"/>
                  <a:pt x="3" y="13"/>
                </a:cubicBezTo>
                <a:cubicBezTo>
                  <a:pt x="3" y="13"/>
                  <a:pt x="3" y="13"/>
                  <a:pt x="3" y="13"/>
                </a:cubicBezTo>
                <a:cubicBezTo>
                  <a:pt x="3" y="13"/>
                  <a:pt x="3" y="13"/>
                  <a:pt x="3" y="13"/>
                </a:cubicBezTo>
                <a:cubicBezTo>
                  <a:pt x="4" y="14"/>
                  <a:pt x="6" y="15"/>
                  <a:pt x="8" y="15"/>
                </a:cubicBezTo>
                <a:close/>
              </a:path>
            </a:pathLst>
          </a:custGeom>
          <a:solidFill>
            <a:schemeClr val="bg2">
              <a:lumMod val="75000"/>
              <a:lumOff val="25000"/>
            </a:schemeClr>
          </a:solidFill>
          <a:ln>
            <a:noFill/>
          </a:ln>
        </p:spPr>
        <p:txBody>
          <a:bodyPr vert="horz" wrap="square" lIns="91440" tIns="45720" rIns="91440" bIns="45720" numCol="1" anchor="t" anchorCtr="0" compatLnSpc="1">
            <a:prstTxWarp prst="textNoShape">
              <a:avLst/>
            </a:prstTxWarp>
          </a:bodyPr>
          <a:lstStyle/>
          <a:p>
            <a:endParaRPr lang="ru-RU"/>
          </a:p>
        </p:txBody>
      </p:sp>
      <p:grpSp>
        <p:nvGrpSpPr>
          <p:cNvPr id="4" name="03">
            <a:extLst>
              <a:ext uri="{FF2B5EF4-FFF2-40B4-BE49-F238E27FC236}">
                <a16:creationId xmlns:a16="http://schemas.microsoft.com/office/drawing/2014/main" id="{06EAE903-4FE7-40D4-821A-D2429E5B2409}"/>
              </a:ext>
            </a:extLst>
          </p:cNvPr>
          <p:cNvGrpSpPr/>
          <p:nvPr/>
        </p:nvGrpSpPr>
        <p:grpSpPr>
          <a:xfrm>
            <a:off x="7416800" y="3533775"/>
            <a:ext cx="296863" cy="292100"/>
            <a:chOff x="7416800" y="3281363"/>
            <a:chExt cx="296863" cy="292100"/>
          </a:xfrm>
        </p:grpSpPr>
        <p:sp>
          <p:nvSpPr>
            <p:cNvPr id="5" name="Freeform 8">
              <a:extLst>
                <a:ext uri="{FF2B5EF4-FFF2-40B4-BE49-F238E27FC236}">
                  <a16:creationId xmlns:a16="http://schemas.microsoft.com/office/drawing/2014/main" id="{C21A69F0-3E78-451D-AD8A-17D6F21AAA47}"/>
                </a:ext>
              </a:extLst>
            </p:cNvPr>
            <p:cNvSpPr>
              <a:spLocks/>
            </p:cNvSpPr>
            <p:nvPr/>
          </p:nvSpPr>
          <p:spPr bwMode="auto">
            <a:xfrm>
              <a:off x="7493000" y="3357563"/>
              <a:ext cx="144463" cy="144463"/>
            </a:xfrm>
            <a:custGeom>
              <a:avLst/>
              <a:gdLst>
                <a:gd name="T0" fmla="*/ 29 w 38"/>
                <a:gd name="T1" fmla="*/ 5 h 38"/>
                <a:gd name="T2" fmla="*/ 32 w 38"/>
                <a:gd name="T3" fmla="*/ 29 h 38"/>
                <a:gd name="T4" fmla="*/ 9 w 38"/>
                <a:gd name="T5" fmla="*/ 32 h 38"/>
                <a:gd name="T6" fmla="*/ 5 w 38"/>
                <a:gd name="T7" fmla="*/ 9 h 38"/>
                <a:gd name="T8" fmla="*/ 29 w 38"/>
                <a:gd name="T9" fmla="*/ 5 h 38"/>
              </a:gdLst>
              <a:ahLst/>
              <a:cxnLst>
                <a:cxn ang="0">
                  <a:pos x="T0" y="T1"/>
                </a:cxn>
                <a:cxn ang="0">
                  <a:pos x="T2" y="T3"/>
                </a:cxn>
                <a:cxn ang="0">
                  <a:pos x="T4" y="T5"/>
                </a:cxn>
                <a:cxn ang="0">
                  <a:pos x="T6" y="T7"/>
                </a:cxn>
                <a:cxn ang="0">
                  <a:pos x="T8" y="T9"/>
                </a:cxn>
              </a:cxnLst>
              <a:rect l="0" t="0" r="r" b="b"/>
              <a:pathLst>
                <a:path w="38" h="38">
                  <a:moveTo>
                    <a:pt x="29" y="5"/>
                  </a:moveTo>
                  <a:cubicBezTo>
                    <a:pt x="36" y="11"/>
                    <a:pt x="38" y="21"/>
                    <a:pt x="32" y="29"/>
                  </a:cubicBezTo>
                  <a:cubicBezTo>
                    <a:pt x="27" y="36"/>
                    <a:pt x="17" y="38"/>
                    <a:pt x="9" y="32"/>
                  </a:cubicBezTo>
                  <a:cubicBezTo>
                    <a:pt x="2" y="27"/>
                    <a:pt x="0" y="17"/>
                    <a:pt x="5" y="9"/>
                  </a:cubicBezTo>
                  <a:cubicBezTo>
                    <a:pt x="11" y="2"/>
                    <a:pt x="21" y="0"/>
                    <a:pt x="29" y="5"/>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ru-RU"/>
            </a:p>
          </p:txBody>
        </p:sp>
        <p:sp>
          <p:nvSpPr>
            <p:cNvPr id="6" name="Freeform 9">
              <a:extLst>
                <a:ext uri="{FF2B5EF4-FFF2-40B4-BE49-F238E27FC236}">
                  <a16:creationId xmlns:a16="http://schemas.microsoft.com/office/drawing/2014/main" id="{6B026CB7-1F97-422B-B935-A80E6858F6D7}"/>
                </a:ext>
              </a:extLst>
            </p:cNvPr>
            <p:cNvSpPr>
              <a:spLocks/>
            </p:cNvSpPr>
            <p:nvPr/>
          </p:nvSpPr>
          <p:spPr bwMode="auto">
            <a:xfrm>
              <a:off x="7416800" y="3281363"/>
              <a:ext cx="296863" cy="292100"/>
            </a:xfrm>
            <a:custGeom>
              <a:avLst/>
              <a:gdLst>
                <a:gd name="T0" fmla="*/ 59 w 78"/>
                <a:gd name="T1" fmla="*/ 11 h 77"/>
                <a:gd name="T2" fmla="*/ 66 w 78"/>
                <a:gd name="T3" fmla="*/ 59 h 77"/>
                <a:gd name="T4" fmla="*/ 19 w 78"/>
                <a:gd name="T5" fmla="*/ 66 h 77"/>
                <a:gd name="T6" fmla="*/ 11 w 78"/>
                <a:gd name="T7" fmla="*/ 19 h 77"/>
                <a:gd name="T8" fmla="*/ 59 w 78"/>
                <a:gd name="T9" fmla="*/ 11 h 77"/>
              </a:gdLst>
              <a:ahLst/>
              <a:cxnLst>
                <a:cxn ang="0">
                  <a:pos x="T0" y="T1"/>
                </a:cxn>
                <a:cxn ang="0">
                  <a:pos x="T2" y="T3"/>
                </a:cxn>
                <a:cxn ang="0">
                  <a:pos x="T4" y="T5"/>
                </a:cxn>
                <a:cxn ang="0">
                  <a:pos x="T6" y="T7"/>
                </a:cxn>
                <a:cxn ang="0">
                  <a:pos x="T8" y="T9"/>
                </a:cxn>
              </a:cxnLst>
              <a:rect l="0" t="0" r="r" b="b"/>
              <a:pathLst>
                <a:path w="78" h="77">
                  <a:moveTo>
                    <a:pt x="59" y="11"/>
                  </a:moveTo>
                  <a:cubicBezTo>
                    <a:pt x="74" y="22"/>
                    <a:pt x="78" y="44"/>
                    <a:pt x="66" y="59"/>
                  </a:cubicBezTo>
                  <a:cubicBezTo>
                    <a:pt x="55" y="74"/>
                    <a:pt x="34" y="77"/>
                    <a:pt x="19" y="66"/>
                  </a:cubicBezTo>
                  <a:cubicBezTo>
                    <a:pt x="4" y="55"/>
                    <a:pt x="0" y="34"/>
                    <a:pt x="11" y="19"/>
                  </a:cubicBezTo>
                  <a:cubicBezTo>
                    <a:pt x="22" y="4"/>
                    <a:pt x="44" y="0"/>
                    <a:pt x="59" y="11"/>
                  </a:cubicBezTo>
                  <a:close/>
                </a:path>
              </a:pathLst>
            </a:custGeom>
            <a:noFill/>
            <a:ln w="46038" cap="flat">
              <a:solidFill>
                <a:schemeClr val="accent5"/>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pSp>
      <p:grpSp>
        <p:nvGrpSpPr>
          <p:cNvPr id="7" name="02">
            <a:extLst>
              <a:ext uri="{FF2B5EF4-FFF2-40B4-BE49-F238E27FC236}">
                <a16:creationId xmlns:a16="http://schemas.microsoft.com/office/drawing/2014/main" id="{5871DF4C-E53A-478D-98C2-723CDE2B2EEB}"/>
              </a:ext>
            </a:extLst>
          </p:cNvPr>
          <p:cNvGrpSpPr/>
          <p:nvPr/>
        </p:nvGrpSpPr>
        <p:grpSpPr>
          <a:xfrm>
            <a:off x="5965825" y="4302125"/>
            <a:ext cx="258763" cy="260350"/>
            <a:chOff x="5965825" y="4049713"/>
            <a:chExt cx="258763" cy="260350"/>
          </a:xfrm>
        </p:grpSpPr>
        <p:sp>
          <p:nvSpPr>
            <p:cNvPr id="8" name="Oval 12">
              <a:extLst>
                <a:ext uri="{FF2B5EF4-FFF2-40B4-BE49-F238E27FC236}">
                  <a16:creationId xmlns:a16="http://schemas.microsoft.com/office/drawing/2014/main" id="{1B360FA4-E800-459A-9921-68E0BCC12734}"/>
                </a:ext>
              </a:extLst>
            </p:cNvPr>
            <p:cNvSpPr>
              <a:spLocks noChangeArrowheads="1"/>
            </p:cNvSpPr>
            <p:nvPr/>
          </p:nvSpPr>
          <p:spPr bwMode="auto">
            <a:xfrm>
              <a:off x="6030913" y="4114800"/>
              <a:ext cx="130175" cy="125413"/>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ru-RU"/>
            </a:p>
          </p:txBody>
        </p:sp>
        <p:sp>
          <p:nvSpPr>
            <p:cNvPr id="9" name="Oval 13">
              <a:extLst>
                <a:ext uri="{FF2B5EF4-FFF2-40B4-BE49-F238E27FC236}">
                  <a16:creationId xmlns:a16="http://schemas.microsoft.com/office/drawing/2014/main" id="{F4D347B3-6DE3-4AB8-B4F1-45F9C4733BE4}"/>
                </a:ext>
              </a:extLst>
            </p:cNvPr>
            <p:cNvSpPr>
              <a:spLocks noChangeArrowheads="1"/>
            </p:cNvSpPr>
            <p:nvPr/>
          </p:nvSpPr>
          <p:spPr bwMode="auto">
            <a:xfrm>
              <a:off x="5965825" y="4049713"/>
              <a:ext cx="258763" cy="260350"/>
            </a:xfrm>
            <a:prstGeom prst="ellipse">
              <a:avLst/>
            </a:prstGeom>
            <a:noFill/>
            <a:ln w="46038" cap="flat">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pSp>
      <p:grpSp>
        <p:nvGrpSpPr>
          <p:cNvPr id="10" name="01">
            <a:extLst>
              <a:ext uri="{FF2B5EF4-FFF2-40B4-BE49-F238E27FC236}">
                <a16:creationId xmlns:a16="http://schemas.microsoft.com/office/drawing/2014/main" id="{A3BB72FA-F0B7-4163-870C-C1C3A893AA10}"/>
              </a:ext>
            </a:extLst>
          </p:cNvPr>
          <p:cNvGrpSpPr/>
          <p:nvPr/>
        </p:nvGrpSpPr>
        <p:grpSpPr>
          <a:xfrm>
            <a:off x="4476750" y="3533775"/>
            <a:ext cx="296863" cy="292100"/>
            <a:chOff x="4476750" y="3281363"/>
            <a:chExt cx="296863" cy="292100"/>
          </a:xfrm>
        </p:grpSpPr>
        <p:sp>
          <p:nvSpPr>
            <p:cNvPr id="11" name="Freeform 10">
              <a:extLst>
                <a:ext uri="{FF2B5EF4-FFF2-40B4-BE49-F238E27FC236}">
                  <a16:creationId xmlns:a16="http://schemas.microsoft.com/office/drawing/2014/main" id="{2119391F-A513-4BEE-B353-A62A6636B9D2}"/>
                </a:ext>
              </a:extLst>
            </p:cNvPr>
            <p:cNvSpPr>
              <a:spLocks/>
            </p:cNvSpPr>
            <p:nvPr/>
          </p:nvSpPr>
          <p:spPr bwMode="auto">
            <a:xfrm>
              <a:off x="4552950" y="3357563"/>
              <a:ext cx="146050" cy="144463"/>
            </a:xfrm>
            <a:custGeom>
              <a:avLst/>
              <a:gdLst>
                <a:gd name="T0" fmla="*/ 9 w 38"/>
                <a:gd name="T1" fmla="*/ 5 h 38"/>
                <a:gd name="T2" fmla="*/ 6 w 38"/>
                <a:gd name="T3" fmla="*/ 29 h 38"/>
                <a:gd name="T4" fmla="*/ 29 w 38"/>
                <a:gd name="T5" fmla="*/ 32 h 38"/>
                <a:gd name="T6" fmla="*/ 33 w 38"/>
                <a:gd name="T7" fmla="*/ 9 h 38"/>
                <a:gd name="T8" fmla="*/ 9 w 38"/>
                <a:gd name="T9" fmla="*/ 5 h 38"/>
              </a:gdLst>
              <a:ahLst/>
              <a:cxnLst>
                <a:cxn ang="0">
                  <a:pos x="T0" y="T1"/>
                </a:cxn>
                <a:cxn ang="0">
                  <a:pos x="T2" y="T3"/>
                </a:cxn>
                <a:cxn ang="0">
                  <a:pos x="T4" y="T5"/>
                </a:cxn>
                <a:cxn ang="0">
                  <a:pos x="T6" y="T7"/>
                </a:cxn>
                <a:cxn ang="0">
                  <a:pos x="T8" y="T9"/>
                </a:cxn>
              </a:cxnLst>
              <a:rect l="0" t="0" r="r" b="b"/>
              <a:pathLst>
                <a:path w="38" h="38">
                  <a:moveTo>
                    <a:pt x="9" y="5"/>
                  </a:moveTo>
                  <a:cubicBezTo>
                    <a:pt x="2" y="11"/>
                    <a:pt x="0" y="21"/>
                    <a:pt x="6" y="29"/>
                  </a:cubicBezTo>
                  <a:cubicBezTo>
                    <a:pt x="11" y="36"/>
                    <a:pt x="21" y="38"/>
                    <a:pt x="29" y="32"/>
                  </a:cubicBezTo>
                  <a:cubicBezTo>
                    <a:pt x="36" y="27"/>
                    <a:pt x="38" y="17"/>
                    <a:pt x="33" y="9"/>
                  </a:cubicBezTo>
                  <a:cubicBezTo>
                    <a:pt x="27" y="2"/>
                    <a:pt x="17" y="0"/>
                    <a:pt x="9" y="5"/>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ru-RU"/>
            </a:p>
          </p:txBody>
        </p:sp>
        <p:sp>
          <p:nvSpPr>
            <p:cNvPr id="12" name="Freeform 11">
              <a:extLst>
                <a:ext uri="{FF2B5EF4-FFF2-40B4-BE49-F238E27FC236}">
                  <a16:creationId xmlns:a16="http://schemas.microsoft.com/office/drawing/2014/main" id="{75F3CBAC-68CE-4CC2-85B6-C07A865ACAE0}"/>
                </a:ext>
              </a:extLst>
            </p:cNvPr>
            <p:cNvSpPr>
              <a:spLocks/>
            </p:cNvSpPr>
            <p:nvPr/>
          </p:nvSpPr>
          <p:spPr bwMode="auto">
            <a:xfrm>
              <a:off x="4476750" y="3281363"/>
              <a:ext cx="296863" cy="292100"/>
            </a:xfrm>
            <a:custGeom>
              <a:avLst/>
              <a:gdLst>
                <a:gd name="T0" fmla="*/ 19 w 78"/>
                <a:gd name="T1" fmla="*/ 11 h 77"/>
                <a:gd name="T2" fmla="*/ 12 w 78"/>
                <a:gd name="T3" fmla="*/ 59 h 77"/>
                <a:gd name="T4" fmla="*/ 59 w 78"/>
                <a:gd name="T5" fmla="*/ 66 h 77"/>
                <a:gd name="T6" fmla="*/ 67 w 78"/>
                <a:gd name="T7" fmla="*/ 19 h 77"/>
                <a:gd name="T8" fmla="*/ 19 w 78"/>
                <a:gd name="T9" fmla="*/ 11 h 77"/>
              </a:gdLst>
              <a:ahLst/>
              <a:cxnLst>
                <a:cxn ang="0">
                  <a:pos x="T0" y="T1"/>
                </a:cxn>
                <a:cxn ang="0">
                  <a:pos x="T2" y="T3"/>
                </a:cxn>
                <a:cxn ang="0">
                  <a:pos x="T4" y="T5"/>
                </a:cxn>
                <a:cxn ang="0">
                  <a:pos x="T6" y="T7"/>
                </a:cxn>
                <a:cxn ang="0">
                  <a:pos x="T8" y="T9"/>
                </a:cxn>
              </a:cxnLst>
              <a:rect l="0" t="0" r="r" b="b"/>
              <a:pathLst>
                <a:path w="78" h="77">
                  <a:moveTo>
                    <a:pt x="19" y="11"/>
                  </a:moveTo>
                  <a:cubicBezTo>
                    <a:pt x="4" y="22"/>
                    <a:pt x="0" y="44"/>
                    <a:pt x="12" y="59"/>
                  </a:cubicBezTo>
                  <a:cubicBezTo>
                    <a:pt x="23" y="74"/>
                    <a:pt x="44" y="77"/>
                    <a:pt x="59" y="66"/>
                  </a:cubicBezTo>
                  <a:cubicBezTo>
                    <a:pt x="74" y="55"/>
                    <a:pt x="78" y="34"/>
                    <a:pt x="67" y="19"/>
                  </a:cubicBezTo>
                  <a:cubicBezTo>
                    <a:pt x="56" y="4"/>
                    <a:pt x="34" y="0"/>
                    <a:pt x="19" y="11"/>
                  </a:cubicBezTo>
                  <a:close/>
                </a:path>
              </a:pathLst>
            </a:custGeom>
            <a:noFill/>
            <a:ln w="46038" cap="flat">
              <a:solidFill>
                <a:schemeClr val="accent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pSp>
      <p:grpSp>
        <p:nvGrpSpPr>
          <p:cNvPr id="13" name="Group 12">
            <a:extLst>
              <a:ext uri="{FF2B5EF4-FFF2-40B4-BE49-F238E27FC236}">
                <a16:creationId xmlns:a16="http://schemas.microsoft.com/office/drawing/2014/main" id="{8B5B04B4-C364-4514-AB29-F75F9CCB58BB}"/>
              </a:ext>
            </a:extLst>
          </p:cNvPr>
          <p:cNvGrpSpPr/>
          <p:nvPr/>
        </p:nvGrpSpPr>
        <p:grpSpPr>
          <a:xfrm>
            <a:off x="2334909" y="3417756"/>
            <a:ext cx="2664550" cy="1816362"/>
            <a:chOff x="2261032" y="3298694"/>
            <a:chExt cx="2664550" cy="1816362"/>
          </a:xfrm>
        </p:grpSpPr>
        <p:graphicFrame>
          <p:nvGraphicFramePr>
            <p:cNvPr id="14" name="Chart 13">
              <a:extLst>
                <a:ext uri="{FF2B5EF4-FFF2-40B4-BE49-F238E27FC236}">
                  <a16:creationId xmlns:a16="http://schemas.microsoft.com/office/drawing/2014/main" id="{EAF28496-A4D3-461D-85F5-01849789066C}"/>
                </a:ext>
              </a:extLst>
            </p:cNvPr>
            <p:cNvGraphicFramePr/>
            <p:nvPr/>
          </p:nvGraphicFramePr>
          <p:xfrm>
            <a:off x="2261032" y="3298694"/>
            <a:ext cx="2664550" cy="1816362"/>
          </p:xfrm>
          <a:graphic>
            <a:graphicData uri="http://schemas.openxmlformats.org/drawingml/2006/chart">
              <c:chart xmlns:c="http://schemas.openxmlformats.org/drawingml/2006/chart" xmlns:r="http://schemas.openxmlformats.org/officeDocument/2006/relationships" r:id="rId2"/>
            </a:graphicData>
          </a:graphic>
        </p:graphicFrame>
        <p:grpSp>
          <p:nvGrpSpPr>
            <p:cNvPr id="15" name="Group 14">
              <a:extLst>
                <a:ext uri="{FF2B5EF4-FFF2-40B4-BE49-F238E27FC236}">
                  <a16:creationId xmlns:a16="http://schemas.microsoft.com/office/drawing/2014/main" id="{3E93D182-3848-49E6-B0E8-BAF39FD70A23}"/>
                </a:ext>
              </a:extLst>
            </p:cNvPr>
            <p:cNvGrpSpPr/>
            <p:nvPr/>
          </p:nvGrpSpPr>
          <p:grpSpPr>
            <a:xfrm>
              <a:off x="3166514" y="3779420"/>
              <a:ext cx="853586" cy="854907"/>
              <a:chOff x="6345238" y="4948238"/>
              <a:chExt cx="1027113" cy="1028700"/>
            </a:xfrm>
            <a:effectLst>
              <a:outerShdw blurRad="292100" dist="241300" dir="2700000" sx="102000" sy="102000" algn="tl" rotWithShape="0">
                <a:prstClr val="black">
                  <a:alpha val="26000"/>
                </a:prstClr>
              </a:outerShdw>
            </a:effectLst>
          </p:grpSpPr>
          <p:sp>
            <p:nvSpPr>
              <p:cNvPr id="17" name="Oval 56">
                <a:extLst>
                  <a:ext uri="{FF2B5EF4-FFF2-40B4-BE49-F238E27FC236}">
                    <a16:creationId xmlns:a16="http://schemas.microsoft.com/office/drawing/2014/main" id="{4B5DFFDC-1FE3-4CA2-9743-000B73AACC75}"/>
                  </a:ext>
                </a:extLst>
              </p:cNvPr>
              <p:cNvSpPr>
                <a:spLocks noChangeArrowheads="1"/>
              </p:cNvSpPr>
              <p:nvPr/>
            </p:nvSpPr>
            <p:spPr bwMode="auto">
              <a:xfrm>
                <a:off x="6345238" y="4948238"/>
                <a:ext cx="1027113" cy="1028700"/>
              </a:xfrm>
              <a:prstGeom prst="ellipse">
                <a:avLst/>
              </a:prstGeom>
              <a:gradFill flip="none" rotWithShape="1">
                <a:gsLst>
                  <a:gs pos="0">
                    <a:schemeClr val="bg2">
                      <a:shade val="30000"/>
                      <a:satMod val="115000"/>
                    </a:schemeClr>
                  </a:gs>
                  <a:gs pos="100000">
                    <a:schemeClr val="bg2">
                      <a:shade val="100000"/>
                      <a:satMod val="115000"/>
                    </a:schemeClr>
                  </a:gs>
                </a:gsLst>
                <a:lin ang="13500000" scaled="1"/>
                <a:tileRect/>
              </a:gradFill>
              <a:ln>
                <a:noFill/>
              </a:ln>
            </p:spPr>
            <p:txBody>
              <a:bodyPr vert="horz" wrap="square" lIns="91440" tIns="45720" rIns="91440" bIns="45720" numCol="1" anchor="t" anchorCtr="0" compatLnSpc="1">
                <a:prstTxWarp prst="textNoShape">
                  <a:avLst/>
                </a:prstTxWarp>
              </a:bodyPr>
              <a:lstStyle/>
              <a:p>
                <a:endParaRPr lang="ru-UA"/>
              </a:p>
            </p:txBody>
          </p:sp>
          <p:sp>
            <p:nvSpPr>
              <p:cNvPr id="18" name="Oval 57">
                <a:extLst>
                  <a:ext uri="{FF2B5EF4-FFF2-40B4-BE49-F238E27FC236}">
                    <a16:creationId xmlns:a16="http://schemas.microsoft.com/office/drawing/2014/main" id="{0F2FF3E6-B268-4DB2-9078-C845200E6BBB}"/>
                  </a:ext>
                </a:extLst>
              </p:cNvPr>
              <p:cNvSpPr>
                <a:spLocks noChangeArrowheads="1"/>
              </p:cNvSpPr>
              <p:nvPr/>
            </p:nvSpPr>
            <p:spPr bwMode="auto">
              <a:xfrm>
                <a:off x="6359522" y="4962527"/>
                <a:ext cx="998538" cy="1000125"/>
              </a:xfrm>
              <a:prstGeom prst="ellipse">
                <a:avLst/>
              </a:prstGeom>
              <a:solidFill>
                <a:schemeClr val="bg2">
                  <a:lumMod val="95000"/>
                </a:schemeClr>
              </a:solidFill>
              <a:ln>
                <a:noFill/>
              </a:ln>
            </p:spPr>
            <p:txBody>
              <a:bodyPr vert="horz" wrap="square" lIns="91440" tIns="45720" rIns="91440" bIns="45720" numCol="1" anchor="t" anchorCtr="0" compatLnSpc="1">
                <a:prstTxWarp prst="textNoShape">
                  <a:avLst/>
                </a:prstTxWarp>
              </a:bodyPr>
              <a:lstStyle/>
              <a:p>
                <a:endParaRPr lang="ru-UA"/>
              </a:p>
            </p:txBody>
          </p:sp>
        </p:grpSp>
        <p:sp>
          <p:nvSpPr>
            <p:cNvPr id="16" name="TextBox 15">
              <a:extLst>
                <a:ext uri="{FF2B5EF4-FFF2-40B4-BE49-F238E27FC236}">
                  <a16:creationId xmlns:a16="http://schemas.microsoft.com/office/drawing/2014/main" id="{B355E45B-066C-438B-A109-09DB4CBA3B44}"/>
                </a:ext>
              </a:extLst>
            </p:cNvPr>
            <p:cNvSpPr txBox="1"/>
            <p:nvPr/>
          </p:nvSpPr>
          <p:spPr>
            <a:xfrm>
              <a:off x="3304575" y="3999868"/>
              <a:ext cx="652743" cy="400110"/>
            </a:xfrm>
            <a:prstGeom prst="rect">
              <a:avLst/>
            </a:prstGeom>
            <a:noFill/>
          </p:spPr>
          <p:txBody>
            <a:bodyPr wrap="none" rtlCol="0">
              <a:spAutoFit/>
            </a:bodyPr>
            <a:lstStyle/>
            <a:p>
              <a:pPr algn="ctr"/>
              <a:r>
                <a:rPr lang="en-US" sz="2000" b="1">
                  <a:solidFill>
                    <a:schemeClr val="accent3"/>
                  </a:solidFill>
                  <a:latin typeface="Montserrat SemiBold" panose="00000700000000000000" pitchFamily="50" charset="-52"/>
                </a:rPr>
                <a:t>15</a:t>
              </a:r>
              <a:r>
                <a:rPr lang="ru-RU" sz="2000" b="1">
                  <a:solidFill>
                    <a:schemeClr val="accent3"/>
                  </a:solidFill>
                  <a:latin typeface="Montserrat SemiBold" panose="00000700000000000000" pitchFamily="50" charset="-52"/>
                </a:rPr>
                <a:t>%</a:t>
              </a:r>
              <a:endParaRPr lang="ru-UA" sz="2000" b="1">
                <a:solidFill>
                  <a:schemeClr val="accent3"/>
                </a:solidFill>
                <a:latin typeface="Montserrat SemiBold" panose="00000700000000000000" pitchFamily="50" charset="-52"/>
              </a:endParaRPr>
            </a:p>
          </p:txBody>
        </p:sp>
      </p:grpSp>
      <p:grpSp>
        <p:nvGrpSpPr>
          <p:cNvPr id="19" name="Group 18">
            <a:extLst>
              <a:ext uri="{FF2B5EF4-FFF2-40B4-BE49-F238E27FC236}">
                <a16:creationId xmlns:a16="http://schemas.microsoft.com/office/drawing/2014/main" id="{9F60CFAB-13AA-4B31-998B-1C589BAA433E}"/>
              </a:ext>
            </a:extLst>
          </p:cNvPr>
          <p:cNvGrpSpPr/>
          <p:nvPr/>
        </p:nvGrpSpPr>
        <p:grpSpPr>
          <a:xfrm>
            <a:off x="4763363" y="4666840"/>
            <a:ext cx="2664550" cy="1816362"/>
            <a:chOff x="4763363" y="4566308"/>
            <a:chExt cx="2664550" cy="1816362"/>
          </a:xfrm>
        </p:grpSpPr>
        <p:graphicFrame>
          <p:nvGraphicFramePr>
            <p:cNvPr id="20" name="Chart 19">
              <a:extLst>
                <a:ext uri="{FF2B5EF4-FFF2-40B4-BE49-F238E27FC236}">
                  <a16:creationId xmlns:a16="http://schemas.microsoft.com/office/drawing/2014/main" id="{40EEB6E0-4890-4B6F-839E-64DD0F4F80F1}"/>
                </a:ext>
              </a:extLst>
            </p:cNvPr>
            <p:cNvGraphicFramePr/>
            <p:nvPr/>
          </p:nvGraphicFramePr>
          <p:xfrm>
            <a:off x="4763363" y="4566308"/>
            <a:ext cx="2664550" cy="1816362"/>
          </p:xfrm>
          <a:graphic>
            <a:graphicData uri="http://schemas.openxmlformats.org/drawingml/2006/chart">
              <c:chart xmlns:c="http://schemas.openxmlformats.org/drawingml/2006/chart" xmlns:r="http://schemas.openxmlformats.org/officeDocument/2006/relationships" r:id="rId3"/>
            </a:graphicData>
          </a:graphic>
        </p:graphicFrame>
        <p:grpSp>
          <p:nvGrpSpPr>
            <p:cNvPr id="21" name="Group 20">
              <a:extLst>
                <a:ext uri="{FF2B5EF4-FFF2-40B4-BE49-F238E27FC236}">
                  <a16:creationId xmlns:a16="http://schemas.microsoft.com/office/drawing/2014/main" id="{251E58A4-F668-4CA2-A6B4-FB8006839A94}"/>
                </a:ext>
              </a:extLst>
            </p:cNvPr>
            <p:cNvGrpSpPr/>
            <p:nvPr/>
          </p:nvGrpSpPr>
          <p:grpSpPr>
            <a:xfrm>
              <a:off x="5668845" y="5047034"/>
              <a:ext cx="853586" cy="854907"/>
              <a:chOff x="6345238" y="4948238"/>
              <a:chExt cx="1027113" cy="1028700"/>
            </a:xfrm>
            <a:effectLst>
              <a:outerShdw blurRad="292100" dist="241300" dir="2700000" sx="102000" sy="102000" algn="tl" rotWithShape="0">
                <a:prstClr val="black">
                  <a:alpha val="26000"/>
                </a:prstClr>
              </a:outerShdw>
            </a:effectLst>
          </p:grpSpPr>
          <p:sp>
            <p:nvSpPr>
              <p:cNvPr id="23" name="Oval 56">
                <a:extLst>
                  <a:ext uri="{FF2B5EF4-FFF2-40B4-BE49-F238E27FC236}">
                    <a16:creationId xmlns:a16="http://schemas.microsoft.com/office/drawing/2014/main" id="{7B9B757E-EA9F-4E46-B663-22DBAA1603A4}"/>
                  </a:ext>
                </a:extLst>
              </p:cNvPr>
              <p:cNvSpPr>
                <a:spLocks noChangeArrowheads="1"/>
              </p:cNvSpPr>
              <p:nvPr/>
            </p:nvSpPr>
            <p:spPr bwMode="auto">
              <a:xfrm>
                <a:off x="6345238" y="4948238"/>
                <a:ext cx="1027113" cy="1028700"/>
              </a:xfrm>
              <a:prstGeom prst="ellipse">
                <a:avLst/>
              </a:prstGeom>
              <a:gradFill flip="none" rotWithShape="1">
                <a:gsLst>
                  <a:gs pos="0">
                    <a:schemeClr val="bg2">
                      <a:shade val="30000"/>
                      <a:satMod val="115000"/>
                    </a:schemeClr>
                  </a:gs>
                  <a:gs pos="100000">
                    <a:schemeClr val="bg2">
                      <a:shade val="100000"/>
                      <a:satMod val="115000"/>
                    </a:schemeClr>
                  </a:gs>
                </a:gsLst>
                <a:lin ang="13500000" scaled="1"/>
                <a:tileRect/>
              </a:gradFill>
              <a:ln>
                <a:noFill/>
              </a:ln>
            </p:spPr>
            <p:txBody>
              <a:bodyPr vert="horz" wrap="square" lIns="91440" tIns="45720" rIns="91440" bIns="45720" numCol="1" anchor="t" anchorCtr="0" compatLnSpc="1">
                <a:prstTxWarp prst="textNoShape">
                  <a:avLst/>
                </a:prstTxWarp>
              </a:bodyPr>
              <a:lstStyle/>
              <a:p>
                <a:endParaRPr lang="ru-UA"/>
              </a:p>
            </p:txBody>
          </p:sp>
          <p:sp>
            <p:nvSpPr>
              <p:cNvPr id="24" name="Oval 57">
                <a:extLst>
                  <a:ext uri="{FF2B5EF4-FFF2-40B4-BE49-F238E27FC236}">
                    <a16:creationId xmlns:a16="http://schemas.microsoft.com/office/drawing/2014/main" id="{45ED3178-8BA3-4B79-AB15-9EA3F904792C}"/>
                  </a:ext>
                </a:extLst>
              </p:cNvPr>
              <p:cNvSpPr>
                <a:spLocks noChangeArrowheads="1"/>
              </p:cNvSpPr>
              <p:nvPr/>
            </p:nvSpPr>
            <p:spPr bwMode="auto">
              <a:xfrm>
                <a:off x="6359522" y="4962527"/>
                <a:ext cx="998538" cy="1000125"/>
              </a:xfrm>
              <a:prstGeom prst="ellipse">
                <a:avLst/>
              </a:prstGeom>
              <a:solidFill>
                <a:schemeClr val="bg2">
                  <a:lumMod val="95000"/>
                </a:schemeClr>
              </a:solidFill>
              <a:ln>
                <a:noFill/>
              </a:ln>
            </p:spPr>
            <p:txBody>
              <a:bodyPr vert="horz" wrap="square" lIns="91440" tIns="45720" rIns="91440" bIns="45720" numCol="1" anchor="t" anchorCtr="0" compatLnSpc="1">
                <a:prstTxWarp prst="textNoShape">
                  <a:avLst/>
                </a:prstTxWarp>
              </a:bodyPr>
              <a:lstStyle/>
              <a:p>
                <a:endParaRPr lang="ru-UA"/>
              </a:p>
            </p:txBody>
          </p:sp>
        </p:grpSp>
        <p:sp>
          <p:nvSpPr>
            <p:cNvPr id="22" name="TextBox 21">
              <a:extLst>
                <a:ext uri="{FF2B5EF4-FFF2-40B4-BE49-F238E27FC236}">
                  <a16:creationId xmlns:a16="http://schemas.microsoft.com/office/drawing/2014/main" id="{58A4EBD5-BEAB-4111-89DF-F694C9AFE8F7}"/>
                </a:ext>
              </a:extLst>
            </p:cNvPr>
            <p:cNvSpPr txBox="1"/>
            <p:nvPr/>
          </p:nvSpPr>
          <p:spPr>
            <a:xfrm>
              <a:off x="5749268" y="5281769"/>
              <a:ext cx="753731" cy="400110"/>
            </a:xfrm>
            <a:prstGeom prst="rect">
              <a:avLst/>
            </a:prstGeom>
            <a:noFill/>
          </p:spPr>
          <p:txBody>
            <a:bodyPr wrap="none" rtlCol="0">
              <a:spAutoFit/>
            </a:bodyPr>
            <a:lstStyle/>
            <a:p>
              <a:pPr algn="ctr"/>
              <a:r>
                <a:rPr lang="ru-RU" sz="2000" b="1">
                  <a:solidFill>
                    <a:schemeClr val="accent4"/>
                  </a:solidFill>
                  <a:latin typeface="Montserrat SemiBold" panose="00000700000000000000" pitchFamily="50" charset="-52"/>
                </a:rPr>
                <a:t>40%</a:t>
              </a:r>
              <a:endParaRPr lang="ru-UA" sz="2000" b="1">
                <a:solidFill>
                  <a:schemeClr val="accent4"/>
                </a:solidFill>
                <a:latin typeface="Montserrat SemiBold" panose="00000700000000000000" pitchFamily="50" charset="-52"/>
              </a:endParaRPr>
            </a:p>
          </p:txBody>
        </p:sp>
      </p:grpSp>
      <p:grpSp>
        <p:nvGrpSpPr>
          <p:cNvPr id="25" name="Group 24">
            <a:extLst>
              <a:ext uri="{FF2B5EF4-FFF2-40B4-BE49-F238E27FC236}">
                <a16:creationId xmlns:a16="http://schemas.microsoft.com/office/drawing/2014/main" id="{24F56FC4-B5D3-4B33-B6D6-2E8AA42529B5}"/>
              </a:ext>
            </a:extLst>
          </p:cNvPr>
          <p:cNvGrpSpPr/>
          <p:nvPr/>
        </p:nvGrpSpPr>
        <p:grpSpPr>
          <a:xfrm>
            <a:off x="7135881" y="3429000"/>
            <a:ext cx="2664550" cy="1816362"/>
            <a:chOff x="7272406" y="3309938"/>
            <a:chExt cx="2664550" cy="1816362"/>
          </a:xfrm>
        </p:grpSpPr>
        <p:graphicFrame>
          <p:nvGraphicFramePr>
            <p:cNvPr id="26" name="Chart 25">
              <a:extLst>
                <a:ext uri="{FF2B5EF4-FFF2-40B4-BE49-F238E27FC236}">
                  <a16:creationId xmlns:a16="http://schemas.microsoft.com/office/drawing/2014/main" id="{409CA055-2BDD-4E7A-92D1-E0356AB7B2EE}"/>
                </a:ext>
              </a:extLst>
            </p:cNvPr>
            <p:cNvGraphicFramePr/>
            <p:nvPr/>
          </p:nvGraphicFramePr>
          <p:xfrm>
            <a:off x="7272406" y="3309938"/>
            <a:ext cx="2664550" cy="181636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D411EF89-BC3B-4E40-9A52-1344CFC46FDE}"/>
                </a:ext>
              </a:extLst>
            </p:cNvPr>
            <p:cNvGrpSpPr/>
            <p:nvPr/>
          </p:nvGrpSpPr>
          <p:grpSpPr>
            <a:xfrm>
              <a:off x="8177888" y="3790664"/>
              <a:ext cx="853586" cy="854907"/>
              <a:chOff x="6345238" y="4948238"/>
              <a:chExt cx="1027113" cy="1028700"/>
            </a:xfrm>
            <a:effectLst>
              <a:outerShdw blurRad="292100" dist="241300" dir="2700000" sx="102000" sy="102000" algn="tl" rotWithShape="0">
                <a:prstClr val="black">
                  <a:alpha val="26000"/>
                </a:prstClr>
              </a:outerShdw>
            </a:effectLst>
          </p:grpSpPr>
          <p:sp>
            <p:nvSpPr>
              <p:cNvPr id="29" name="Oval 56">
                <a:extLst>
                  <a:ext uri="{FF2B5EF4-FFF2-40B4-BE49-F238E27FC236}">
                    <a16:creationId xmlns:a16="http://schemas.microsoft.com/office/drawing/2014/main" id="{D9629964-E002-4A90-BF53-EF31B844D8F9}"/>
                  </a:ext>
                </a:extLst>
              </p:cNvPr>
              <p:cNvSpPr>
                <a:spLocks noChangeArrowheads="1"/>
              </p:cNvSpPr>
              <p:nvPr/>
            </p:nvSpPr>
            <p:spPr bwMode="auto">
              <a:xfrm>
                <a:off x="6345238" y="4948238"/>
                <a:ext cx="1027113" cy="1028700"/>
              </a:xfrm>
              <a:prstGeom prst="ellipse">
                <a:avLst/>
              </a:prstGeom>
              <a:gradFill flip="none" rotWithShape="1">
                <a:gsLst>
                  <a:gs pos="0">
                    <a:schemeClr val="bg2">
                      <a:shade val="30000"/>
                      <a:satMod val="115000"/>
                    </a:schemeClr>
                  </a:gs>
                  <a:gs pos="100000">
                    <a:schemeClr val="bg2">
                      <a:shade val="100000"/>
                      <a:satMod val="115000"/>
                    </a:schemeClr>
                  </a:gs>
                </a:gsLst>
                <a:lin ang="13500000" scaled="1"/>
                <a:tileRect/>
              </a:gradFill>
              <a:ln>
                <a:noFill/>
              </a:ln>
            </p:spPr>
            <p:txBody>
              <a:bodyPr vert="horz" wrap="square" lIns="91440" tIns="45720" rIns="91440" bIns="45720" numCol="1" anchor="t" anchorCtr="0" compatLnSpc="1">
                <a:prstTxWarp prst="textNoShape">
                  <a:avLst/>
                </a:prstTxWarp>
              </a:bodyPr>
              <a:lstStyle/>
              <a:p>
                <a:endParaRPr lang="ru-UA"/>
              </a:p>
            </p:txBody>
          </p:sp>
          <p:sp>
            <p:nvSpPr>
              <p:cNvPr id="30" name="Oval 57">
                <a:extLst>
                  <a:ext uri="{FF2B5EF4-FFF2-40B4-BE49-F238E27FC236}">
                    <a16:creationId xmlns:a16="http://schemas.microsoft.com/office/drawing/2014/main" id="{6393BB9B-87C8-422A-994B-825B490533BC}"/>
                  </a:ext>
                </a:extLst>
              </p:cNvPr>
              <p:cNvSpPr>
                <a:spLocks noChangeArrowheads="1"/>
              </p:cNvSpPr>
              <p:nvPr/>
            </p:nvSpPr>
            <p:spPr bwMode="auto">
              <a:xfrm>
                <a:off x="6359522" y="4962527"/>
                <a:ext cx="998538" cy="1000125"/>
              </a:xfrm>
              <a:prstGeom prst="ellipse">
                <a:avLst/>
              </a:prstGeom>
              <a:solidFill>
                <a:schemeClr val="bg2">
                  <a:lumMod val="95000"/>
                </a:schemeClr>
              </a:solidFill>
              <a:ln>
                <a:noFill/>
              </a:ln>
            </p:spPr>
            <p:txBody>
              <a:bodyPr vert="horz" wrap="square" lIns="91440" tIns="45720" rIns="91440" bIns="45720" numCol="1" anchor="t" anchorCtr="0" compatLnSpc="1">
                <a:prstTxWarp prst="textNoShape">
                  <a:avLst/>
                </a:prstTxWarp>
              </a:bodyPr>
              <a:lstStyle/>
              <a:p>
                <a:endParaRPr lang="ru-UA"/>
              </a:p>
            </p:txBody>
          </p:sp>
        </p:grpSp>
        <p:sp>
          <p:nvSpPr>
            <p:cNvPr id="28" name="TextBox 27">
              <a:extLst>
                <a:ext uri="{FF2B5EF4-FFF2-40B4-BE49-F238E27FC236}">
                  <a16:creationId xmlns:a16="http://schemas.microsoft.com/office/drawing/2014/main" id="{3F6DD207-5E7D-4580-AF51-691A3002FF1C}"/>
                </a:ext>
              </a:extLst>
            </p:cNvPr>
            <p:cNvSpPr txBox="1"/>
            <p:nvPr/>
          </p:nvSpPr>
          <p:spPr>
            <a:xfrm>
              <a:off x="8290300" y="4011112"/>
              <a:ext cx="704040" cy="400110"/>
            </a:xfrm>
            <a:prstGeom prst="rect">
              <a:avLst/>
            </a:prstGeom>
            <a:noFill/>
          </p:spPr>
          <p:txBody>
            <a:bodyPr wrap="none" rtlCol="0">
              <a:spAutoFit/>
            </a:bodyPr>
            <a:lstStyle/>
            <a:p>
              <a:pPr algn="ctr"/>
              <a:r>
                <a:rPr lang="ru-RU" sz="2000" b="1">
                  <a:solidFill>
                    <a:schemeClr val="accent5"/>
                  </a:solidFill>
                  <a:latin typeface="Montserrat SemiBold" panose="00000700000000000000" pitchFamily="50" charset="-52"/>
                </a:rPr>
                <a:t>32%</a:t>
              </a:r>
              <a:endParaRPr lang="ru-UA" sz="2000" b="1">
                <a:solidFill>
                  <a:schemeClr val="accent5"/>
                </a:solidFill>
                <a:latin typeface="Montserrat SemiBold" panose="00000700000000000000" pitchFamily="50" charset="-52"/>
              </a:endParaRPr>
            </a:p>
          </p:txBody>
        </p:sp>
      </p:grpSp>
      <p:grpSp>
        <p:nvGrpSpPr>
          <p:cNvPr id="31" name="Group 30">
            <a:extLst>
              <a:ext uri="{FF2B5EF4-FFF2-40B4-BE49-F238E27FC236}">
                <a16:creationId xmlns:a16="http://schemas.microsoft.com/office/drawing/2014/main" id="{F2891EEE-DA93-462D-96BE-4526245B47A6}"/>
              </a:ext>
            </a:extLst>
          </p:cNvPr>
          <p:cNvGrpSpPr/>
          <p:nvPr/>
        </p:nvGrpSpPr>
        <p:grpSpPr>
          <a:xfrm>
            <a:off x="3961997" y="1172478"/>
            <a:ext cx="4251695" cy="2898282"/>
            <a:chOff x="3961997" y="920066"/>
            <a:chExt cx="4251695" cy="2898282"/>
          </a:xfrm>
        </p:grpSpPr>
        <p:graphicFrame>
          <p:nvGraphicFramePr>
            <p:cNvPr id="32" name="Chart 31">
              <a:extLst>
                <a:ext uri="{FF2B5EF4-FFF2-40B4-BE49-F238E27FC236}">
                  <a16:creationId xmlns:a16="http://schemas.microsoft.com/office/drawing/2014/main" id="{B3F8B5B2-8678-4C3E-88C7-7675482A836E}"/>
                </a:ext>
              </a:extLst>
            </p:cNvPr>
            <p:cNvGraphicFramePr/>
            <p:nvPr/>
          </p:nvGraphicFramePr>
          <p:xfrm>
            <a:off x="3961997" y="920066"/>
            <a:ext cx="4251695" cy="2898282"/>
          </p:xfrm>
          <a:graphic>
            <a:graphicData uri="http://schemas.openxmlformats.org/drawingml/2006/chart">
              <c:chart xmlns:c="http://schemas.openxmlformats.org/drawingml/2006/chart" xmlns:r="http://schemas.openxmlformats.org/officeDocument/2006/relationships" r:id="rId5"/>
            </a:graphicData>
          </a:graphic>
        </p:graphicFrame>
        <p:grpSp>
          <p:nvGrpSpPr>
            <p:cNvPr id="33" name="Group 32">
              <a:extLst>
                <a:ext uri="{FF2B5EF4-FFF2-40B4-BE49-F238E27FC236}">
                  <a16:creationId xmlns:a16="http://schemas.microsoft.com/office/drawing/2014/main" id="{1A7DD3A6-22BC-47AE-9EC5-858230DF874A}"/>
                </a:ext>
              </a:extLst>
            </p:cNvPr>
            <p:cNvGrpSpPr/>
            <p:nvPr/>
          </p:nvGrpSpPr>
          <p:grpSpPr>
            <a:xfrm>
              <a:off x="5295977" y="1576111"/>
              <a:ext cx="1583736" cy="1586190"/>
              <a:chOff x="6345238" y="4948238"/>
              <a:chExt cx="1027113" cy="1028700"/>
            </a:xfrm>
            <a:effectLst>
              <a:outerShdw blurRad="292100" dist="241300" dir="2700000" sx="102000" sy="102000" algn="tl" rotWithShape="0">
                <a:prstClr val="black">
                  <a:alpha val="26000"/>
                </a:prstClr>
              </a:outerShdw>
            </a:effectLst>
          </p:grpSpPr>
          <p:sp>
            <p:nvSpPr>
              <p:cNvPr id="35" name="Oval 56">
                <a:extLst>
                  <a:ext uri="{FF2B5EF4-FFF2-40B4-BE49-F238E27FC236}">
                    <a16:creationId xmlns:a16="http://schemas.microsoft.com/office/drawing/2014/main" id="{1CE26FA0-F84D-4CCF-B958-1045D54965E1}"/>
                  </a:ext>
                </a:extLst>
              </p:cNvPr>
              <p:cNvSpPr>
                <a:spLocks noChangeArrowheads="1"/>
              </p:cNvSpPr>
              <p:nvPr/>
            </p:nvSpPr>
            <p:spPr bwMode="auto">
              <a:xfrm>
                <a:off x="6345238" y="4948238"/>
                <a:ext cx="1027113" cy="1028700"/>
              </a:xfrm>
              <a:prstGeom prst="ellipse">
                <a:avLst/>
              </a:prstGeom>
              <a:gradFill flip="none" rotWithShape="1">
                <a:gsLst>
                  <a:gs pos="0">
                    <a:schemeClr val="bg2">
                      <a:shade val="30000"/>
                      <a:satMod val="115000"/>
                    </a:schemeClr>
                  </a:gs>
                  <a:gs pos="100000">
                    <a:schemeClr val="bg2">
                      <a:shade val="100000"/>
                      <a:satMod val="115000"/>
                    </a:schemeClr>
                  </a:gs>
                </a:gsLst>
                <a:lin ang="13500000" scaled="1"/>
                <a:tileRect/>
              </a:gradFill>
              <a:ln>
                <a:noFill/>
              </a:ln>
            </p:spPr>
            <p:txBody>
              <a:bodyPr vert="horz" wrap="square" lIns="91440" tIns="45720" rIns="91440" bIns="45720" numCol="1" anchor="t" anchorCtr="0" compatLnSpc="1">
                <a:prstTxWarp prst="textNoShape">
                  <a:avLst/>
                </a:prstTxWarp>
              </a:bodyPr>
              <a:lstStyle/>
              <a:p>
                <a:endParaRPr lang="ru-UA"/>
              </a:p>
            </p:txBody>
          </p:sp>
          <p:sp>
            <p:nvSpPr>
              <p:cNvPr id="36" name="Oval 57">
                <a:extLst>
                  <a:ext uri="{FF2B5EF4-FFF2-40B4-BE49-F238E27FC236}">
                    <a16:creationId xmlns:a16="http://schemas.microsoft.com/office/drawing/2014/main" id="{2C3CD3CD-5D52-46B7-9254-6616F29BFBE1}"/>
                  </a:ext>
                </a:extLst>
              </p:cNvPr>
              <p:cNvSpPr>
                <a:spLocks noChangeArrowheads="1"/>
              </p:cNvSpPr>
              <p:nvPr/>
            </p:nvSpPr>
            <p:spPr bwMode="auto">
              <a:xfrm>
                <a:off x="6359523" y="4962528"/>
                <a:ext cx="998538" cy="1000125"/>
              </a:xfrm>
              <a:prstGeom prst="ellipse">
                <a:avLst/>
              </a:prstGeom>
              <a:solidFill>
                <a:schemeClr val="bg2">
                  <a:lumMod val="95000"/>
                </a:schemeClr>
              </a:solidFill>
              <a:ln>
                <a:noFill/>
              </a:ln>
            </p:spPr>
            <p:txBody>
              <a:bodyPr vert="horz" wrap="square" lIns="91440" tIns="45720" rIns="91440" bIns="45720" numCol="1" anchor="t" anchorCtr="0" compatLnSpc="1">
                <a:prstTxWarp prst="textNoShape">
                  <a:avLst/>
                </a:prstTxWarp>
              </a:bodyPr>
              <a:lstStyle/>
              <a:p>
                <a:endParaRPr lang="ru-UA"/>
              </a:p>
            </p:txBody>
          </p:sp>
        </p:grpSp>
        <p:sp>
          <p:nvSpPr>
            <p:cNvPr id="34" name="TextBox 33">
              <a:extLst>
                <a:ext uri="{FF2B5EF4-FFF2-40B4-BE49-F238E27FC236}">
                  <a16:creationId xmlns:a16="http://schemas.microsoft.com/office/drawing/2014/main" id="{0210E54E-226D-4C5D-B3A5-12B013CB5995}"/>
                </a:ext>
              </a:extLst>
            </p:cNvPr>
            <p:cNvSpPr txBox="1"/>
            <p:nvPr/>
          </p:nvSpPr>
          <p:spPr>
            <a:xfrm>
              <a:off x="5620356" y="2096045"/>
              <a:ext cx="1055097" cy="584775"/>
            </a:xfrm>
            <a:prstGeom prst="rect">
              <a:avLst/>
            </a:prstGeom>
            <a:noFill/>
          </p:spPr>
          <p:txBody>
            <a:bodyPr wrap="none" rtlCol="0">
              <a:spAutoFit/>
            </a:bodyPr>
            <a:lstStyle/>
            <a:p>
              <a:pPr algn="ctr"/>
              <a:r>
                <a:rPr lang="ru-RU" sz="3200" b="1">
                  <a:solidFill>
                    <a:schemeClr val="accent1"/>
                  </a:solidFill>
                  <a:latin typeface="Montserrat SemiBold" panose="00000700000000000000" pitchFamily="50" charset="-52"/>
                </a:rPr>
                <a:t>87%</a:t>
              </a:r>
              <a:endParaRPr lang="ru-UA" sz="3200" b="1">
                <a:solidFill>
                  <a:schemeClr val="accent1"/>
                </a:solidFill>
                <a:latin typeface="Montserrat SemiBold" panose="00000700000000000000" pitchFamily="50" charset="-52"/>
              </a:endParaRPr>
            </a:p>
          </p:txBody>
        </p:sp>
      </p:grpSp>
      <p:sp>
        <p:nvSpPr>
          <p:cNvPr id="37" name="TextBox 36">
            <a:extLst>
              <a:ext uri="{FF2B5EF4-FFF2-40B4-BE49-F238E27FC236}">
                <a16:creationId xmlns:a16="http://schemas.microsoft.com/office/drawing/2014/main" id="{A40D3AF8-1AAB-4689-A6FC-FEC73E0D8DDB}"/>
              </a:ext>
            </a:extLst>
          </p:cNvPr>
          <p:cNvSpPr txBox="1"/>
          <p:nvPr/>
        </p:nvSpPr>
        <p:spPr>
          <a:xfrm>
            <a:off x="3708981" y="362797"/>
            <a:ext cx="4774064" cy="461665"/>
          </a:xfrm>
          <a:prstGeom prst="rect">
            <a:avLst/>
          </a:prstGeom>
          <a:noFill/>
        </p:spPr>
        <p:txBody>
          <a:bodyPr wrap="none" rtlCol="0">
            <a:spAutoFit/>
          </a:bodyPr>
          <a:lstStyle/>
          <a:p>
            <a:pPr algn="ctr"/>
            <a:r>
              <a:rPr lang="en-US" sz="2400">
                <a:latin typeface="Montserrat SemiBold" panose="00000700000000000000" pitchFamily="50" charset="-52"/>
              </a:rPr>
              <a:t>EDITABLE PIE INFOGRAPHIC</a:t>
            </a:r>
            <a:endParaRPr lang="ru-UA" sz="2400">
              <a:latin typeface="Montserrat SemiBold" panose="00000700000000000000" pitchFamily="50" charset="-52"/>
            </a:endParaRPr>
          </a:p>
        </p:txBody>
      </p:sp>
      <p:sp>
        <p:nvSpPr>
          <p:cNvPr id="38" name="TextBox 37">
            <a:extLst>
              <a:ext uri="{FF2B5EF4-FFF2-40B4-BE49-F238E27FC236}">
                <a16:creationId xmlns:a16="http://schemas.microsoft.com/office/drawing/2014/main" id="{45453135-1BF0-49C5-AB6D-1E9BBC18A3B1}"/>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4256863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heel(1)">
                                      <p:cBhvr>
                                        <p:cTn id="7" dur="1250"/>
                                        <p:tgtEl>
                                          <p:spTgt spid="31"/>
                                        </p:tgtEl>
                                      </p:cBhvr>
                                    </p:animEffect>
                                  </p:childTnLst>
                                </p:cTn>
                              </p:par>
                              <p:par>
                                <p:cTn id="8" presetID="53" presetClass="entr" presetSubtype="16" fill="hold" nodeType="withEffect">
                                  <p:stCondLst>
                                    <p:cond delay="250"/>
                                  </p:stCondLst>
                                  <p:childTnLst>
                                    <p:set>
                                      <p:cBhvr>
                                        <p:cTn id="9" dur="1" fill="hold">
                                          <p:stCondLst>
                                            <p:cond delay="0"/>
                                          </p:stCondLst>
                                        </p:cTn>
                                        <p:tgtEl>
                                          <p:spTgt spid="10"/>
                                        </p:tgtEl>
                                        <p:attrNameLst>
                                          <p:attrName>style.visibility</p:attrName>
                                        </p:attrNameLst>
                                      </p:cBhvr>
                                      <p:to>
                                        <p:strVal val="visible"/>
                                      </p:to>
                                    </p:set>
                                    <p:anim calcmode="lin" valueType="num">
                                      <p:cBhvr>
                                        <p:cTn id="10" dur="500" fill="hold"/>
                                        <p:tgtEl>
                                          <p:spTgt spid="10"/>
                                        </p:tgtEl>
                                        <p:attrNameLst>
                                          <p:attrName>ppt_w</p:attrName>
                                        </p:attrNameLst>
                                      </p:cBhvr>
                                      <p:tavLst>
                                        <p:tav tm="0">
                                          <p:val>
                                            <p:fltVal val="0"/>
                                          </p:val>
                                        </p:tav>
                                        <p:tav tm="100000">
                                          <p:val>
                                            <p:strVal val="#ppt_w"/>
                                          </p:val>
                                        </p:tav>
                                      </p:tavLst>
                                    </p:anim>
                                    <p:anim calcmode="lin" valueType="num">
                                      <p:cBhvr>
                                        <p:cTn id="11" dur="500" fill="hold"/>
                                        <p:tgtEl>
                                          <p:spTgt spid="10"/>
                                        </p:tgtEl>
                                        <p:attrNameLst>
                                          <p:attrName>ppt_h</p:attrName>
                                        </p:attrNameLst>
                                      </p:cBhvr>
                                      <p:tavLst>
                                        <p:tav tm="0">
                                          <p:val>
                                            <p:fltVal val="0"/>
                                          </p:val>
                                        </p:tav>
                                        <p:tav tm="100000">
                                          <p:val>
                                            <p:strVal val="#ppt_h"/>
                                          </p:val>
                                        </p:tav>
                                      </p:tavLst>
                                    </p:anim>
                                    <p:animEffect transition="in" filter="fade">
                                      <p:cBhvr>
                                        <p:cTn id="12" dur="500"/>
                                        <p:tgtEl>
                                          <p:spTgt spid="10"/>
                                        </p:tgtEl>
                                      </p:cBhvr>
                                    </p:animEffect>
                                  </p:childTnLst>
                                </p:cTn>
                              </p:par>
                              <p:par>
                                <p:cTn id="13" presetID="53" presetClass="entr" presetSubtype="16" fill="hold" nodeType="withEffect">
                                  <p:stCondLst>
                                    <p:cond delay="75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par>
                                <p:cTn id="18" presetID="53" presetClass="entr" presetSubtype="16" fill="hold" nodeType="withEffect">
                                  <p:stCondLst>
                                    <p:cond delay="1250"/>
                                  </p:stCondLst>
                                  <p:childTnLst>
                                    <p:set>
                                      <p:cBhvr>
                                        <p:cTn id="19" dur="1" fill="hold">
                                          <p:stCondLst>
                                            <p:cond delay="0"/>
                                          </p:stCondLst>
                                        </p:cTn>
                                        <p:tgtEl>
                                          <p:spTgt spid="4"/>
                                        </p:tgtEl>
                                        <p:attrNameLst>
                                          <p:attrName>style.visibility</p:attrName>
                                        </p:attrNameLst>
                                      </p:cBhvr>
                                      <p:to>
                                        <p:strVal val="visible"/>
                                      </p:to>
                                    </p:set>
                                    <p:anim calcmode="lin" valueType="num">
                                      <p:cBhvr>
                                        <p:cTn id="20" dur="500" fill="hold"/>
                                        <p:tgtEl>
                                          <p:spTgt spid="4"/>
                                        </p:tgtEl>
                                        <p:attrNameLst>
                                          <p:attrName>ppt_w</p:attrName>
                                        </p:attrNameLst>
                                      </p:cBhvr>
                                      <p:tavLst>
                                        <p:tav tm="0">
                                          <p:val>
                                            <p:fltVal val="0"/>
                                          </p:val>
                                        </p:tav>
                                        <p:tav tm="100000">
                                          <p:val>
                                            <p:strVal val="#ppt_w"/>
                                          </p:val>
                                        </p:tav>
                                      </p:tavLst>
                                    </p:anim>
                                    <p:anim calcmode="lin" valueType="num">
                                      <p:cBhvr>
                                        <p:cTn id="21" dur="500" fill="hold"/>
                                        <p:tgtEl>
                                          <p:spTgt spid="4"/>
                                        </p:tgtEl>
                                        <p:attrNameLst>
                                          <p:attrName>ppt_h</p:attrName>
                                        </p:attrNameLst>
                                      </p:cBhvr>
                                      <p:tavLst>
                                        <p:tav tm="0">
                                          <p:val>
                                            <p:fltVal val="0"/>
                                          </p:val>
                                        </p:tav>
                                        <p:tav tm="100000">
                                          <p:val>
                                            <p:strVal val="#ppt_h"/>
                                          </p:val>
                                        </p:tav>
                                      </p:tavLst>
                                    </p:anim>
                                    <p:animEffect transition="in" filter="fade">
                                      <p:cBhvr>
                                        <p:cTn id="22" dur="500"/>
                                        <p:tgtEl>
                                          <p:spTgt spid="4"/>
                                        </p:tgtEl>
                                      </p:cBhvr>
                                    </p:animEffect>
                                  </p:childTnLst>
                                </p:cTn>
                              </p:par>
                              <p:par>
                                <p:cTn id="23" presetID="22" presetClass="entr" presetSubtype="8" fill="hold" grpId="0" nodeType="withEffect">
                                  <p:stCondLst>
                                    <p:cond delay="50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par>
                                <p:cTn id="26" presetID="22" presetClass="entr" presetSubtype="8" fill="hold" grpId="0" nodeType="withEffect">
                                  <p:stCondLst>
                                    <p:cond delay="100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500"/>
                                        <p:tgtEl>
                                          <p:spTgt spid="2"/>
                                        </p:tgtEl>
                                      </p:cBhvr>
                                    </p:animEffect>
                                  </p:childTnLst>
                                </p:cTn>
                              </p:par>
                              <p:par>
                                <p:cTn id="29" presetID="21" presetClass="entr" presetSubtype="1" fill="hold" nodeType="withEffect">
                                  <p:stCondLst>
                                    <p:cond delay="500"/>
                                  </p:stCondLst>
                                  <p:childTnLst>
                                    <p:set>
                                      <p:cBhvr>
                                        <p:cTn id="30" dur="1" fill="hold">
                                          <p:stCondLst>
                                            <p:cond delay="0"/>
                                          </p:stCondLst>
                                        </p:cTn>
                                        <p:tgtEl>
                                          <p:spTgt spid="13"/>
                                        </p:tgtEl>
                                        <p:attrNameLst>
                                          <p:attrName>style.visibility</p:attrName>
                                        </p:attrNameLst>
                                      </p:cBhvr>
                                      <p:to>
                                        <p:strVal val="visible"/>
                                      </p:to>
                                    </p:set>
                                    <p:animEffect transition="in" filter="wheel(1)">
                                      <p:cBhvr>
                                        <p:cTn id="31" dur="1500"/>
                                        <p:tgtEl>
                                          <p:spTgt spid="13"/>
                                        </p:tgtEl>
                                      </p:cBhvr>
                                    </p:animEffect>
                                  </p:childTnLst>
                                </p:cTn>
                              </p:par>
                              <p:par>
                                <p:cTn id="32" presetID="21" presetClass="entr" presetSubtype="1" fill="hold" nodeType="withEffect">
                                  <p:stCondLst>
                                    <p:cond delay="750"/>
                                  </p:stCondLst>
                                  <p:childTnLst>
                                    <p:set>
                                      <p:cBhvr>
                                        <p:cTn id="33" dur="1" fill="hold">
                                          <p:stCondLst>
                                            <p:cond delay="0"/>
                                          </p:stCondLst>
                                        </p:cTn>
                                        <p:tgtEl>
                                          <p:spTgt spid="19"/>
                                        </p:tgtEl>
                                        <p:attrNameLst>
                                          <p:attrName>style.visibility</p:attrName>
                                        </p:attrNameLst>
                                      </p:cBhvr>
                                      <p:to>
                                        <p:strVal val="visible"/>
                                      </p:to>
                                    </p:set>
                                    <p:animEffect transition="in" filter="wheel(1)">
                                      <p:cBhvr>
                                        <p:cTn id="34" dur="1500"/>
                                        <p:tgtEl>
                                          <p:spTgt spid="19"/>
                                        </p:tgtEl>
                                      </p:cBhvr>
                                    </p:animEffect>
                                  </p:childTnLst>
                                </p:cTn>
                              </p:par>
                              <p:par>
                                <p:cTn id="35" presetID="21" presetClass="entr" presetSubtype="1" fill="hold" nodeType="withEffect">
                                  <p:stCondLst>
                                    <p:cond delay="1000"/>
                                  </p:stCondLst>
                                  <p:childTnLst>
                                    <p:set>
                                      <p:cBhvr>
                                        <p:cTn id="36" dur="1" fill="hold">
                                          <p:stCondLst>
                                            <p:cond delay="0"/>
                                          </p:stCondLst>
                                        </p:cTn>
                                        <p:tgtEl>
                                          <p:spTgt spid="25"/>
                                        </p:tgtEl>
                                        <p:attrNameLst>
                                          <p:attrName>style.visibility</p:attrName>
                                        </p:attrNameLst>
                                      </p:cBhvr>
                                      <p:to>
                                        <p:strVal val="visible"/>
                                      </p:to>
                                    </p:set>
                                    <p:animEffect transition="in" filter="wheel(1)">
                                      <p:cBhvr>
                                        <p:cTn id="37" dur="1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19">
            <a:extLst>
              <a:ext uri="{FF2B5EF4-FFF2-40B4-BE49-F238E27FC236}">
                <a16:creationId xmlns:a16="http://schemas.microsoft.com/office/drawing/2014/main" id="{807ED841-604B-4BA7-A3BA-6F89360E7629}"/>
              </a:ext>
            </a:extLst>
          </p:cNvPr>
          <p:cNvSpPr>
            <a:spLocks noEditPoints="1"/>
          </p:cNvSpPr>
          <p:nvPr/>
        </p:nvSpPr>
        <p:spPr bwMode="auto">
          <a:xfrm>
            <a:off x="4479730" y="4044211"/>
            <a:ext cx="3177946" cy="809338"/>
          </a:xfrm>
          <a:custGeom>
            <a:avLst/>
            <a:gdLst>
              <a:gd name="T0" fmla="*/ 426 w 893"/>
              <a:gd name="T1" fmla="*/ 213 h 227"/>
              <a:gd name="T2" fmla="*/ 426 w 893"/>
              <a:gd name="T3" fmla="*/ 227 h 227"/>
              <a:gd name="T4" fmla="*/ 467 w 893"/>
              <a:gd name="T5" fmla="*/ 227 h 227"/>
              <a:gd name="T6" fmla="*/ 466 w 893"/>
              <a:gd name="T7" fmla="*/ 213 h 227"/>
              <a:gd name="T8" fmla="*/ 393 w 893"/>
              <a:gd name="T9" fmla="*/ 218 h 227"/>
              <a:gd name="T10" fmla="*/ 379 w 893"/>
              <a:gd name="T11" fmla="*/ 216 h 227"/>
              <a:gd name="T12" fmla="*/ 507 w 893"/>
              <a:gd name="T13" fmla="*/ 224 h 227"/>
              <a:gd name="T14" fmla="*/ 506 w 893"/>
              <a:gd name="T15" fmla="*/ 210 h 227"/>
              <a:gd name="T16" fmla="*/ 353 w 893"/>
              <a:gd name="T17" fmla="*/ 213 h 227"/>
              <a:gd name="T18" fmla="*/ 339 w 893"/>
              <a:gd name="T19" fmla="*/ 210 h 227"/>
              <a:gd name="T20" fmla="*/ 547 w 893"/>
              <a:gd name="T21" fmla="*/ 218 h 227"/>
              <a:gd name="T22" fmla="*/ 548 w 893"/>
              <a:gd name="T23" fmla="*/ 218 h 227"/>
              <a:gd name="T24" fmla="*/ 540 w 893"/>
              <a:gd name="T25" fmla="*/ 213 h 227"/>
              <a:gd name="T26" fmla="*/ 313 w 893"/>
              <a:gd name="T27" fmla="*/ 205 h 227"/>
              <a:gd name="T28" fmla="*/ 305 w 893"/>
              <a:gd name="T29" fmla="*/ 210 h 227"/>
              <a:gd name="T30" fmla="*/ 586 w 893"/>
              <a:gd name="T31" fmla="*/ 210 h 227"/>
              <a:gd name="T32" fmla="*/ 584 w 893"/>
              <a:gd name="T33" fmla="*/ 196 h 227"/>
              <a:gd name="T34" fmla="*/ 268 w 893"/>
              <a:gd name="T35" fmla="*/ 198 h 227"/>
              <a:gd name="T36" fmla="*/ 261 w 893"/>
              <a:gd name="T37" fmla="*/ 189 h 227"/>
              <a:gd name="T38" fmla="*/ 625 w 893"/>
              <a:gd name="T39" fmla="*/ 198 h 227"/>
              <a:gd name="T40" fmla="*/ 622 w 893"/>
              <a:gd name="T41" fmla="*/ 185 h 227"/>
              <a:gd name="T42" fmla="*/ 230 w 893"/>
              <a:gd name="T43" fmla="*/ 184 h 227"/>
              <a:gd name="T44" fmla="*/ 224 w 893"/>
              <a:gd name="T45" fmla="*/ 174 h 227"/>
              <a:gd name="T46" fmla="*/ 662 w 893"/>
              <a:gd name="T47" fmla="*/ 184 h 227"/>
              <a:gd name="T48" fmla="*/ 669 w 893"/>
              <a:gd name="T49" fmla="*/ 174 h 227"/>
              <a:gd name="T50" fmla="*/ 662 w 893"/>
              <a:gd name="T51" fmla="*/ 184 h 227"/>
              <a:gd name="T52" fmla="*/ 197 w 893"/>
              <a:gd name="T53" fmla="*/ 154 h 227"/>
              <a:gd name="T54" fmla="*/ 193 w 893"/>
              <a:gd name="T55" fmla="*/ 167 h 227"/>
              <a:gd name="T56" fmla="*/ 705 w 893"/>
              <a:gd name="T57" fmla="*/ 157 h 227"/>
              <a:gd name="T58" fmla="*/ 699 w 893"/>
              <a:gd name="T59" fmla="*/ 167 h 227"/>
              <a:gd name="T60" fmla="*/ 162 w 893"/>
              <a:gd name="T61" fmla="*/ 135 h 227"/>
              <a:gd name="T62" fmla="*/ 154 w 893"/>
              <a:gd name="T63" fmla="*/ 147 h 227"/>
              <a:gd name="T64" fmla="*/ 738 w 893"/>
              <a:gd name="T65" fmla="*/ 146 h 227"/>
              <a:gd name="T66" fmla="*/ 740 w 893"/>
              <a:gd name="T67" fmla="*/ 137 h 227"/>
              <a:gd name="T68" fmla="*/ 124 w 893"/>
              <a:gd name="T69" fmla="*/ 125 h 227"/>
              <a:gd name="T70" fmla="*/ 128 w 893"/>
              <a:gd name="T71" fmla="*/ 113 h 227"/>
              <a:gd name="T72" fmla="*/ 768 w 893"/>
              <a:gd name="T73" fmla="*/ 125 h 227"/>
              <a:gd name="T74" fmla="*/ 774 w 893"/>
              <a:gd name="T75" fmla="*/ 114 h 227"/>
              <a:gd name="T76" fmla="*/ 92 w 893"/>
              <a:gd name="T77" fmla="*/ 101 h 227"/>
              <a:gd name="T78" fmla="*/ 97 w 893"/>
              <a:gd name="T79" fmla="*/ 89 h 227"/>
              <a:gd name="T80" fmla="*/ 800 w 893"/>
              <a:gd name="T81" fmla="*/ 101 h 227"/>
              <a:gd name="T82" fmla="*/ 805 w 893"/>
              <a:gd name="T83" fmla="*/ 99 h 227"/>
              <a:gd name="T84" fmla="*/ 795 w 893"/>
              <a:gd name="T85" fmla="*/ 98 h 227"/>
              <a:gd name="T86" fmla="*/ 67 w 893"/>
              <a:gd name="T87" fmla="*/ 72 h 227"/>
              <a:gd name="T88" fmla="*/ 57 w 893"/>
              <a:gd name="T89" fmla="*/ 72 h 227"/>
              <a:gd name="T90" fmla="*/ 835 w 893"/>
              <a:gd name="T91" fmla="*/ 72 h 227"/>
              <a:gd name="T92" fmla="*/ 825 w 893"/>
              <a:gd name="T93" fmla="*/ 72 h 227"/>
              <a:gd name="T94" fmla="*/ 38 w 893"/>
              <a:gd name="T95" fmla="*/ 44 h 227"/>
              <a:gd name="T96" fmla="*/ 28 w 893"/>
              <a:gd name="T97" fmla="*/ 43 h 227"/>
              <a:gd name="T98" fmla="*/ 864 w 893"/>
              <a:gd name="T99" fmla="*/ 43 h 227"/>
              <a:gd name="T100" fmla="*/ 854 w 893"/>
              <a:gd name="T101" fmla="*/ 44 h 227"/>
              <a:gd name="T102" fmla="*/ 12 w 893"/>
              <a:gd name="T103" fmla="*/ 13 h 227"/>
              <a:gd name="T104" fmla="*/ 2 w 893"/>
              <a:gd name="T105" fmla="*/ 12 h 227"/>
              <a:gd name="T106" fmla="*/ 890 w 893"/>
              <a:gd name="T107" fmla="*/ 12 h 227"/>
              <a:gd name="T108" fmla="*/ 879 w 893"/>
              <a:gd name="T109" fmla="*/ 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93" h="227">
                <a:moveTo>
                  <a:pt x="426" y="227"/>
                </a:moveTo>
                <a:cubicBezTo>
                  <a:pt x="426" y="227"/>
                  <a:pt x="426" y="227"/>
                  <a:pt x="426" y="227"/>
                </a:cubicBezTo>
                <a:cubicBezTo>
                  <a:pt x="430" y="227"/>
                  <a:pt x="433" y="224"/>
                  <a:pt x="433" y="220"/>
                </a:cubicBezTo>
                <a:cubicBezTo>
                  <a:pt x="433" y="220"/>
                  <a:pt x="433" y="220"/>
                  <a:pt x="433" y="220"/>
                </a:cubicBezTo>
                <a:cubicBezTo>
                  <a:pt x="433" y="216"/>
                  <a:pt x="430" y="213"/>
                  <a:pt x="426" y="213"/>
                </a:cubicBezTo>
                <a:cubicBezTo>
                  <a:pt x="426" y="213"/>
                  <a:pt x="426" y="213"/>
                  <a:pt x="426" y="213"/>
                </a:cubicBezTo>
                <a:cubicBezTo>
                  <a:pt x="422" y="213"/>
                  <a:pt x="419" y="216"/>
                  <a:pt x="419" y="220"/>
                </a:cubicBezTo>
                <a:cubicBezTo>
                  <a:pt x="419" y="220"/>
                  <a:pt x="419" y="220"/>
                  <a:pt x="419" y="220"/>
                </a:cubicBezTo>
                <a:cubicBezTo>
                  <a:pt x="419" y="224"/>
                  <a:pt x="422" y="227"/>
                  <a:pt x="426" y="227"/>
                </a:cubicBezTo>
                <a:cubicBezTo>
                  <a:pt x="426" y="227"/>
                  <a:pt x="426" y="227"/>
                  <a:pt x="426" y="227"/>
                </a:cubicBezTo>
                <a:close/>
                <a:moveTo>
                  <a:pt x="466" y="227"/>
                </a:moveTo>
                <a:cubicBezTo>
                  <a:pt x="466" y="227"/>
                  <a:pt x="466" y="227"/>
                  <a:pt x="466" y="227"/>
                </a:cubicBezTo>
                <a:cubicBezTo>
                  <a:pt x="467" y="227"/>
                  <a:pt x="467" y="227"/>
                  <a:pt x="467" y="227"/>
                </a:cubicBezTo>
                <a:cubicBezTo>
                  <a:pt x="467" y="227"/>
                  <a:pt x="467" y="227"/>
                  <a:pt x="467" y="227"/>
                </a:cubicBezTo>
                <a:cubicBezTo>
                  <a:pt x="467" y="227"/>
                  <a:pt x="467" y="227"/>
                  <a:pt x="467" y="227"/>
                </a:cubicBezTo>
                <a:cubicBezTo>
                  <a:pt x="467" y="227"/>
                  <a:pt x="467" y="227"/>
                  <a:pt x="467" y="227"/>
                </a:cubicBezTo>
                <a:cubicBezTo>
                  <a:pt x="471" y="227"/>
                  <a:pt x="474" y="224"/>
                  <a:pt x="473" y="220"/>
                </a:cubicBezTo>
                <a:cubicBezTo>
                  <a:pt x="473" y="220"/>
                  <a:pt x="473" y="220"/>
                  <a:pt x="473" y="220"/>
                </a:cubicBezTo>
                <a:cubicBezTo>
                  <a:pt x="473" y="216"/>
                  <a:pt x="470" y="213"/>
                  <a:pt x="466" y="213"/>
                </a:cubicBezTo>
                <a:cubicBezTo>
                  <a:pt x="466" y="213"/>
                  <a:pt x="466" y="213"/>
                  <a:pt x="466" y="213"/>
                </a:cubicBezTo>
                <a:cubicBezTo>
                  <a:pt x="462" y="213"/>
                  <a:pt x="459" y="216"/>
                  <a:pt x="459" y="220"/>
                </a:cubicBezTo>
                <a:cubicBezTo>
                  <a:pt x="460" y="224"/>
                  <a:pt x="463" y="227"/>
                  <a:pt x="466" y="227"/>
                </a:cubicBezTo>
                <a:close/>
                <a:moveTo>
                  <a:pt x="386" y="224"/>
                </a:moveTo>
                <a:cubicBezTo>
                  <a:pt x="386" y="224"/>
                  <a:pt x="386" y="224"/>
                  <a:pt x="386" y="224"/>
                </a:cubicBezTo>
                <a:cubicBezTo>
                  <a:pt x="389" y="224"/>
                  <a:pt x="392" y="222"/>
                  <a:pt x="393" y="218"/>
                </a:cubicBezTo>
                <a:cubicBezTo>
                  <a:pt x="393" y="218"/>
                  <a:pt x="393" y="218"/>
                  <a:pt x="393" y="218"/>
                </a:cubicBezTo>
                <a:cubicBezTo>
                  <a:pt x="393" y="214"/>
                  <a:pt x="390" y="211"/>
                  <a:pt x="387" y="210"/>
                </a:cubicBezTo>
                <a:cubicBezTo>
                  <a:pt x="387" y="210"/>
                  <a:pt x="387" y="210"/>
                  <a:pt x="387" y="210"/>
                </a:cubicBezTo>
                <a:cubicBezTo>
                  <a:pt x="383" y="210"/>
                  <a:pt x="379" y="213"/>
                  <a:pt x="379" y="216"/>
                </a:cubicBezTo>
                <a:cubicBezTo>
                  <a:pt x="379" y="216"/>
                  <a:pt x="379" y="216"/>
                  <a:pt x="379" y="216"/>
                </a:cubicBezTo>
                <a:cubicBezTo>
                  <a:pt x="378" y="220"/>
                  <a:pt x="381" y="224"/>
                  <a:pt x="385" y="224"/>
                </a:cubicBezTo>
                <a:cubicBezTo>
                  <a:pt x="385" y="224"/>
                  <a:pt x="386" y="224"/>
                  <a:pt x="386" y="224"/>
                </a:cubicBezTo>
                <a:close/>
                <a:moveTo>
                  <a:pt x="507" y="224"/>
                </a:moveTo>
                <a:cubicBezTo>
                  <a:pt x="507" y="224"/>
                  <a:pt x="507" y="224"/>
                  <a:pt x="507" y="224"/>
                </a:cubicBezTo>
                <a:cubicBezTo>
                  <a:pt x="507" y="224"/>
                  <a:pt x="507" y="224"/>
                  <a:pt x="507" y="224"/>
                </a:cubicBezTo>
                <a:cubicBezTo>
                  <a:pt x="507" y="224"/>
                  <a:pt x="507" y="224"/>
                  <a:pt x="507" y="224"/>
                </a:cubicBezTo>
                <a:cubicBezTo>
                  <a:pt x="511" y="224"/>
                  <a:pt x="514" y="220"/>
                  <a:pt x="514" y="216"/>
                </a:cubicBezTo>
                <a:cubicBezTo>
                  <a:pt x="514" y="216"/>
                  <a:pt x="514" y="216"/>
                  <a:pt x="514" y="216"/>
                </a:cubicBezTo>
                <a:cubicBezTo>
                  <a:pt x="513" y="213"/>
                  <a:pt x="510" y="210"/>
                  <a:pt x="506" y="210"/>
                </a:cubicBezTo>
                <a:cubicBezTo>
                  <a:pt x="506" y="210"/>
                  <a:pt x="506" y="210"/>
                  <a:pt x="506" y="210"/>
                </a:cubicBezTo>
                <a:cubicBezTo>
                  <a:pt x="502" y="211"/>
                  <a:pt x="499" y="214"/>
                  <a:pt x="500" y="218"/>
                </a:cubicBezTo>
                <a:cubicBezTo>
                  <a:pt x="500" y="221"/>
                  <a:pt x="503" y="224"/>
                  <a:pt x="507" y="224"/>
                </a:cubicBezTo>
                <a:close/>
                <a:moveTo>
                  <a:pt x="346" y="218"/>
                </a:moveTo>
                <a:cubicBezTo>
                  <a:pt x="346" y="218"/>
                  <a:pt x="346" y="218"/>
                  <a:pt x="346" y="218"/>
                </a:cubicBezTo>
                <a:cubicBezTo>
                  <a:pt x="349" y="218"/>
                  <a:pt x="352" y="216"/>
                  <a:pt x="353" y="213"/>
                </a:cubicBezTo>
                <a:cubicBezTo>
                  <a:pt x="353" y="213"/>
                  <a:pt x="353" y="213"/>
                  <a:pt x="353" y="213"/>
                </a:cubicBezTo>
                <a:cubicBezTo>
                  <a:pt x="353" y="209"/>
                  <a:pt x="351" y="205"/>
                  <a:pt x="347" y="205"/>
                </a:cubicBezTo>
                <a:cubicBezTo>
                  <a:pt x="347" y="205"/>
                  <a:pt x="347" y="205"/>
                  <a:pt x="347" y="205"/>
                </a:cubicBezTo>
                <a:cubicBezTo>
                  <a:pt x="343" y="204"/>
                  <a:pt x="340" y="206"/>
                  <a:pt x="339" y="210"/>
                </a:cubicBezTo>
                <a:cubicBezTo>
                  <a:pt x="339" y="210"/>
                  <a:pt x="339" y="210"/>
                  <a:pt x="339" y="210"/>
                </a:cubicBezTo>
                <a:cubicBezTo>
                  <a:pt x="338" y="214"/>
                  <a:pt x="341" y="218"/>
                  <a:pt x="345" y="218"/>
                </a:cubicBezTo>
                <a:cubicBezTo>
                  <a:pt x="345" y="218"/>
                  <a:pt x="345" y="218"/>
                  <a:pt x="345" y="218"/>
                </a:cubicBezTo>
                <a:cubicBezTo>
                  <a:pt x="345" y="218"/>
                  <a:pt x="345" y="218"/>
                  <a:pt x="345" y="218"/>
                </a:cubicBezTo>
                <a:cubicBezTo>
                  <a:pt x="345" y="218"/>
                  <a:pt x="345" y="218"/>
                  <a:pt x="346" y="218"/>
                </a:cubicBezTo>
                <a:close/>
                <a:moveTo>
                  <a:pt x="547" y="218"/>
                </a:moveTo>
                <a:cubicBezTo>
                  <a:pt x="547" y="218"/>
                  <a:pt x="547" y="218"/>
                  <a:pt x="547" y="218"/>
                </a:cubicBezTo>
                <a:cubicBezTo>
                  <a:pt x="547" y="218"/>
                  <a:pt x="547" y="218"/>
                  <a:pt x="548" y="218"/>
                </a:cubicBezTo>
                <a:cubicBezTo>
                  <a:pt x="548" y="218"/>
                  <a:pt x="548" y="218"/>
                  <a:pt x="548" y="218"/>
                </a:cubicBezTo>
                <a:cubicBezTo>
                  <a:pt x="548" y="218"/>
                  <a:pt x="548" y="218"/>
                  <a:pt x="548" y="218"/>
                </a:cubicBezTo>
                <a:cubicBezTo>
                  <a:pt x="548" y="218"/>
                  <a:pt x="548" y="218"/>
                  <a:pt x="548" y="218"/>
                </a:cubicBezTo>
                <a:cubicBezTo>
                  <a:pt x="552" y="218"/>
                  <a:pt x="554" y="214"/>
                  <a:pt x="553" y="210"/>
                </a:cubicBezTo>
                <a:cubicBezTo>
                  <a:pt x="553" y="210"/>
                  <a:pt x="553" y="210"/>
                  <a:pt x="553" y="210"/>
                </a:cubicBezTo>
                <a:cubicBezTo>
                  <a:pt x="553" y="206"/>
                  <a:pt x="549" y="204"/>
                  <a:pt x="545" y="204"/>
                </a:cubicBezTo>
                <a:cubicBezTo>
                  <a:pt x="545" y="204"/>
                  <a:pt x="545" y="204"/>
                  <a:pt x="545" y="204"/>
                </a:cubicBezTo>
                <a:cubicBezTo>
                  <a:pt x="542" y="205"/>
                  <a:pt x="539" y="209"/>
                  <a:pt x="540" y="213"/>
                </a:cubicBezTo>
                <a:cubicBezTo>
                  <a:pt x="540" y="216"/>
                  <a:pt x="543" y="218"/>
                  <a:pt x="547" y="218"/>
                </a:cubicBezTo>
                <a:close/>
                <a:moveTo>
                  <a:pt x="306" y="210"/>
                </a:moveTo>
                <a:cubicBezTo>
                  <a:pt x="306" y="210"/>
                  <a:pt x="306" y="210"/>
                  <a:pt x="306" y="210"/>
                </a:cubicBezTo>
                <a:cubicBezTo>
                  <a:pt x="310" y="210"/>
                  <a:pt x="312" y="208"/>
                  <a:pt x="313" y="205"/>
                </a:cubicBezTo>
                <a:cubicBezTo>
                  <a:pt x="313" y="205"/>
                  <a:pt x="313" y="205"/>
                  <a:pt x="313" y="205"/>
                </a:cubicBezTo>
                <a:cubicBezTo>
                  <a:pt x="314" y="201"/>
                  <a:pt x="312" y="197"/>
                  <a:pt x="308" y="196"/>
                </a:cubicBezTo>
                <a:cubicBezTo>
                  <a:pt x="308" y="196"/>
                  <a:pt x="308" y="196"/>
                  <a:pt x="308" y="196"/>
                </a:cubicBezTo>
                <a:cubicBezTo>
                  <a:pt x="304" y="195"/>
                  <a:pt x="301" y="197"/>
                  <a:pt x="300" y="201"/>
                </a:cubicBezTo>
                <a:cubicBezTo>
                  <a:pt x="300" y="201"/>
                  <a:pt x="300" y="201"/>
                  <a:pt x="300" y="201"/>
                </a:cubicBezTo>
                <a:cubicBezTo>
                  <a:pt x="299" y="205"/>
                  <a:pt x="301" y="209"/>
                  <a:pt x="305" y="210"/>
                </a:cubicBezTo>
                <a:cubicBezTo>
                  <a:pt x="305" y="210"/>
                  <a:pt x="305" y="210"/>
                  <a:pt x="305" y="210"/>
                </a:cubicBezTo>
                <a:cubicBezTo>
                  <a:pt x="305" y="210"/>
                  <a:pt x="305" y="210"/>
                  <a:pt x="305" y="210"/>
                </a:cubicBezTo>
                <a:cubicBezTo>
                  <a:pt x="305" y="210"/>
                  <a:pt x="306" y="210"/>
                  <a:pt x="306" y="210"/>
                </a:cubicBezTo>
                <a:close/>
                <a:moveTo>
                  <a:pt x="586" y="210"/>
                </a:moveTo>
                <a:cubicBezTo>
                  <a:pt x="586" y="210"/>
                  <a:pt x="586" y="210"/>
                  <a:pt x="586" y="210"/>
                </a:cubicBezTo>
                <a:cubicBezTo>
                  <a:pt x="587" y="210"/>
                  <a:pt x="587" y="210"/>
                  <a:pt x="588" y="209"/>
                </a:cubicBezTo>
                <a:cubicBezTo>
                  <a:pt x="588" y="209"/>
                  <a:pt x="588" y="209"/>
                  <a:pt x="588" y="209"/>
                </a:cubicBezTo>
                <a:cubicBezTo>
                  <a:pt x="591" y="208"/>
                  <a:pt x="594" y="205"/>
                  <a:pt x="593" y="201"/>
                </a:cubicBezTo>
                <a:cubicBezTo>
                  <a:pt x="593" y="201"/>
                  <a:pt x="593" y="201"/>
                  <a:pt x="593" y="201"/>
                </a:cubicBezTo>
                <a:cubicBezTo>
                  <a:pt x="592" y="197"/>
                  <a:pt x="588" y="195"/>
                  <a:pt x="584" y="196"/>
                </a:cubicBezTo>
                <a:cubicBezTo>
                  <a:pt x="584" y="196"/>
                  <a:pt x="584" y="196"/>
                  <a:pt x="584" y="196"/>
                </a:cubicBezTo>
                <a:cubicBezTo>
                  <a:pt x="581" y="197"/>
                  <a:pt x="578" y="201"/>
                  <a:pt x="579" y="204"/>
                </a:cubicBezTo>
                <a:cubicBezTo>
                  <a:pt x="580" y="208"/>
                  <a:pt x="583" y="210"/>
                  <a:pt x="586" y="210"/>
                </a:cubicBezTo>
                <a:close/>
                <a:moveTo>
                  <a:pt x="268" y="198"/>
                </a:moveTo>
                <a:cubicBezTo>
                  <a:pt x="268" y="198"/>
                  <a:pt x="268" y="198"/>
                  <a:pt x="268" y="198"/>
                </a:cubicBezTo>
                <a:cubicBezTo>
                  <a:pt x="271" y="198"/>
                  <a:pt x="273" y="196"/>
                  <a:pt x="274" y="194"/>
                </a:cubicBezTo>
                <a:cubicBezTo>
                  <a:pt x="274" y="194"/>
                  <a:pt x="274" y="194"/>
                  <a:pt x="274" y="194"/>
                </a:cubicBezTo>
                <a:cubicBezTo>
                  <a:pt x="276" y="190"/>
                  <a:pt x="274" y="186"/>
                  <a:pt x="270" y="185"/>
                </a:cubicBezTo>
                <a:cubicBezTo>
                  <a:pt x="270" y="185"/>
                  <a:pt x="270" y="185"/>
                  <a:pt x="270" y="185"/>
                </a:cubicBezTo>
                <a:cubicBezTo>
                  <a:pt x="266" y="183"/>
                  <a:pt x="262" y="185"/>
                  <a:pt x="261" y="189"/>
                </a:cubicBezTo>
                <a:cubicBezTo>
                  <a:pt x="261" y="189"/>
                  <a:pt x="261" y="189"/>
                  <a:pt x="261" y="189"/>
                </a:cubicBezTo>
                <a:cubicBezTo>
                  <a:pt x="260" y="193"/>
                  <a:pt x="262" y="197"/>
                  <a:pt x="266" y="198"/>
                </a:cubicBezTo>
                <a:cubicBezTo>
                  <a:pt x="266" y="198"/>
                  <a:pt x="267" y="198"/>
                  <a:pt x="268" y="198"/>
                </a:cubicBezTo>
                <a:close/>
                <a:moveTo>
                  <a:pt x="625" y="198"/>
                </a:moveTo>
                <a:cubicBezTo>
                  <a:pt x="625" y="198"/>
                  <a:pt x="625" y="198"/>
                  <a:pt x="625" y="198"/>
                </a:cubicBezTo>
                <a:cubicBezTo>
                  <a:pt x="625" y="198"/>
                  <a:pt x="626" y="198"/>
                  <a:pt x="627" y="198"/>
                </a:cubicBezTo>
                <a:cubicBezTo>
                  <a:pt x="627" y="198"/>
                  <a:pt x="627" y="198"/>
                  <a:pt x="627" y="198"/>
                </a:cubicBezTo>
                <a:cubicBezTo>
                  <a:pt x="631" y="197"/>
                  <a:pt x="633" y="193"/>
                  <a:pt x="631" y="189"/>
                </a:cubicBezTo>
                <a:cubicBezTo>
                  <a:pt x="631" y="189"/>
                  <a:pt x="631" y="189"/>
                  <a:pt x="631" y="189"/>
                </a:cubicBezTo>
                <a:cubicBezTo>
                  <a:pt x="630" y="185"/>
                  <a:pt x="626" y="183"/>
                  <a:pt x="622" y="185"/>
                </a:cubicBezTo>
                <a:cubicBezTo>
                  <a:pt x="622" y="185"/>
                  <a:pt x="622" y="185"/>
                  <a:pt x="622" y="185"/>
                </a:cubicBezTo>
                <a:cubicBezTo>
                  <a:pt x="619" y="186"/>
                  <a:pt x="617" y="190"/>
                  <a:pt x="618" y="193"/>
                </a:cubicBezTo>
                <a:cubicBezTo>
                  <a:pt x="619" y="196"/>
                  <a:pt x="622" y="198"/>
                  <a:pt x="625" y="198"/>
                </a:cubicBezTo>
                <a:close/>
                <a:moveTo>
                  <a:pt x="230" y="184"/>
                </a:moveTo>
                <a:cubicBezTo>
                  <a:pt x="230" y="184"/>
                  <a:pt x="230" y="184"/>
                  <a:pt x="230" y="184"/>
                </a:cubicBezTo>
                <a:cubicBezTo>
                  <a:pt x="233" y="184"/>
                  <a:pt x="235" y="182"/>
                  <a:pt x="236" y="180"/>
                </a:cubicBezTo>
                <a:cubicBezTo>
                  <a:pt x="236" y="180"/>
                  <a:pt x="236" y="180"/>
                  <a:pt x="236" y="180"/>
                </a:cubicBezTo>
                <a:cubicBezTo>
                  <a:pt x="238" y="176"/>
                  <a:pt x="236" y="172"/>
                  <a:pt x="233" y="171"/>
                </a:cubicBezTo>
                <a:cubicBezTo>
                  <a:pt x="233" y="171"/>
                  <a:pt x="233" y="171"/>
                  <a:pt x="233" y="171"/>
                </a:cubicBezTo>
                <a:cubicBezTo>
                  <a:pt x="229" y="169"/>
                  <a:pt x="225" y="171"/>
                  <a:pt x="224" y="174"/>
                </a:cubicBezTo>
                <a:cubicBezTo>
                  <a:pt x="224" y="174"/>
                  <a:pt x="224" y="174"/>
                  <a:pt x="224" y="174"/>
                </a:cubicBezTo>
                <a:cubicBezTo>
                  <a:pt x="222" y="178"/>
                  <a:pt x="224" y="182"/>
                  <a:pt x="227" y="184"/>
                </a:cubicBezTo>
                <a:cubicBezTo>
                  <a:pt x="228" y="184"/>
                  <a:pt x="229" y="184"/>
                  <a:pt x="230" y="184"/>
                </a:cubicBezTo>
                <a:close/>
                <a:moveTo>
                  <a:pt x="662" y="184"/>
                </a:moveTo>
                <a:cubicBezTo>
                  <a:pt x="662" y="184"/>
                  <a:pt x="662" y="184"/>
                  <a:pt x="662" y="184"/>
                </a:cubicBezTo>
                <a:cubicBezTo>
                  <a:pt x="663" y="184"/>
                  <a:pt x="664" y="184"/>
                  <a:pt x="665" y="183"/>
                </a:cubicBezTo>
                <a:cubicBezTo>
                  <a:pt x="665" y="183"/>
                  <a:pt x="665" y="183"/>
                  <a:pt x="665" y="183"/>
                </a:cubicBezTo>
                <a:cubicBezTo>
                  <a:pt x="665" y="183"/>
                  <a:pt x="665" y="183"/>
                  <a:pt x="665" y="183"/>
                </a:cubicBezTo>
                <a:cubicBezTo>
                  <a:pt x="665" y="183"/>
                  <a:pt x="665" y="183"/>
                  <a:pt x="665" y="183"/>
                </a:cubicBezTo>
                <a:cubicBezTo>
                  <a:pt x="669" y="182"/>
                  <a:pt x="670" y="178"/>
                  <a:pt x="669" y="174"/>
                </a:cubicBezTo>
                <a:cubicBezTo>
                  <a:pt x="669" y="174"/>
                  <a:pt x="669" y="174"/>
                  <a:pt x="669" y="174"/>
                </a:cubicBezTo>
                <a:cubicBezTo>
                  <a:pt x="667" y="171"/>
                  <a:pt x="663" y="169"/>
                  <a:pt x="660" y="170"/>
                </a:cubicBezTo>
                <a:cubicBezTo>
                  <a:pt x="660" y="170"/>
                  <a:pt x="660" y="170"/>
                  <a:pt x="660" y="170"/>
                </a:cubicBezTo>
                <a:cubicBezTo>
                  <a:pt x="656" y="172"/>
                  <a:pt x="654" y="176"/>
                  <a:pt x="656" y="180"/>
                </a:cubicBezTo>
                <a:cubicBezTo>
                  <a:pt x="657" y="182"/>
                  <a:pt x="660" y="184"/>
                  <a:pt x="662" y="184"/>
                </a:cubicBezTo>
                <a:close/>
                <a:moveTo>
                  <a:pt x="193" y="167"/>
                </a:moveTo>
                <a:cubicBezTo>
                  <a:pt x="193" y="167"/>
                  <a:pt x="193" y="167"/>
                  <a:pt x="193" y="167"/>
                </a:cubicBezTo>
                <a:cubicBezTo>
                  <a:pt x="196" y="167"/>
                  <a:pt x="198" y="166"/>
                  <a:pt x="200" y="163"/>
                </a:cubicBezTo>
                <a:cubicBezTo>
                  <a:pt x="200" y="163"/>
                  <a:pt x="200" y="163"/>
                  <a:pt x="200" y="163"/>
                </a:cubicBezTo>
                <a:cubicBezTo>
                  <a:pt x="201" y="160"/>
                  <a:pt x="200" y="156"/>
                  <a:pt x="197" y="154"/>
                </a:cubicBezTo>
                <a:cubicBezTo>
                  <a:pt x="197" y="154"/>
                  <a:pt x="197" y="154"/>
                  <a:pt x="197" y="154"/>
                </a:cubicBezTo>
                <a:cubicBezTo>
                  <a:pt x="193" y="152"/>
                  <a:pt x="189" y="153"/>
                  <a:pt x="187" y="157"/>
                </a:cubicBezTo>
                <a:cubicBezTo>
                  <a:pt x="187" y="157"/>
                  <a:pt x="187" y="157"/>
                  <a:pt x="187" y="157"/>
                </a:cubicBezTo>
                <a:cubicBezTo>
                  <a:pt x="185" y="160"/>
                  <a:pt x="187" y="165"/>
                  <a:pt x="190" y="166"/>
                </a:cubicBezTo>
                <a:cubicBezTo>
                  <a:pt x="191" y="167"/>
                  <a:pt x="192" y="167"/>
                  <a:pt x="193" y="167"/>
                </a:cubicBezTo>
                <a:close/>
                <a:moveTo>
                  <a:pt x="699" y="167"/>
                </a:moveTo>
                <a:cubicBezTo>
                  <a:pt x="699" y="167"/>
                  <a:pt x="699" y="167"/>
                  <a:pt x="699" y="167"/>
                </a:cubicBezTo>
                <a:cubicBezTo>
                  <a:pt x="700" y="167"/>
                  <a:pt x="701" y="167"/>
                  <a:pt x="702" y="166"/>
                </a:cubicBezTo>
                <a:cubicBezTo>
                  <a:pt x="702" y="166"/>
                  <a:pt x="702" y="166"/>
                  <a:pt x="702" y="166"/>
                </a:cubicBezTo>
                <a:cubicBezTo>
                  <a:pt x="706" y="164"/>
                  <a:pt x="707" y="160"/>
                  <a:pt x="705" y="157"/>
                </a:cubicBezTo>
                <a:cubicBezTo>
                  <a:pt x="705" y="157"/>
                  <a:pt x="705" y="157"/>
                  <a:pt x="705" y="157"/>
                </a:cubicBezTo>
                <a:cubicBezTo>
                  <a:pt x="703" y="153"/>
                  <a:pt x="699" y="152"/>
                  <a:pt x="696" y="154"/>
                </a:cubicBezTo>
                <a:cubicBezTo>
                  <a:pt x="696" y="154"/>
                  <a:pt x="696" y="154"/>
                  <a:pt x="696" y="154"/>
                </a:cubicBezTo>
                <a:cubicBezTo>
                  <a:pt x="692" y="155"/>
                  <a:pt x="691" y="160"/>
                  <a:pt x="693" y="163"/>
                </a:cubicBezTo>
                <a:cubicBezTo>
                  <a:pt x="694" y="166"/>
                  <a:pt x="696" y="167"/>
                  <a:pt x="699" y="167"/>
                </a:cubicBezTo>
                <a:close/>
                <a:moveTo>
                  <a:pt x="158" y="148"/>
                </a:moveTo>
                <a:cubicBezTo>
                  <a:pt x="158" y="148"/>
                  <a:pt x="158" y="148"/>
                  <a:pt x="158" y="148"/>
                </a:cubicBezTo>
                <a:cubicBezTo>
                  <a:pt x="160" y="148"/>
                  <a:pt x="163" y="146"/>
                  <a:pt x="164" y="144"/>
                </a:cubicBezTo>
                <a:cubicBezTo>
                  <a:pt x="164" y="144"/>
                  <a:pt x="164" y="144"/>
                  <a:pt x="164" y="144"/>
                </a:cubicBezTo>
                <a:cubicBezTo>
                  <a:pt x="166" y="141"/>
                  <a:pt x="165" y="137"/>
                  <a:pt x="162" y="135"/>
                </a:cubicBezTo>
                <a:cubicBezTo>
                  <a:pt x="162" y="135"/>
                  <a:pt x="162" y="135"/>
                  <a:pt x="162" y="135"/>
                </a:cubicBezTo>
                <a:cubicBezTo>
                  <a:pt x="158" y="133"/>
                  <a:pt x="154" y="134"/>
                  <a:pt x="152" y="137"/>
                </a:cubicBezTo>
                <a:cubicBezTo>
                  <a:pt x="152" y="137"/>
                  <a:pt x="152" y="137"/>
                  <a:pt x="152" y="137"/>
                </a:cubicBezTo>
                <a:cubicBezTo>
                  <a:pt x="150" y="140"/>
                  <a:pt x="151" y="145"/>
                  <a:pt x="154" y="147"/>
                </a:cubicBezTo>
                <a:cubicBezTo>
                  <a:pt x="154" y="147"/>
                  <a:pt x="154" y="147"/>
                  <a:pt x="154" y="147"/>
                </a:cubicBezTo>
                <a:cubicBezTo>
                  <a:pt x="154" y="147"/>
                  <a:pt x="154" y="147"/>
                  <a:pt x="154" y="147"/>
                </a:cubicBezTo>
                <a:cubicBezTo>
                  <a:pt x="156" y="147"/>
                  <a:pt x="157" y="148"/>
                  <a:pt x="158" y="148"/>
                </a:cubicBezTo>
                <a:close/>
                <a:moveTo>
                  <a:pt x="734" y="147"/>
                </a:moveTo>
                <a:cubicBezTo>
                  <a:pt x="734" y="147"/>
                  <a:pt x="734" y="147"/>
                  <a:pt x="734" y="147"/>
                </a:cubicBezTo>
                <a:cubicBezTo>
                  <a:pt x="735" y="147"/>
                  <a:pt x="737" y="147"/>
                  <a:pt x="738" y="146"/>
                </a:cubicBezTo>
                <a:cubicBezTo>
                  <a:pt x="738" y="146"/>
                  <a:pt x="738" y="146"/>
                  <a:pt x="738" y="146"/>
                </a:cubicBezTo>
                <a:cubicBezTo>
                  <a:pt x="738" y="146"/>
                  <a:pt x="738" y="146"/>
                  <a:pt x="738" y="146"/>
                </a:cubicBezTo>
                <a:cubicBezTo>
                  <a:pt x="738" y="146"/>
                  <a:pt x="738" y="146"/>
                  <a:pt x="738" y="146"/>
                </a:cubicBezTo>
                <a:cubicBezTo>
                  <a:pt x="741" y="144"/>
                  <a:pt x="742" y="140"/>
                  <a:pt x="740" y="137"/>
                </a:cubicBezTo>
                <a:cubicBezTo>
                  <a:pt x="740" y="137"/>
                  <a:pt x="740" y="137"/>
                  <a:pt x="740" y="137"/>
                </a:cubicBezTo>
                <a:cubicBezTo>
                  <a:pt x="738" y="133"/>
                  <a:pt x="734" y="132"/>
                  <a:pt x="731" y="134"/>
                </a:cubicBezTo>
                <a:cubicBezTo>
                  <a:pt x="731" y="134"/>
                  <a:pt x="731" y="134"/>
                  <a:pt x="731" y="134"/>
                </a:cubicBezTo>
                <a:cubicBezTo>
                  <a:pt x="727" y="136"/>
                  <a:pt x="726" y="141"/>
                  <a:pt x="728" y="144"/>
                </a:cubicBezTo>
                <a:cubicBezTo>
                  <a:pt x="730" y="146"/>
                  <a:pt x="732" y="147"/>
                  <a:pt x="734" y="147"/>
                </a:cubicBezTo>
                <a:close/>
                <a:moveTo>
                  <a:pt x="124" y="125"/>
                </a:moveTo>
                <a:cubicBezTo>
                  <a:pt x="124" y="125"/>
                  <a:pt x="124" y="125"/>
                  <a:pt x="124" y="125"/>
                </a:cubicBezTo>
                <a:cubicBezTo>
                  <a:pt x="126" y="125"/>
                  <a:pt x="129" y="124"/>
                  <a:pt x="130" y="123"/>
                </a:cubicBezTo>
                <a:cubicBezTo>
                  <a:pt x="130" y="123"/>
                  <a:pt x="130" y="123"/>
                  <a:pt x="130" y="123"/>
                </a:cubicBezTo>
                <a:cubicBezTo>
                  <a:pt x="132" y="119"/>
                  <a:pt x="131" y="115"/>
                  <a:pt x="128" y="113"/>
                </a:cubicBezTo>
                <a:cubicBezTo>
                  <a:pt x="128" y="113"/>
                  <a:pt x="128" y="113"/>
                  <a:pt x="128" y="113"/>
                </a:cubicBezTo>
                <a:cubicBezTo>
                  <a:pt x="125" y="111"/>
                  <a:pt x="121" y="111"/>
                  <a:pt x="119" y="114"/>
                </a:cubicBezTo>
                <a:cubicBezTo>
                  <a:pt x="119" y="114"/>
                  <a:pt x="119" y="114"/>
                  <a:pt x="119" y="114"/>
                </a:cubicBezTo>
                <a:cubicBezTo>
                  <a:pt x="116" y="118"/>
                  <a:pt x="117" y="122"/>
                  <a:pt x="120" y="124"/>
                </a:cubicBezTo>
                <a:cubicBezTo>
                  <a:pt x="121" y="125"/>
                  <a:pt x="123" y="125"/>
                  <a:pt x="124" y="125"/>
                </a:cubicBezTo>
                <a:close/>
                <a:moveTo>
                  <a:pt x="768" y="125"/>
                </a:moveTo>
                <a:cubicBezTo>
                  <a:pt x="768" y="125"/>
                  <a:pt x="768" y="125"/>
                  <a:pt x="768" y="125"/>
                </a:cubicBezTo>
                <a:cubicBezTo>
                  <a:pt x="769" y="125"/>
                  <a:pt x="771" y="125"/>
                  <a:pt x="772" y="124"/>
                </a:cubicBezTo>
                <a:cubicBezTo>
                  <a:pt x="772" y="124"/>
                  <a:pt x="772" y="124"/>
                  <a:pt x="772" y="124"/>
                </a:cubicBezTo>
                <a:cubicBezTo>
                  <a:pt x="775" y="122"/>
                  <a:pt x="776" y="117"/>
                  <a:pt x="774" y="114"/>
                </a:cubicBezTo>
                <a:cubicBezTo>
                  <a:pt x="774" y="114"/>
                  <a:pt x="774" y="114"/>
                  <a:pt x="774" y="114"/>
                </a:cubicBezTo>
                <a:cubicBezTo>
                  <a:pt x="771" y="111"/>
                  <a:pt x="767" y="110"/>
                  <a:pt x="764" y="113"/>
                </a:cubicBezTo>
                <a:cubicBezTo>
                  <a:pt x="764" y="113"/>
                  <a:pt x="764" y="113"/>
                  <a:pt x="764" y="113"/>
                </a:cubicBezTo>
                <a:cubicBezTo>
                  <a:pt x="761" y="115"/>
                  <a:pt x="760" y="119"/>
                  <a:pt x="762" y="122"/>
                </a:cubicBezTo>
                <a:cubicBezTo>
                  <a:pt x="764" y="124"/>
                  <a:pt x="766" y="125"/>
                  <a:pt x="768" y="125"/>
                </a:cubicBezTo>
                <a:close/>
                <a:moveTo>
                  <a:pt x="92" y="101"/>
                </a:moveTo>
                <a:cubicBezTo>
                  <a:pt x="92" y="101"/>
                  <a:pt x="92" y="101"/>
                  <a:pt x="92" y="101"/>
                </a:cubicBezTo>
                <a:cubicBezTo>
                  <a:pt x="94" y="101"/>
                  <a:pt x="96" y="100"/>
                  <a:pt x="98" y="98"/>
                </a:cubicBezTo>
                <a:cubicBezTo>
                  <a:pt x="98" y="98"/>
                  <a:pt x="98" y="98"/>
                  <a:pt x="98" y="98"/>
                </a:cubicBezTo>
                <a:cubicBezTo>
                  <a:pt x="100" y="95"/>
                  <a:pt x="100" y="91"/>
                  <a:pt x="97" y="89"/>
                </a:cubicBezTo>
                <a:cubicBezTo>
                  <a:pt x="97" y="89"/>
                  <a:pt x="97" y="89"/>
                  <a:pt x="97" y="89"/>
                </a:cubicBezTo>
                <a:cubicBezTo>
                  <a:pt x="94" y="86"/>
                  <a:pt x="89" y="87"/>
                  <a:pt x="87" y="90"/>
                </a:cubicBezTo>
                <a:cubicBezTo>
                  <a:pt x="87" y="90"/>
                  <a:pt x="87" y="90"/>
                  <a:pt x="87" y="90"/>
                </a:cubicBezTo>
                <a:cubicBezTo>
                  <a:pt x="84" y="93"/>
                  <a:pt x="85" y="97"/>
                  <a:pt x="88" y="99"/>
                </a:cubicBezTo>
                <a:cubicBezTo>
                  <a:pt x="89" y="101"/>
                  <a:pt x="91" y="101"/>
                  <a:pt x="92" y="101"/>
                </a:cubicBezTo>
                <a:close/>
                <a:moveTo>
                  <a:pt x="800" y="101"/>
                </a:moveTo>
                <a:cubicBezTo>
                  <a:pt x="800" y="101"/>
                  <a:pt x="800" y="101"/>
                  <a:pt x="800" y="101"/>
                </a:cubicBezTo>
                <a:cubicBezTo>
                  <a:pt x="802" y="101"/>
                  <a:pt x="803" y="100"/>
                  <a:pt x="805" y="99"/>
                </a:cubicBezTo>
                <a:cubicBezTo>
                  <a:pt x="805" y="99"/>
                  <a:pt x="805" y="99"/>
                  <a:pt x="805" y="99"/>
                </a:cubicBezTo>
                <a:cubicBezTo>
                  <a:pt x="805" y="99"/>
                  <a:pt x="805" y="99"/>
                  <a:pt x="805" y="99"/>
                </a:cubicBezTo>
                <a:cubicBezTo>
                  <a:pt x="805" y="99"/>
                  <a:pt x="805" y="99"/>
                  <a:pt x="805" y="99"/>
                </a:cubicBezTo>
                <a:cubicBezTo>
                  <a:pt x="808" y="97"/>
                  <a:pt x="808" y="92"/>
                  <a:pt x="806" y="89"/>
                </a:cubicBezTo>
                <a:cubicBezTo>
                  <a:pt x="806" y="89"/>
                  <a:pt x="806" y="89"/>
                  <a:pt x="806" y="89"/>
                </a:cubicBezTo>
                <a:cubicBezTo>
                  <a:pt x="803" y="86"/>
                  <a:pt x="799" y="86"/>
                  <a:pt x="796" y="88"/>
                </a:cubicBezTo>
                <a:cubicBezTo>
                  <a:pt x="796" y="88"/>
                  <a:pt x="796" y="88"/>
                  <a:pt x="796" y="88"/>
                </a:cubicBezTo>
                <a:cubicBezTo>
                  <a:pt x="793" y="91"/>
                  <a:pt x="792" y="95"/>
                  <a:pt x="795" y="98"/>
                </a:cubicBezTo>
                <a:cubicBezTo>
                  <a:pt x="796" y="100"/>
                  <a:pt x="798" y="101"/>
                  <a:pt x="800" y="101"/>
                </a:cubicBezTo>
                <a:close/>
                <a:moveTo>
                  <a:pt x="62" y="74"/>
                </a:moveTo>
                <a:cubicBezTo>
                  <a:pt x="62" y="74"/>
                  <a:pt x="62" y="74"/>
                  <a:pt x="62" y="74"/>
                </a:cubicBezTo>
                <a:cubicBezTo>
                  <a:pt x="64" y="74"/>
                  <a:pt x="66" y="74"/>
                  <a:pt x="67" y="72"/>
                </a:cubicBezTo>
                <a:cubicBezTo>
                  <a:pt x="67" y="72"/>
                  <a:pt x="67" y="72"/>
                  <a:pt x="67" y="72"/>
                </a:cubicBezTo>
                <a:cubicBezTo>
                  <a:pt x="70" y="69"/>
                  <a:pt x="70" y="65"/>
                  <a:pt x="67" y="62"/>
                </a:cubicBezTo>
                <a:cubicBezTo>
                  <a:pt x="67" y="62"/>
                  <a:pt x="67" y="62"/>
                  <a:pt x="67" y="62"/>
                </a:cubicBezTo>
                <a:cubicBezTo>
                  <a:pt x="64" y="60"/>
                  <a:pt x="59" y="60"/>
                  <a:pt x="57" y="63"/>
                </a:cubicBezTo>
                <a:cubicBezTo>
                  <a:pt x="57" y="63"/>
                  <a:pt x="57" y="63"/>
                  <a:pt x="57" y="63"/>
                </a:cubicBezTo>
                <a:cubicBezTo>
                  <a:pt x="54" y="65"/>
                  <a:pt x="54" y="70"/>
                  <a:pt x="57" y="72"/>
                </a:cubicBezTo>
                <a:cubicBezTo>
                  <a:pt x="58" y="74"/>
                  <a:pt x="60" y="74"/>
                  <a:pt x="62" y="74"/>
                </a:cubicBezTo>
                <a:close/>
                <a:moveTo>
                  <a:pt x="830" y="74"/>
                </a:moveTo>
                <a:cubicBezTo>
                  <a:pt x="830" y="74"/>
                  <a:pt x="830" y="74"/>
                  <a:pt x="830" y="74"/>
                </a:cubicBezTo>
                <a:cubicBezTo>
                  <a:pt x="832" y="74"/>
                  <a:pt x="834" y="74"/>
                  <a:pt x="835" y="72"/>
                </a:cubicBezTo>
                <a:cubicBezTo>
                  <a:pt x="835" y="72"/>
                  <a:pt x="835" y="72"/>
                  <a:pt x="835" y="72"/>
                </a:cubicBezTo>
                <a:cubicBezTo>
                  <a:pt x="838" y="70"/>
                  <a:pt x="838" y="65"/>
                  <a:pt x="835" y="62"/>
                </a:cubicBezTo>
                <a:cubicBezTo>
                  <a:pt x="835" y="62"/>
                  <a:pt x="835" y="62"/>
                  <a:pt x="835" y="62"/>
                </a:cubicBezTo>
                <a:cubicBezTo>
                  <a:pt x="833" y="60"/>
                  <a:pt x="828" y="59"/>
                  <a:pt x="826" y="62"/>
                </a:cubicBezTo>
                <a:cubicBezTo>
                  <a:pt x="826" y="62"/>
                  <a:pt x="826" y="62"/>
                  <a:pt x="826" y="62"/>
                </a:cubicBezTo>
                <a:cubicBezTo>
                  <a:pt x="823" y="65"/>
                  <a:pt x="823" y="69"/>
                  <a:pt x="825" y="72"/>
                </a:cubicBezTo>
                <a:cubicBezTo>
                  <a:pt x="827" y="73"/>
                  <a:pt x="829" y="74"/>
                  <a:pt x="830" y="74"/>
                </a:cubicBezTo>
                <a:close/>
                <a:moveTo>
                  <a:pt x="34" y="46"/>
                </a:moveTo>
                <a:cubicBezTo>
                  <a:pt x="34" y="46"/>
                  <a:pt x="34" y="46"/>
                  <a:pt x="34" y="46"/>
                </a:cubicBezTo>
                <a:cubicBezTo>
                  <a:pt x="35" y="46"/>
                  <a:pt x="37" y="45"/>
                  <a:pt x="38" y="44"/>
                </a:cubicBezTo>
                <a:cubicBezTo>
                  <a:pt x="38" y="44"/>
                  <a:pt x="38" y="44"/>
                  <a:pt x="38" y="44"/>
                </a:cubicBezTo>
                <a:cubicBezTo>
                  <a:pt x="41" y="41"/>
                  <a:pt x="41" y="37"/>
                  <a:pt x="39" y="34"/>
                </a:cubicBezTo>
                <a:cubicBezTo>
                  <a:pt x="39" y="34"/>
                  <a:pt x="39" y="34"/>
                  <a:pt x="39" y="34"/>
                </a:cubicBezTo>
                <a:cubicBezTo>
                  <a:pt x="36" y="31"/>
                  <a:pt x="32" y="31"/>
                  <a:pt x="29" y="33"/>
                </a:cubicBezTo>
                <a:cubicBezTo>
                  <a:pt x="29" y="33"/>
                  <a:pt x="29" y="33"/>
                  <a:pt x="29" y="33"/>
                </a:cubicBezTo>
                <a:cubicBezTo>
                  <a:pt x="26" y="36"/>
                  <a:pt x="26" y="40"/>
                  <a:pt x="28" y="43"/>
                </a:cubicBezTo>
                <a:cubicBezTo>
                  <a:pt x="30" y="45"/>
                  <a:pt x="32" y="46"/>
                  <a:pt x="34" y="46"/>
                </a:cubicBezTo>
                <a:close/>
                <a:moveTo>
                  <a:pt x="859" y="45"/>
                </a:moveTo>
                <a:cubicBezTo>
                  <a:pt x="859" y="45"/>
                  <a:pt x="859" y="45"/>
                  <a:pt x="859" y="45"/>
                </a:cubicBezTo>
                <a:cubicBezTo>
                  <a:pt x="861" y="45"/>
                  <a:pt x="862" y="45"/>
                  <a:pt x="864" y="43"/>
                </a:cubicBezTo>
                <a:cubicBezTo>
                  <a:pt x="864" y="43"/>
                  <a:pt x="864" y="43"/>
                  <a:pt x="864" y="43"/>
                </a:cubicBezTo>
                <a:cubicBezTo>
                  <a:pt x="866" y="40"/>
                  <a:pt x="866" y="36"/>
                  <a:pt x="863" y="33"/>
                </a:cubicBezTo>
                <a:cubicBezTo>
                  <a:pt x="863" y="33"/>
                  <a:pt x="863" y="33"/>
                  <a:pt x="863" y="33"/>
                </a:cubicBezTo>
                <a:cubicBezTo>
                  <a:pt x="860" y="31"/>
                  <a:pt x="856" y="31"/>
                  <a:pt x="853" y="34"/>
                </a:cubicBezTo>
                <a:cubicBezTo>
                  <a:pt x="853" y="34"/>
                  <a:pt x="853" y="34"/>
                  <a:pt x="853" y="34"/>
                </a:cubicBezTo>
                <a:cubicBezTo>
                  <a:pt x="851" y="36"/>
                  <a:pt x="851" y="41"/>
                  <a:pt x="854" y="44"/>
                </a:cubicBezTo>
                <a:cubicBezTo>
                  <a:pt x="855" y="45"/>
                  <a:pt x="857" y="45"/>
                  <a:pt x="859" y="45"/>
                </a:cubicBezTo>
                <a:close/>
                <a:moveTo>
                  <a:pt x="7" y="15"/>
                </a:moveTo>
                <a:cubicBezTo>
                  <a:pt x="7" y="15"/>
                  <a:pt x="7" y="15"/>
                  <a:pt x="7" y="15"/>
                </a:cubicBezTo>
                <a:cubicBezTo>
                  <a:pt x="9" y="15"/>
                  <a:pt x="11" y="14"/>
                  <a:pt x="12" y="13"/>
                </a:cubicBezTo>
                <a:cubicBezTo>
                  <a:pt x="12" y="13"/>
                  <a:pt x="12" y="13"/>
                  <a:pt x="12" y="13"/>
                </a:cubicBezTo>
                <a:cubicBezTo>
                  <a:pt x="15" y="11"/>
                  <a:pt x="15" y="7"/>
                  <a:pt x="13" y="4"/>
                </a:cubicBezTo>
                <a:cubicBezTo>
                  <a:pt x="13" y="4"/>
                  <a:pt x="13" y="4"/>
                  <a:pt x="13" y="4"/>
                </a:cubicBezTo>
                <a:cubicBezTo>
                  <a:pt x="11" y="0"/>
                  <a:pt x="6" y="0"/>
                  <a:pt x="3" y="2"/>
                </a:cubicBezTo>
                <a:cubicBezTo>
                  <a:pt x="3" y="2"/>
                  <a:pt x="3" y="2"/>
                  <a:pt x="3" y="2"/>
                </a:cubicBezTo>
                <a:cubicBezTo>
                  <a:pt x="0" y="5"/>
                  <a:pt x="0" y="9"/>
                  <a:pt x="2" y="12"/>
                </a:cubicBezTo>
                <a:cubicBezTo>
                  <a:pt x="3" y="14"/>
                  <a:pt x="5" y="15"/>
                  <a:pt x="7" y="15"/>
                </a:cubicBezTo>
                <a:close/>
                <a:moveTo>
                  <a:pt x="885" y="15"/>
                </a:moveTo>
                <a:cubicBezTo>
                  <a:pt x="885" y="15"/>
                  <a:pt x="885" y="15"/>
                  <a:pt x="885" y="15"/>
                </a:cubicBezTo>
                <a:cubicBezTo>
                  <a:pt x="887" y="15"/>
                  <a:pt x="889" y="14"/>
                  <a:pt x="890" y="12"/>
                </a:cubicBezTo>
                <a:cubicBezTo>
                  <a:pt x="890" y="12"/>
                  <a:pt x="890" y="12"/>
                  <a:pt x="890" y="12"/>
                </a:cubicBezTo>
                <a:cubicBezTo>
                  <a:pt x="890" y="12"/>
                  <a:pt x="890" y="12"/>
                  <a:pt x="890" y="12"/>
                </a:cubicBezTo>
                <a:cubicBezTo>
                  <a:pt x="890" y="12"/>
                  <a:pt x="890" y="12"/>
                  <a:pt x="890" y="12"/>
                </a:cubicBezTo>
                <a:cubicBezTo>
                  <a:pt x="893" y="9"/>
                  <a:pt x="892" y="5"/>
                  <a:pt x="889" y="2"/>
                </a:cubicBezTo>
                <a:cubicBezTo>
                  <a:pt x="889" y="2"/>
                  <a:pt x="889" y="2"/>
                  <a:pt x="889" y="2"/>
                </a:cubicBezTo>
                <a:cubicBezTo>
                  <a:pt x="886" y="0"/>
                  <a:pt x="882" y="0"/>
                  <a:pt x="879" y="3"/>
                </a:cubicBezTo>
                <a:cubicBezTo>
                  <a:pt x="879" y="3"/>
                  <a:pt x="879" y="3"/>
                  <a:pt x="879" y="3"/>
                </a:cubicBezTo>
                <a:cubicBezTo>
                  <a:pt x="877" y="6"/>
                  <a:pt x="877" y="11"/>
                  <a:pt x="880" y="13"/>
                </a:cubicBezTo>
                <a:cubicBezTo>
                  <a:pt x="882" y="14"/>
                  <a:pt x="883" y="15"/>
                  <a:pt x="885" y="15"/>
                </a:cubicBezTo>
                <a:close/>
              </a:path>
            </a:pathLst>
          </a:custGeom>
          <a:solidFill>
            <a:schemeClr val="bg2">
              <a:lumMod val="75000"/>
              <a:lumOff val="25000"/>
            </a:schemeClr>
          </a:solidFill>
          <a:ln>
            <a:noFill/>
          </a:ln>
        </p:spPr>
        <p:txBody>
          <a:bodyPr vert="horz" wrap="square" lIns="91440" tIns="45720" rIns="91440" bIns="45720" numCol="1" anchor="t" anchorCtr="0" compatLnSpc="1">
            <a:prstTxWarp prst="textNoShape">
              <a:avLst/>
            </a:prstTxWarp>
          </a:bodyPr>
          <a:lstStyle/>
          <a:p>
            <a:endParaRPr lang="ru-RU"/>
          </a:p>
        </p:txBody>
      </p:sp>
      <p:grpSp>
        <p:nvGrpSpPr>
          <p:cNvPr id="10" name="Group 9">
            <a:extLst>
              <a:ext uri="{FF2B5EF4-FFF2-40B4-BE49-F238E27FC236}">
                <a16:creationId xmlns:a16="http://schemas.microsoft.com/office/drawing/2014/main" id="{5F15539D-17BA-4F83-AF3E-21EB59CCB59F}"/>
              </a:ext>
            </a:extLst>
          </p:cNvPr>
          <p:cNvGrpSpPr/>
          <p:nvPr/>
        </p:nvGrpSpPr>
        <p:grpSpPr>
          <a:xfrm>
            <a:off x="4222822" y="3713051"/>
            <a:ext cx="242059" cy="243544"/>
            <a:chOff x="4119563" y="3262313"/>
            <a:chExt cx="258763" cy="260350"/>
          </a:xfrm>
        </p:grpSpPr>
        <p:sp>
          <p:nvSpPr>
            <p:cNvPr id="11" name="Oval 20">
              <a:extLst>
                <a:ext uri="{FF2B5EF4-FFF2-40B4-BE49-F238E27FC236}">
                  <a16:creationId xmlns:a16="http://schemas.microsoft.com/office/drawing/2014/main" id="{57AAD2B3-7DBA-4045-ACD4-3AAC96E0BC01}"/>
                </a:ext>
              </a:extLst>
            </p:cNvPr>
            <p:cNvSpPr>
              <a:spLocks noChangeArrowheads="1"/>
            </p:cNvSpPr>
            <p:nvPr/>
          </p:nvSpPr>
          <p:spPr bwMode="auto">
            <a:xfrm>
              <a:off x="4119563" y="3262313"/>
              <a:ext cx="258763" cy="260350"/>
            </a:xfrm>
            <a:prstGeom prst="ellipse">
              <a:avLst/>
            </a:prstGeom>
            <a:solidFill>
              <a:schemeClr val="bg2"/>
            </a:solidFill>
            <a:ln w="46038" cap="flat">
              <a:solidFill>
                <a:schemeClr val="accent3"/>
              </a:solidFill>
              <a:prstDash val="solid"/>
              <a:miter lim="800000"/>
              <a:headEnd/>
              <a:tailEnd/>
            </a:ln>
          </p:spPr>
          <p:txBody>
            <a:bodyPr vert="horz" wrap="square" lIns="91440" tIns="45720" rIns="91440" bIns="45720" numCol="1" anchor="t" anchorCtr="0" compatLnSpc="1">
              <a:prstTxWarp prst="textNoShape">
                <a:avLst/>
              </a:prstTxWarp>
            </a:bodyPr>
            <a:lstStyle/>
            <a:p>
              <a:endParaRPr lang="ru-RU"/>
            </a:p>
          </p:txBody>
        </p:sp>
        <p:sp>
          <p:nvSpPr>
            <p:cNvPr id="12" name="Freeform 24">
              <a:extLst>
                <a:ext uri="{FF2B5EF4-FFF2-40B4-BE49-F238E27FC236}">
                  <a16:creationId xmlns:a16="http://schemas.microsoft.com/office/drawing/2014/main" id="{56510900-E420-4F0E-8634-201EB621EAA1}"/>
                </a:ext>
              </a:extLst>
            </p:cNvPr>
            <p:cNvSpPr>
              <a:spLocks/>
            </p:cNvSpPr>
            <p:nvPr/>
          </p:nvSpPr>
          <p:spPr bwMode="auto">
            <a:xfrm>
              <a:off x="4173538" y="3313113"/>
              <a:ext cx="152400" cy="155575"/>
            </a:xfrm>
            <a:custGeom>
              <a:avLst/>
              <a:gdLst>
                <a:gd name="T0" fmla="*/ 29 w 40"/>
                <a:gd name="T1" fmla="*/ 36 h 41"/>
                <a:gd name="T2" fmla="*/ 5 w 40"/>
                <a:gd name="T3" fmla="*/ 30 h 41"/>
                <a:gd name="T4" fmla="*/ 11 w 40"/>
                <a:gd name="T5" fmla="*/ 5 h 41"/>
                <a:gd name="T6" fmla="*/ 36 w 40"/>
                <a:gd name="T7" fmla="*/ 12 h 41"/>
                <a:gd name="T8" fmla="*/ 29 w 40"/>
                <a:gd name="T9" fmla="*/ 36 h 41"/>
              </a:gdLst>
              <a:ahLst/>
              <a:cxnLst>
                <a:cxn ang="0">
                  <a:pos x="T0" y="T1"/>
                </a:cxn>
                <a:cxn ang="0">
                  <a:pos x="T2" y="T3"/>
                </a:cxn>
                <a:cxn ang="0">
                  <a:pos x="T4" y="T5"/>
                </a:cxn>
                <a:cxn ang="0">
                  <a:pos x="T6" y="T7"/>
                </a:cxn>
                <a:cxn ang="0">
                  <a:pos x="T8" y="T9"/>
                </a:cxn>
              </a:cxnLst>
              <a:rect l="0" t="0" r="r" b="b"/>
              <a:pathLst>
                <a:path w="40" h="41">
                  <a:moveTo>
                    <a:pt x="29" y="36"/>
                  </a:moveTo>
                  <a:cubicBezTo>
                    <a:pt x="20" y="41"/>
                    <a:pt x="10" y="38"/>
                    <a:pt x="5" y="30"/>
                  </a:cubicBezTo>
                  <a:cubicBezTo>
                    <a:pt x="0" y="21"/>
                    <a:pt x="3" y="10"/>
                    <a:pt x="11" y="5"/>
                  </a:cubicBezTo>
                  <a:cubicBezTo>
                    <a:pt x="20" y="0"/>
                    <a:pt x="31" y="3"/>
                    <a:pt x="36" y="12"/>
                  </a:cubicBezTo>
                  <a:cubicBezTo>
                    <a:pt x="40" y="20"/>
                    <a:pt x="38" y="31"/>
                    <a:pt x="29" y="36"/>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ru-RU"/>
            </a:p>
          </p:txBody>
        </p:sp>
      </p:grpSp>
      <p:grpSp>
        <p:nvGrpSpPr>
          <p:cNvPr id="13" name="Group 12">
            <a:extLst>
              <a:ext uri="{FF2B5EF4-FFF2-40B4-BE49-F238E27FC236}">
                <a16:creationId xmlns:a16="http://schemas.microsoft.com/office/drawing/2014/main" id="{446F403D-BABF-4BE7-9BB4-BDD3C12FF5BC}"/>
              </a:ext>
            </a:extLst>
          </p:cNvPr>
          <p:cNvGrpSpPr/>
          <p:nvPr/>
        </p:nvGrpSpPr>
        <p:grpSpPr>
          <a:xfrm>
            <a:off x="5266792" y="4590699"/>
            <a:ext cx="242059" cy="242059"/>
            <a:chOff x="5235575" y="4200525"/>
            <a:chExt cx="258763" cy="258763"/>
          </a:xfrm>
        </p:grpSpPr>
        <p:sp>
          <p:nvSpPr>
            <p:cNvPr id="14" name="Oval 21">
              <a:extLst>
                <a:ext uri="{FF2B5EF4-FFF2-40B4-BE49-F238E27FC236}">
                  <a16:creationId xmlns:a16="http://schemas.microsoft.com/office/drawing/2014/main" id="{05CD438B-8BC1-4C67-9C89-BBEE4E4D38C7}"/>
                </a:ext>
              </a:extLst>
            </p:cNvPr>
            <p:cNvSpPr>
              <a:spLocks noChangeArrowheads="1"/>
            </p:cNvSpPr>
            <p:nvPr/>
          </p:nvSpPr>
          <p:spPr bwMode="auto">
            <a:xfrm>
              <a:off x="5235575" y="4200525"/>
              <a:ext cx="258763" cy="258763"/>
            </a:xfrm>
            <a:prstGeom prst="ellipse">
              <a:avLst/>
            </a:prstGeom>
            <a:solidFill>
              <a:schemeClr val="bg2"/>
            </a:solidFill>
            <a:ln w="46038" cap="flat">
              <a:solidFill>
                <a:schemeClr val="accent5"/>
              </a:solidFill>
              <a:prstDash val="solid"/>
              <a:miter lim="800000"/>
              <a:headEnd/>
              <a:tailEnd/>
            </a:ln>
          </p:spPr>
          <p:txBody>
            <a:bodyPr vert="horz" wrap="square" lIns="91440" tIns="45720" rIns="91440" bIns="45720" numCol="1" anchor="t" anchorCtr="0" compatLnSpc="1">
              <a:prstTxWarp prst="textNoShape">
                <a:avLst/>
              </a:prstTxWarp>
            </a:bodyPr>
            <a:lstStyle/>
            <a:p>
              <a:endParaRPr lang="ru-RU"/>
            </a:p>
          </p:txBody>
        </p:sp>
        <p:sp>
          <p:nvSpPr>
            <p:cNvPr id="15" name="Freeform 25">
              <a:extLst>
                <a:ext uri="{FF2B5EF4-FFF2-40B4-BE49-F238E27FC236}">
                  <a16:creationId xmlns:a16="http://schemas.microsoft.com/office/drawing/2014/main" id="{139CB83F-54B4-4262-A7A2-074A307C769F}"/>
                </a:ext>
              </a:extLst>
            </p:cNvPr>
            <p:cNvSpPr>
              <a:spLocks/>
            </p:cNvSpPr>
            <p:nvPr/>
          </p:nvSpPr>
          <p:spPr bwMode="auto">
            <a:xfrm>
              <a:off x="5287963" y="4249738"/>
              <a:ext cx="152400" cy="155575"/>
            </a:xfrm>
            <a:custGeom>
              <a:avLst/>
              <a:gdLst>
                <a:gd name="T0" fmla="*/ 37 w 40"/>
                <a:gd name="T1" fmla="*/ 27 h 41"/>
                <a:gd name="T2" fmla="*/ 14 w 40"/>
                <a:gd name="T3" fmla="*/ 37 h 41"/>
                <a:gd name="T4" fmla="*/ 3 w 40"/>
                <a:gd name="T5" fmla="*/ 14 h 41"/>
                <a:gd name="T6" fmla="*/ 26 w 40"/>
                <a:gd name="T7" fmla="*/ 4 h 41"/>
                <a:gd name="T8" fmla="*/ 37 w 40"/>
                <a:gd name="T9" fmla="*/ 27 h 41"/>
              </a:gdLst>
              <a:ahLst/>
              <a:cxnLst>
                <a:cxn ang="0">
                  <a:pos x="T0" y="T1"/>
                </a:cxn>
                <a:cxn ang="0">
                  <a:pos x="T2" y="T3"/>
                </a:cxn>
                <a:cxn ang="0">
                  <a:pos x="T4" y="T5"/>
                </a:cxn>
                <a:cxn ang="0">
                  <a:pos x="T6" y="T7"/>
                </a:cxn>
                <a:cxn ang="0">
                  <a:pos x="T8" y="T9"/>
                </a:cxn>
              </a:cxnLst>
              <a:rect l="0" t="0" r="r" b="b"/>
              <a:pathLst>
                <a:path w="40" h="41">
                  <a:moveTo>
                    <a:pt x="37" y="27"/>
                  </a:moveTo>
                  <a:cubicBezTo>
                    <a:pt x="33" y="36"/>
                    <a:pt x="23" y="41"/>
                    <a:pt x="14" y="37"/>
                  </a:cubicBezTo>
                  <a:cubicBezTo>
                    <a:pt x="4" y="34"/>
                    <a:pt x="0" y="24"/>
                    <a:pt x="3" y="14"/>
                  </a:cubicBezTo>
                  <a:cubicBezTo>
                    <a:pt x="6" y="5"/>
                    <a:pt x="17" y="0"/>
                    <a:pt x="26" y="4"/>
                  </a:cubicBezTo>
                  <a:cubicBezTo>
                    <a:pt x="35" y="7"/>
                    <a:pt x="40" y="17"/>
                    <a:pt x="37" y="27"/>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ru-RU"/>
            </a:p>
          </p:txBody>
        </p:sp>
      </p:grpSp>
      <p:grpSp>
        <p:nvGrpSpPr>
          <p:cNvPr id="16" name="Group 15">
            <a:extLst>
              <a:ext uri="{FF2B5EF4-FFF2-40B4-BE49-F238E27FC236}">
                <a16:creationId xmlns:a16="http://schemas.microsoft.com/office/drawing/2014/main" id="{527787C5-670E-4C74-BC87-BB4F4C1403DC}"/>
              </a:ext>
            </a:extLst>
          </p:cNvPr>
          <p:cNvGrpSpPr/>
          <p:nvPr/>
        </p:nvGrpSpPr>
        <p:grpSpPr>
          <a:xfrm>
            <a:off x="6625587" y="4590699"/>
            <a:ext cx="242059" cy="242059"/>
            <a:chOff x="6688138" y="4200525"/>
            <a:chExt cx="258763" cy="258763"/>
          </a:xfrm>
        </p:grpSpPr>
        <p:sp>
          <p:nvSpPr>
            <p:cNvPr id="17" name="Oval 22">
              <a:extLst>
                <a:ext uri="{FF2B5EF4-FFF2-40B4-BE49-F238E27FC236}">
                  <a16:creationId xmlns:a16="http://schemas.microsoft.com/office/drawing/2014/main" id="{AA119E97-10EF-42CA-B0D3-D5F1CCEE4C7E}"/>
                </a:ext>
              </a:extLst>
            </p:cNvPr>
            <p:cNvSpPr>
              <a:spLocks noChangeArrowheads="1"/>
            </p:cNvSpPr>
            <p:nvPr/>
          </p:nvSpPr>
          <p:spPr bwMode="auto">
            <a:xfrm>
              <a:off x="6688138" y="4200525"/>
              <a:ext cx="258763" cy="258763"/>
            </a:xfrm>
            <a:prstGeom prst="ellipse">
              <a:avLst/>
            </a:prstGeom>
            <a:solidFill>
              <a:schemeClr val="bg2"/>
            </a:solidFill>
            <a:ln w="46038" cap="flat">
              <a:solidFill>
                <a:schemeClr val="accent3"/>
              </a:solidFill>
              <a:prstDash val="solid"/>
              <a:miter lim="800000"/>
              <a:headEnd/>
              <a:tailEnd/>
            </a:ln>
          </p:spPr>
          <p:txBody>
            <a:bodyPr vert="horz" wrap="square" lIns="91440" tIns="45720" rIns="91440" bIns="45720" numCol="1" anchor="t" anchorCtr="0" compatLnSpc="1">
              <a:prstTxWarp prst="textNoShape">
                <a:avLst/>
              </a:prstTxWarp>
            </a:bodyPr>
            <a:lstStyle/>
            <a:p>
              <a:endParaRPr lang="ru-RU"/>
            </a:p>
          </p:txBody>
        </p:sp>
        <p:sp>
          <p:nvSpPr>
            <p:cNvPr id="18" name="Freeform 26">
              <a:extLst>
                <a:ext uri="{FF2B5EF4-FFF2-40B4-BE49-F238E27FC236}">
                  <a16:creationId xmlns:a16="http://schemas.microsoft.com/office/drawing/2014/main" id="{0CA9880E-4F8D-44A7-A4BA-403B82894B3A}"/>
                </a:ext>
              </a:extLst>
            </p:cNvPr>
            <p:cNvSpPr>
              <a:spLocks/>
            </p:cNvSpPr>
            <p:nvPr/>
          </p:nvSpPr>
          <p:spPr bwMode="auto">
            <a:xfrm>
              <a:off x="6742113" y="4249738"/>
              <a:ext cx="152400" cy="155575"/>
            </a:xfrm>
            <a:custGeom>
              <a:avLst/>
              <a:gdLst>
                <a:gd name="T0" fmla="*/ 37 w 40"/>
                <a:gd name="T1" fmla="*/ 15 h 41"/>
                <a:gd name="T2" fmla="*/ 26 w 40"/>
                <a:gd name="T3" fmla="*/ 37 h 41"/>
                <a:gd name="T4" fmla="*/ 3 w 40"/>
                <a:gd name="T5" fmla="*/ 27 h 41"/>
                <a:gd name="T6" fmla="*/ 14 w 40"/>
                <a:gd name="T7" fmla="*/ 4 h 41"/>
                <a:gd name="T8" fmla="*/ 37 w 40"/>
                <a:gd name="T9" fmla="*/ 15 h 41"/>
              </a:gdLst>
              <a:ahLst/>
              <a:cxnLst>
                <a:cxn ang="0">
                  <a:pos x="T0" y="T1"/>
                </a:cxn>
                <a:cxn ang="0">
                  <a:pos x="T2" y="T3"/>
                </a:cxn>
                <a:cxn ang="0">
                  <a:pos x="T4" y="T5"/>
                </a:cxn>
                <a:cxn ang="0">
                  <a:pos x="T6" y="T7"/>
                </a:cxn>
                <a:cxn ang="0">
                  <a:pos x="T8" y="T9"/>
                </a:cxn>
              </a:cxnLst>
              <a:rect l="0" t="0" r="r" b="b"/>
              <a:pathLst>
                <a:path w="40" h="41">
                  <a:moveTo>
                    <a:pt x="37" y="15"/>
                  </a:moveTo>
                  <a:cubicBezTo>
                    <a:pt x="40" y="24"/>
                    <a:pt x="35" y="34"/>
                    <a:pt x="26" y="37"/>
                  </a:cubicBezTo>
                  <a:cubicBezTo>
                    <a:pt x="17" y="41"/>
                    <a:pt x="6" y="36"/>
                    <a:pt x="3" y="27"/>
                  </a:cubicBezTo>
                  <a:cubicBezTo>
                    <a:pt x="0" y="17"/>
                    <a:pt x="5" y="7"/>
                    <a:pt x="14" y="4"/>
                  </a:cubicBezTo>
                  <a:cubicBezTo>
                    <a:pt x="23" y="0"/>
                    <a:pt x="33" y="5"/>
                    <a:pt x="37" y="15"/>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ru-RU"/>
            </a:p>
          </p:txBody>
        </p:sp>
      </p:grpSp>
      <p:grpSp>
        <p:nvGrpSpPr>
          <p:cNvPr id="19" name="Group 18">
            <a:extLst>
              <a:ext uri="{FF2B5EF4-FFF2-40B4-BE49-F238E27FC236}">
                <a16:creationId xmlns:a16="http://schemas.microsoft.com/office/drawing/2014/main" id="{212748F1-DD84-4F9B-91C3-45410072CF43}"/>
              </a:ext>
            </a:extLst>
          </p:cNvPr>
          <p:cNvGrpSpPr/>
          <p:nvPr/>
        </p:nvGrpSpPr>
        <p:grpSpPr>
          <a:xfrm>
            <a:off x="7668072" y="3713051"/>
            <a:ext cx="242059" cy="243544"/>
            <a:chOff x="7802563" y="3262313"/>
            <a:chExt cx="258763" cy="260350"/>
          </a:xfrm>
        </p:grpSpPr>
        <p:sp>
          <p:nvSpPr>
            <p:cNvPr id="20" name="Oval 23">
              <a:extLst>
                <a:ext uri="{FF2B5EF4-FFF2-40B4-BE49-F238E27FC236}">
                  <a16:creationId xmlns:a16="http://schemas.microsoft.com/office/drawing/2014/main" id="{9E2B026A-7032-4615-B530-CC635A4618F4}"/>
                </a:ext>
              </a:extLst>
            </p:cNvPr>
            <p:cNvSpPr>
              <a:spLocks noChangeArrowheads="1"/>
            </p:cNvSpPr>
            <p:nvPr/>
          </p:nvSpPr>
          <p:spPr bwMode="auto">
            <a:xfrm>
              <a:off x="7802563" y="3262313"/>
              <a:ext cx="258763" cy="260350"/>
            </a:xfrm>
            <a:prstGeom prst="ellipse">
              <a:avLst/>
            </a:prstGeom>
            <a:solidFill>
              <a:schemeClr val="bg2"/>
            </a:solidFill>
            <a:ln w="46038" cap="flat">
              <a:solidFill>
                <a:schemeClr val="accent5"/>
              </a:solidFill>
              <a:prstDash val="solid"/>
              <a:miter lim="800000"/>
              <a:headEnd/>
              <a:tailEnd/>
            </a:ln>
          </p:spPr>
          <p:txBody>
            <a:bodyPr vert="horz" wrap="square" lIns="91440" tIns="45720" rIns="91440" bIns="45720" numCol="1" anchor="t" anchorCtr="0" compatLnSpc="1">
              <a:prstTxWarp prst="textNoShape">
                <a:avLst/>
              </a:prstTxWarp>
            </a:bodyPr>
            <a:lstStyle/>
            <a:p>
              <a:endParaRPr lang="ru-RU"/>
            </a:p>
          </p:txBody>
        </p:sp>
        <p:sp>
          <p:nvSpPr>
            <p:cNvPr id="21" name="Freeform 27">
              <a:extLst>
                <a:ext uri="{FF2B5EF4-FFF2-40B4-BE49-F238E27FC236}">
                  <a16:creationId xmlns:a16="http://schemas.microsoft.com/office/drawing/2014/main" id="{C534D465-68C9-4B42-9A36-221F4D9EA8DA}"/>
                </a:ext>
              </a:extLst>
            </p:cNvPr>
            <p:cNvSpPr>
              <a:spLocks/>
            </p:cNvSpPr>
            <p:nvPr/>
          </p:nvSpPr>
          <p:spPr bwMode="auto">
            <a:xfrm>
              <a:off x="7856538" y="3313113"/>
              <a:ext cx="152400" cy="155575"/>
            </a:xfrm>
            <a:custGeom>
              <a:avLst/>
              <a:gdLst>
                <a:gd name="T0" fmla="*/ 11 w 40"/>
                <a:gd name="T1" fmla="*/ 36 h 41"/>
                <a:gd name="T2" fmla="*/ 35 w 40"/>
                <a:gd name="T3" fmla="*/ 30 h 41"/>
                <a:gd name="T4" fmla="*/ 29 w 40"/>
                <a:gd name="T5" fmla="*/ 5 h 41"/>
                <a:gd name="T6" fmla="*/ 4 w 40"/>
                <a:gd name="T7" fmla="*/ 12 h 41"/>
                <a:gd name="T8" fmla="*/ 11 w 40"/>
                <a:gd name="T9" fmla="*/ 36 h 41"/>
              </a:gdLst>
              <a:ahLst/>
              <a:cxnLst>
                <a:cxn ang="0">
                  <a:pos x="T0" y="T1"/>
                </a:cxn>
                <a:cxn ang="0">
                  <a:pos x="T2" y="T3"/>
                </a:cxn>
                <a:cxn ang="0">
                  <a:pos x="T4" y="T5"/>
                </a:cxn>
                <a:cxn ang="0">
                  <a:pos x="T6" y="T7"/>
                </a:cxn>
                <a:cxn ang="0">
                  <a:pos x="T8" y="T9"/>
                </a:cxn>
              </a:cxnLst>
              <a:rect l="0" t="0" r="r" b="b"/>
              <a:pathLst>
                <a:path w="40" h="41">
                  <a:moveTo>
                    <a:pt x="11" y="36"/>
                  </a:moveTo>
                  <a:cubicBezTo>
                    <a:pt x="20" y="41"/>
                    <a:pt x="30" y="38"/>
                    <a:pt x="35" y="30"/>
                  </a:cubicBezTo>
                  <a:cubicBezTo>
                    <a:pt x="40" y="21"/>
                    <a:pt x="37" y="10"/>
                    <a:pt x="29" y="5"/>
                  </a:cubicBezTo>
                  <a:cubicBezTo>
                    <a:pt x="20" y="0"/>
                    <a:pt x="9" y="3"/>
                    <a:pt x="4" y="12"/>
                  </a:cubicBezTo>
                  <a:cubicBezTo>
                    <a:pt x="0" y="20"/>
                    <a:pt x="2" y="31"/>
                    <a:pt x="11" y="36"/>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ru-RU"/>
            </a:p>
          </p:txBody>
        </p:sp>
      </p:grpSp>
      <p:grpSp>
        <p:nvGrpSpPr>
          <p:cNvPr id="26" name="Group 25">
            <a:extLst>
              <a:ext uri="{FF2B5EF4-FFF2-40B4-BE49-F238E27FC236}">
                <a16:creationId xmlns:a16="http://schemas.microsoft.com/office/drawing/2014/main" id="{35CA8987-05DC-4980-A313-008A1878FDD4}"/>
              </a:ext>
            </a:extLst>
          </p:cNvPr>
          <p:cNvGrpSpPr/>
          <p:nvPr/>
        </p:nvGrpSpPr>
        <p:grpSpPr>
          <a:xfrm>
            <a:off x="2331998" y="3627539"/>
            <a:ext cx="2274516" cy="1550486"/>
            <a:chOff x="2261032" y="3298694"/>
            <a:chExt cx="2664550" cy="1816362"/>
          </a:xfrm>
        </p:grpSpPr>
        <p:graphicFrame>
          <p:nvGraphicFramePr>
            <p:cNvPr id="27" name="Chart 26">
              <a:extLst>
                <a:ext uri="{FF2B5EF4-FFF2-40B4-BE49-F238E27FC236}">
                  <a16:creationId xmlns:a16="http://schemas.microsoft.com/office/drawing/2014/main" id="{84283A17-E0B2-48D8-AD4E-B1A2DC42DA70}"/>
                </a:ext>
              </a:extLst>
            </p:cNvPr>
            <p:cNvGraphicFramePr/>
            <p:nvPr/>
          </p:nvGraphicFramePr>
          <p:xfrm>
            <a:off x="2261032" y="3298694"/>
            <a:ext cx="2664550" cy="1816362"/>
          </p:xfrm>
          <a:graphic>
            <a:graphicData uri="http://schemas.openxmlformats.org/drawingml/2006/chart">
              <c:chart xmlns:c="http://schemas.openxmlformats.org/drawingml/2006/chart" xmlns:r="http://schemas.openxmlformats.org/officeDocument/2006/relationships" r:id="rId2"/>
            </a:graphicData>
          </a:graphic>
        </p:graphicFrame>
        <p:grpSp>
          <p:nvGrpSpPr>
            <p:cNvPr id="28" name="Group 27">
              <a:extLst>
                <a:ext uri="{FF2B5EF4-FFF2-40B4-BE49-F238E27FC236}">
                  <a16:creationId xmlns:a16="http://schemas.microsoft.com/office/drawing/2014/main" id="{132A43D4-324D-48A4-95AB-FFF3771250E2}"/>
                </a:ext>
              </a:extLst>
            </p:cNvPr>
            <p:cNvGrpSpPr/>
            <p:nvPr/>
          </p:nvGrpSpPr>
          <p:grpSpPr>
            <a:xfrm>
              <a:off x="3166514" y="3779420"/>
              <a:ext cx="853586" cy="854907"/>
              <a:chOff x="6345238" y="4948238"/>
              <a:chExt cx="1027113" cy="1028700"/>
            </a:xfrm>
            <a:effectLst>
              <a:outerShdw blurRad="292100" dist="241300" dir="2700000" sx="102000" sy="102000" algn="tl" rotWithShape="0">
                <a:prstClr val="black">
                  <a:alpha val="26000"/>
                </a:prstClr>
              </a:outerShdw>
            </a:effectLst>
          </p:grpSpPr>
          <p:sp>
            <p:nvSpPr>
              <p:cNvPr id="30" name="Oval 56">
                <a:extLst>
                  <a:ext uri="{FF2B5EF4-FFF2-40B4-BE49-F238E27FC236}">
                    <a16:creationId xmlns:a16="http://schemas.microsoft.com/office/drawing/2014/main" id="{EFF53397-B1EB-47F2-A53B-350CE4CAE7F0}"/>
                  </a:ext>
                </a:extLst>
              </p:cNvPr>
              <p:cNvSpPr>
                <a:spLocks noChangeArrowheads="1"/>
              </p:cNvSpPr>
              <p:nvPr/>
            </p:nvSpPr>
            <p:spPr bwMode="auto">
              <a:xfrm>
                <a:off x="6345238" y="4948238"/>
                <a:ext cx="1027113" cy="1028700"/>
              </a:xfrm>
              <a:prstGeom prst="ellipse">
                <a:avLst/>
              </a:prstGeom>
              <a:gradFill flip="none" rotWithShape="1">
                <a:gsLst>
                  <a:gs pos="0">
                    <a:schemeClr val="bg2">
                      <a:shade val="30000"/>
                      <a:satMod val="115000"/>
                    </a:schemeClr>
                  </a:gs>
                  <a:gs pos="100000">
                    <a:schemeClr val="bg2">
                      <a:shade val="100000"/>
                      <a:satMod val="115000"/>
                    </a:schemeClr>
                  </a:gs>
                </a:gsLst>
                <a:lin ang="13500000" scaled="1"/>
                <a:tileRect/>
              </a:gradFill>
              <a:ln>
                <a:noFill/>
              </a:ln>
            </p:spPr>
            <p:txBody>
              <a:bodyPr vert="horz" wrap="square" lIns="91440" tIns="45720" rIns="91440" bIns="45720" numCol="1" anchor="t" anchorCtr="0" compatLnSpc="1">
                <a:prstTxWarp prst="textNoShape">
                  <a:avLst/>
                </a:prstTxWarp>
              </a:bodyPr>
              <a:lstStyle/>
              <a:p>
                <a:endParaRPr lang="ru-UA"/>
              </a:p>
            </p:txBody>
          </p:sp>
          <p:sp>
            <p:nvSpPr>
              <p:cNvPr id="31" name="Oval 57">
                <a:extLst>
                  <a:ext uri="{FF2B5EF4-FFF2-40B4-BE49-F238E27FC236}">
                    <a16:creationId xmlns:a16="http://schemas.microsoft.com/office/drawing/2014/main" id="{3036385C-6305-41E9-8A41-523F4BA85BD4}"/>
                  </a:ext>
                </a:extLst>
              </p:cNvPr>
              <p:cNvSpPr>
                <a:spLocks noChangeArrowheads="1"/>
              </p:cNvSpPr>
              <p:nvPr/>
            </p:nvSpPr>
            <p:spPr bwMode="auto">
              <a:xfrm>
                <a:off x="6359522" y="4962527"/>
                <a:ext cx="998538" cy="1000125"/>
              </a:xfrm>
              <a:prstGeom prst="ellipse">
                <a:avLst/>
              </a:prstGeom>
              <a:solidFill>
                <a:schemeClr val="bg2">
                  <a:lumMod val="95000"/>
                </a:schemeClr>
              </a:solidFill>
              <a:ln>
                <a:noFill/>
              </a:ln>
            </p:spPr>
            <p:txBody>
              <a:bodyPr vert="horz" wrap="square" lIns="91440" tIns="45720" rIns="91440" bIns="45720" numCol="1" anchor="t" anchorCtr="0" compatLnSpc="1">
                <a:prstTxWarp prst="textNoShape">
                  <a:avLst/>
                </a:prstTxWarp>
              </a:bodyPr>
              <a:lstStyle/>
              <a:p>
                <a:endParaRPr lang="ru-UA"/>
              </a:p>
            </p:txBody>
          </p:sp>
        </p:grpSp>
        <p:sp>
          <p:nvSpPr>
            <p:cNvPr id="29" name="TextBox 28">
              <a:extLst>
                <a:ext uri="{FF2B5EF4-FFF2-40B4-BE49-F238E27FC236}">
                  <a16:creationId xmlns:a16="http://schemas.microsoft.com/office/drawing/2014/main" id="{9B70614C-2B3A-44F6-864C-D4E014BBF98F}"/>
                </a:ext>
              </a:extLst>
            </p:cNvPr>
            <p:cNvSpPr txBox="1"/>
            <p:nvPr/>
          </p:nvSpPr>
          <p:spPr>
            <a:xfrm>
              <a:off x="3275838" y="3999868"/>
              <a:ext cx="710217" cy="432665"/>
            </a:xfrm>
            <a:prstGeom prst="rect">
              <a:avLst/>
            </a:prstGeom>
            <a:noFill/>
          </p:spPr>
          <p:txBody>
            <a:bodyPr wrap="none" rtlCol="0">
              <a:spAutoFit/>
            </a:bodyPr>
            <a:lstStyle/>
            <a:p>
              <a:pPr algn="ctr"/>
              <a:r>
                <a:rPr lang="en-US" b="1">
                  <a:solidFill>
                    <a:schemeClr val="accent3"/>
                  </a:solidFill>
                  <a:latin typeface="Montserrat SemiBold" panose="00000700000000000000" pitchFamily="50" charset="-52"/>
                </a:rPr>
                <a:t>15</a:t>
              </a:r>
              <a:r>
                <a:rPr lang="ru-RU" b="1">
                  <a:solidFill>
                    <a:schemeClr val="accent3"/>
                  </a:solidFill>
                  <a:latin typeface="Montserrat SemiBold" panose="00000700000000000000" pitchFamily="50" charset="-52"/>
                </a:rPr>
                <a:t>%</a:t>
              </a:r>
              <a:endParaRPr lang="ru-UA" b="1">
                <a:solidFill>
                  <a:schemeClr val="accent3"/>
                </a:solidFill>
                <a:latin typeface="Montserrat SemiBold" panose="00000700000000000000" pitchFamily="50" charset="-52"/>
              </a:endParaRPr>
            </a:p>
          </p:txBody>
        </p:sp>
      </p:grpSp>
      <p:grpSp>
        <p:nvGrpSpPr>
          <p:cNvPr id="32" name="Group 31">
            <a:extLst>
              <a:ext uri="{FF2B5EF4-FFF2-40B4-BE49-F238E27FC236}">
                <a16:creationId xmlns:a16="http://schemas.microsoft.com/office/drawing/2014/main" id="{DBD83A86-ADF5-47A0-92D7-0BFF42C5389E}"/>
              </a:ext>
            </a:extLst>
          </p:cNvPr>
          <p:cNvGrpSpPr/>
          <p:nvPr/>
        </p:nvGrpSpPr>
        <p:grpSpPr>
          <a:xfrm>
            <a:off x="3851579" y="4899948"/>
            <a:ext cx="2274516" cy="1550486"/>
            <a:chOff x="4763363" y="4566308"/>
            <a:chExt cx="2664550" cy="1816362"/>
          </a:xfrm>
        </p:grpSpPr>
        <p:graphicFrame>
          <p:nvGraphicFramePr>
            <p:cNvPr id="33" name="Chart 32">
              <a:extLst>
                <a:ext uri="{FF2B5EF4-FFF2-40B4-BE49-F238E27FC236}">
                  <a16:creationId xmlns:a16="http://schemas.microsoft.com/office/drawing/2014/main" id="{91FD8268-14D5-4384-A2E8-7FDFF12DA2EE}"/>
                </a:ext>
              </a:extLst>
            </p:cNvPr>
            <p:cNvGraphicFramePr/>
            <p:nvPr/>
          </p:nvGraphicFramePr>
          <p:xfrm>
            <a:off x="4763363" y="4566308"/>
            <a:ext cx="2664550" cy="1816362"/>
          </p:xfrm>
          <a:graphic>
            <a:graphicData uri="http://schemas.openxmlformats.org/drawingml/2006/chart">
              <c:chart xmlns:c="http://schemas.openxmlformats.org/drawingml/2006/chart" xmlns:r="http://schemas.openxmlformats.org/officeDocument/2006/relationships" r:id="rId3"/>
            </a:graphicData>
          </a:graphic>
        </p:graphicFrame>
        <p:grpSp>
          <p:nvGrpSpPr>
            <p:cNvPr id="34" name="Group 33">
              <a:extLst>
                <a:ext uri="{FF2B5EF4-FFF2-40B4-BE49-F238E27FC236}">
                  <a16:creationId xmlns:a16="http://schemas.microsoft.com/office/drawing/2014/main" id="{1EF141D7-A9A0-4CED-8503-380C9F0ACE31}"/>
                </a:ext>
              </a:extLst>
            </p:cNvPr>
            <p:cNvGrpSpPr/>
            <p:nvPr/>
          </p:nvGrpSpPr>
          <p:grpSpPr>
            <a:xfrm>
              <a:off x="5668845" y="5047034"/>
              <a:ext cx="853586" cy="854907"/>
              <a:chOff x="6345238" y="4948238"/>
              <a:chExt cx="1027113" cy="1028700"/>
            </a:xfrm>
            <a:effectLst>
              <a:outerShdw blurRad="292100" dist="241300" dir="2700000" sx="102000" sy="102000" algn="tl" rotWithShape="0">
                <a:prstClr val="black">
                  <a:alpha val="26000"/>
                </a:prstClr>
              </a:outerShdw>
            </a:effectLst>
          </p:grpSpPr>
          <p:sp>
            <p:nvSpPr>
              <p:cNvPr id="36" name="Oval 56">
                <a:extLst>
                  <a:ext uri="{FF2B5EF4-FFF2-40B4-BE49-F238E27FC236}">
                    <a16:creationId xmlns:a16="http://schemas.microsoft.com/office/drawing/2014/main" id="{C38AF724-AD9A-4A14-880B-A31C8EA4338D}"/>
                  </a:ext>
                </a:extLst>
              </p:cNvPr>
              <p:cNvSpPr>
                <a:spLocks noChangeArrowheads="1"/>
              </p:cNvSpPr>
              <p:nvPr/>
            </p:nvSpPr>
            <p:spPr bwMode="auto">
              <a:xfrm>
                <a:off x="6345238" y="4948238"/>
                <a:ext cx="1027113" cy="1028700"/>
              </a:xfrm>
              <a:prstGeom prst="ellipse">
                <a:avLst/>
              </a:prstGeom>
              <a:gradFill flip="none" rotWithShape="1">
                <a:gsLst>
                  <a:gs pos="0">
                    <a:schemeClr val="bg2">
                      <a:shade val="30000"/>
                      <a:satMod val="115000"/>
                    </a:schemeClr>
                  </a:gs>
                  <a:gs pos="100000">
                    <a:schemeClr val="bg2">
                      <a:shade val="100000"/>
                      <a:satMod val="115000"/>
                    </a:schemeClr>
                  </a:gs>
                </a:gsLst>
                <a:lin ang="13500000" scaled="1"/>
                <a:tileRect/>
              </a:gradFill>
              <a:ln>
                <a:noFill/>
              </a:ln>
            </p:spPr>
            <p:txBody>
              <a:bodyPr vert="horz" wrap="square" lIns="91440" tIns="45720" rIns="91440" bIns="45720" numCol="1" anchor="t" anchorCtr="0" compatLnSpc="1">
                <a:prstTxWarp prst="textNoShape">
                  <a:avLst/>
                </a:prstTxWarp>
              </a:bodyPr>
              <a:lstStyle/>
              <a:p>
                <a:endParaRPr lang="ru-UA"/>
              </a:p>
            </p:txBody>
          </p:sp>
          <p:sp>
            <p:nvSpPr>
              <p:cNvPr id="37" name="Oval 57">
                <a:extLst>
                  <a:ext uri="{FF2B5EF4-FFF2-40B4-BE49-F238E27FC236}">
                    <a16:creationId xmlns:a16="http://schemas.microsoft.com/office/drawing/2014/main" id="{B8703414-35E8-431D-8F53-0DA6A23D5914}"/>
                  </a:ext>
                </a:extLst>
              </p:cNvPr>
              <p:cNvSpPr>
                <a:spLocks noChangeArrowheads="1"/>
              </p:cNvSpPr>
              <p:nvPr/>
            </p:nvSpPr>
            <p:spPr bwMode="auto">
              <a:xfrm>
                <a:off x="6359522" y="4962527"/>
                <a:ext cx="998538" cy="1000125"/>
              </a:xfrm>
              <a:prstGeom prst="ellipse">
                <a:avLst/>
              </a:prstGeom>
              <a:solidFill>
                <a:schemeClr val="bg2">
                  <a:lumMod val="95000"/>
                </a:schemeClr>
              </a:solidFill>
              <a:ln>
                <a:noFill/>
              </a:ln>
            </p:spPr>
            <p:txBody>
              <a:bodyPr vert="horz" wrap="square" lIns="91440" tIns="45720" rIns="91440" bIns="45720" numCol="1" anchor="t" anchorCtr="0" compatLnSpc="1">
                <a:prstTxWarp prst="textNoShape">
                  <a:avLst/>
                </a:prstTxWarp>
              </a:bodyPr>
              <a:lstStyle/>
              <a:p>
                <a:endParaRPr lang="ru-UA"/>
              </a:p>
            </p:txBody>
          </p:sp>
        </p:grpSp>
        <p:sp>
          <p:nvSpPr>
            <p:cNvPr id="35" name="TextBox 34">
              <a:extLst>
                <a:ext uri="{FF2B5EF4-FFF2-40B4-BE49-F238E27FC236}">
                  <a16:creationId xmlns:a16="http://schemas.microsoft.com/office/drawing/2014/main" id="{7D931B02-3DF9-432A-8DB9-C8599B0492A7}"/>
                </a:ext>
              </a:extLst>
            </p:cNvPr>
            <p:cNvSpPr txBox="1"/>
            <p:nvPr/>
          </p:nvSpPr>
          <p:spPr>
            <a:xfrm>
              <a:off x="5740371" y="5281769"/>
              <a:ext cx="771527" cy="438463"/>
            </a:xfrm>
            <a:prstGeom prst="rect">
              <a:avLst/>
            </a:prstGeom>
            <a:noFill/>
          </p:spPr>
          <p:txBody>
            <a:bodyPr wrap="none" rtlCol="0">
              <a:spAutoFit/>
            </a:bodyPr>
            <a:lstStyle/>
            <a:p>
              <a:pPr algn="ctr"/>
              <a:r>
                <a:rPr lang="en-US" b="1">
                  <a:solidFill>
                    <a:schemeClr val="accent5"/>
                  </a:solidFill>
                  <a:latin typeface="Montserrat SemiBold" panose="00000700000000000000" pitchFamily="50" charset="-52"/>
                </a:rPr>
                <a:t>25</a:t>
              </a:r>
              <a:r>
                <a:rPr lang="ru-RU" b="1">
                  <a:solidFill>
                    <a:schemeClr val="accent5"/>
                  </a:solidFill>
                  <a:latin typeface="Montserrat SemiBold" panose="00000700000000000000" pitchFamily="50" charset="-52"/>
                </a:rPr>
                <a:t>%</a:t>
              </a:r>
              <a:endParaRPr lang="ru-UA" b="1">
                <a:solidFill>
                  <a:schemeClr val="accent5"/>
                </a:solidFill>
                <a:latin typeface="Montserrat SemiBold" panose="00000700000000000000" pitchFamily="50" charset="-52"/>
              </a:endParaRPr>
            </a:p>
          </p:txBody>
        </p:sp>
      </p:grpSp>
      <p:grpSp>
        <p:nvGrpSpPr>
          <p:cNvPr id="38" name="Group 37">
            <a:extLst>
              <a:ext uri="{FF2B5EF4-FFF2-40B4-BE49-F238E27FC236}">
                <a16:creationId xmlns:a16="http://schemas.microsoft.com/office/drawing/2014/main" id="{990EF9E4-91D0-4A62-8027-6854963CDD4A}"/>
              </a:ext>
            </a:extLst>
          </p:cNvPr>
          <p:cNvGrpSpPr/>
          <p:nvPr/>
        </p:nvGrpSpPr>
        <p:grpSpPr>
          <a:xfrm>
            <a:off x="7494324" y="3612008"/>
            <a:ext cx="2274516" cy="1550486"/>
            <a:chOff x="7272406" y="3309938"/>
            <a:chExt cx="2664550" cy="1816362"/>
          </a:xfrm>
        </p:grpSpPr>
        <p:graphicFrame>
          <p:nvGraphicFramePr>
            <p:cNvPr id="39" name="Chart 38">
              <a:extLst>
                <a:ext uri="{FF2B5EF4-FFF2-40B4-BE49-F238E27FC236}">
                  <a16:creationId xmlns:a16="http://schemas.microsoft.com/office/drawing/2014/main" id="{0D36F57C-7931-4888-8A7B-925AA3B75CF6}"/>
                </a:ext>
              </a:extLst>
            </p:cNvPr>
            <p:cNvGraphicFramePr/>
            <p:nvPr/>
          </p:nvGraphicFramePr>
          <p:xfrm>
            <a:off x="7272406" y="3309938"/>
            <a:ext cx="2664550" cy="1816362"/>
          </p:xfrm>
          <a:graphic>
            <a:graphicData uri="http://schemas.openxmlformats.org/drawingml/2006/chart">
              <c:chart xmlns:c="http://schemas.openxmlformats.org/drawingml/2006/chart" xmlns:r="http://schemas.openxmlformats.org/officeDocument/2006/relationships" r:id="rId4"/>
            </a:graphicData>
          </a:graphic>
        </p:graphicFrame>
        <p:grpSp>
          <p:nvGrpSpPr>
            <p:cNvPr id="40" name="Group 39">
              <a:extLst>
                <a:ext uri="{FF2B5EF4-FFF2-40B4-BE49-F238E27FC236}">
                  <a16:creationId xmlns:a16="http://schemas.microsoft.com/office/drawing/2014/main" id="{4F514FC6-0689-401D-AFF1-6DCC14F5EBE2}"/>
                </a:ext>
              </a:extLst>
            </p:cNvPr>
            <p:cNvGrpSpPr/>
            <p:nvPr/>
          </p:nvGrpSpPr>
          <p:grpSpPr>
            <a:xfrm>
              <a:off x="8177888" y="3790664"/>
              <a:ext cx="853586" cy="854907"/>
              <a:chOff x="6345238" y="4948238"/>
              <a:chExt cx="1027113" cy="1028700"/>
            </a:xfrm>
            <a:effectLst>
              <a:outerShdw blurRad="292100" dist="241300" dir="2700000" sx="102000" sy="102000" algn="tl" rotWithShape="0">
                <a:prstClr val="black">
                  <a:alpha val="26000"/>
                </a:prstClr>
              </a:outerShdw>
            </a:effectLst>
          </p:grpSpPr>
          <p:sp>
            <p:nvSpPr>
              <p:cNvPr id="42" name="Oval 56">
                <a:extLst>
                  <a:ext uri="{FF2B5EF4-FFF2-40B4-BE49-F238E27FC236}">
                    <a16:creationId xmlns:a16="http://schemas.microsoft.com/office/drawing/2014/main" id="{9C62A322-B08A-4BB6-BA93-2EF47746D5DC}"/>
                  </a:ext>
                </a:extLst>
              </p:cNvPr>
              <p:cNvSpPr>
                <a:spLocks noChangeArrowheads="1"/>
              </p:cNvSpPr>
              <p:nvPr/>
            </p:nvSpPr>
            <p:spPr bwMode="auto">
              <a:xfrm>
                <a:off x="6345238" y="4948238"/>
                <a:ext cx="1027113" cy="1028700"/>
              </a:xfrm>
              <a:prstGeom prst="ellipse">
                <a:avLst/>
              </a:prstGeom>
              <a:gradFill flip="none" rotWithShape="1">
                <a:gsLst>
                  <a:gs pos="0">
                    <a:schemeClr val="bg2">
                      <a:shade val="30000"/>
                      <a:satMod val="115000"/>
                    </a:schemeClr>
                  </a:gs>
                  <a:gs pos="100000">
                    <a:schemeClr val="bg2">
                      <a:shade val="100000"/>
                      <a:satMod val="115000"/>
                    </a:schemeClr>
                  </a:gs>
                </a:gsLst>
                <a:lin ang="13500000" scaled="1"/>
                <a:tileRect/>
              </a:gradFill>
              <a:ln>
                <a:noFill/>
              </a:ln>
            </p:spPr>
            <p:txBody>
              <a:bodyPr vert="horz" wrap="square" lIns="91440" tIns="45720" rIns="91440" bIns="45720" numCol="1" anchor="t" anchorCtr="0" compatLnSpc="1">
                <a:prstTxWarp prst="textNoShape">
                  <a:avLst/>
                </a:prstTxWarp>
              </a:bodyPr>
              <a:lstStyle/>
              <a:p>
                <a:endParaRPr lang="ru-UA"/>
              </a:p>
            </p:txBody>
          </p:sp>
          <p:sp>
            <p:nvSpPr>
              <p:cNvPr id="43" name="Oval 57">
                <a:extLst>
                  <a:ext uri="{FF2B5EF4-FFF2-40B4-BE49-F238E27FC236}">
                    <a16:creationId xmlns:a16="http://schemas.microsoft.com/office/drawing/2014/main" id="{4195CFD3-08C3-4C75-9323-77997835798F}"/>
                  </a:ext>
                </a:extLst>
              </p:cNvPr>
              <p:cNvSpPr>
                <a:spLocks noChangeArrowheads="1"/>
              </p:cNvSpPr>
              <p:nvPr/>
            </p:nvSpPr>
            <p:spPr bwMode="auto">
              <a:xfrm>
                <a:off x="6359522" y="4962527"/>
                <a:ext cx="998538" cy="1000125"/>
              </a:xfrm>
              <a:prstGeom prst="ellipse">
                <a:avLst/>
              </a:prstGeom>
              <a:solidFill>
                <a:schemeClr val="bg2">
                  <a:lumMod val="95000"/>
                </a:schemeClr>
              </a:solidFill>
              <a:ln>
                <a:noFill/>
              </a:ln>
            </p:spPr>
            <p:txBody>
              <a:bodyPr vert="horz" wrap="square" lIns="91440" tIns="45720" rIns="91440" bIns="45720" numCol="1" anchor="t" anchorCtr="0" compatLnSpc="1">
                <a:prstTxWarp prst="textNoShape">
                  <a:avLst/>
                </a:prstTxWarp>
              </a:bodyPr>
              <a:lstStyle/>
              <a:p>
                <a:endParaRPr lang="ru-UA"/>
              </a:p>
            </p:txBody>
          </p:sp>
        </p:grpSp>
        <p:sp>
          <p:nvSpPr>
            <p:cNvPr id="41" name="TextBox 40">
              <a:extLst>
                <a:ext uri="{FF2B5EF4-FFF2-40B4-BE49-F238E27FC236}">
                  <a16:creationId xmlns:a16="http://schemas.microsoft.com/office/drawing/2014/main" id="{8C8F0994-A950-41C8-9537-F3A2248FE923}"/>
                </a:ext>
              </a:extLst>
            </p:cNvPr>
            <p:cNvSpPr txBox="1"/>
            <p:nvPr/>
          </p:nvSpPr>
          <p:spPr>
            <a:xfrm>
              <a:off x="8256557" y="4011112"/>
              <a:ext cx="771527" cy="438463"/>
            </a:xfrm>
            <a:prstGeom prst="rect">
              <a:avLst/>
            </a:prstGeom>
            <a:noFill/>
          </p:spPr>
          <p:txBody>
            <a:bodyPr wrap="none" rtlCol="0">
              <a:spAutoFit/>
            </a:bodyPr>
            <a:lstStyle/>
            <a:p>
              <a:pPr algn="ctr"/>
              <a:r>
                <a:rPr lang="en-US" b="1">
                  <a:solidFill>
                    <a:schemeClr val="accent5"/>
                  </a:solidFill>
                  <a:latin typeface="Montserrat SemiBold" panose="00000700000000000000" pitchFamily="50" charset="-52"/>
                </a:rPr>
                <a:t>33</a:t>
              </a:r>
              <a:r>
                <a:rPr lang="ru-RU" b="1">
                  <a:solidFill>
                    <a:schemeClr val="accent5"/>
                  </a:solidFill>
                  <a:latin typeface="Montserrat SemiBold" panose="00000700000000000000" pitchFamily="50" charset="-52"/>
                </a:rPr>
                <a:t>%</a:t>
              </a:r>
              <a:endParaRPr lang="ru-UA" b="1">
                <a:solidFill>
                  <a:schemeClr val="accent5"/>
                </a:solidFill>
                <a:latin typeface="Montserrat SemiBold" panose="00000700000000000000" pitchFamily="50" charset="-52"/>
              </a:endParaRPr>
            </a:p>
          </p:txBody>
        </p:sp>
      </p:grpSp>
      <p:grpSp>
        <p:nvGrpSpPr>
          <p:cNvPr id="50" name="Group 49">
            <a:extLst>
              <a:ext uri="{FF2B5EF4-FFF2-40B4-BE49-F238E27FC236}">
                <a16:creationId xmlns:a16="http://schemas.microsoft.com/office/drawing/2014/main" id="{F6EB9C19-A9E1-4599-82E4-5118521741D7}"/>
              </a:ext>
            </a:extLst>
          </p:cNvPr>
          <p:cNvGrpSpPr/>
          <p:nvPr/>
        </p:nvGrpSpPr>
        <p:grpSpPr>
          <a:xfrm>
            <a:off x="6013739" y="4899584"/>
            <a:ext cx="2274516" cy="1550486"/>
            <a:chOff x="2261032" y="3298694"/>
            <a:chExt cx="2664550" cy="1816362"/>
          </a:xfrm>
        </p:grpSpPr>
        <p:graphicFrame>
          <p:nvGraphicFramePr>
            <p:cNvPr id="51" name="Chart 50">
              <a:extLst>
                <a:ext uri="{FF2B5EF4-FFF2-40B4-BE49-F238E27FC236}">
                  <a16:creationId xmlns:a16="http://schemas.microsoft.com/office/drawing/2014/main" id="{33DFAE51-6004-4716-B814-FE4DB8A32696}"/>
                </a:ext>
              </a:extLst>
            </p:cNvPr>
            <p:cNvGraphicFramePr/>
            <p:nvPr/>
          </p:nvGraphicFramePr>
          <p:xfrm>
            <a:off x="2261032" y="3298694"/>
            <a:ext cx="2664550" cy="1816362"/>
          </p:xfrm>
          <a:graphic>
            <a:graphicData uri="http://schemas.openxmlformats.org/drawingml/2006/chart">
              <c:chart xmlns:c="http://schemas.openxmlformats.org/drawingml/2006/chart" xmlns:r="http://schemas.openxmlformats.org/officeDocument/2006/relationships" r:id="rId5"/>
            </a:graphicData>
          </a:graphic>
        </p:graphicFrame>
        <p:grpSp>
          <p:nvGrpSpPr>
            <p:cNvPr id="52" name="Group 51">
              <a:extLst>
                <a:ext uri="{FF2B5EF4-FFF2-40B4-BE49-F238E27FC236}">
                  <a16:creationId xmlns:a16="http://schemas.microsoft.com/office/drawing/2014/main" id="{8D02DE85-8F53-4039-A81B-9BF395EBE818}"/>
                </a:ext>
              </a:extLst>
            </p:cNvPr>
            <p:cNvGrpSpPr/>
            <p:nvPr/>
          </p:nvGrpSpPr>
          <p:grpSpPr>
            <a:xfrm>
              <a:off x="3166514" y="3779420"/>
              <a:ext cx="853586" cy="854907"/>
              <a:chOff x="6345238" y="4948238"/>
              <a:chExt cx="1027113" cy="1028700"/>
            </a:xfrm>
            <a:effectLst>
              <a:outerShdw blurRad="292100" dist="241300" dir="2700000" sx="102000" sy="102000" algn="tl" rotWithShape="0">
                <a:prstClr val="black">
                  <a:alpha val="26000"/>
                </a:prstClr>
              </a:outerShdw>
            </a:effectLst>
          </p:grpSpPr>
          <p:sp>
            <p:nvSpPr>
              <p:cNvPr id="54" name="Oval 56">
                <a:extLst>
                  <a:ext uri="{FF2B5EF4-FFF2-40B4-BE49-F238E27FC236}">
                    <a16:creationId xmlns:a16="http://schemas.microsoft.com/office/drawing/2014/main" id="{CEF61DA8-13F6-47BD-A87A-E656102D172C}"/>
                  </a:ext>
                </a:extLst>
              </p:cNvPr>
              <p:cNvSpPr>
                <a:spLocks noChangeArrowheads="1"/>
              </p:cNvSpPr>
              <p:nvPr/>
            </p:nvSpPr>
            <p:spPr bwMode="auto">
              <a:xfrm>
                <a:off x="6345238" y="4948238"/>
                <a:ext cx="1027113" cy="1028700"/>
              </a:xfrm>
              <a:prstGeom prst="ellipse">
                <a:avLst/>
              </a:prstGeom>
              <a:gradFill flip="none" rotWithShape="1">
                <a:gsLst>
                  <a:gs pos="0">
                    <a:schemeClr val="bg2">
                      <a:shade val="30000"/>
                      <a:satMod val="115000"/>
                    </a:schemeClr>
                  </a:gs>
                  <a:gs pos="100000">
                    <a:schemeClr val="bg2">
                      <a:shade val="100000"/>
                      <a:satMod val="115000"/>
                    </a:schemeClr>
                  </a:gs>
                </a:gsLst>
                <a:lin ang="13500000" scaled="1"/>
                <a:tileRect/>
              </a:gradFill>
              <a:ln>
                <a:noFill/>
              </a:ln>
            </p:spPr>
            <p:txBody>
              <a:bodyPr vert="horz" wrap="square" lIns="91440" tIns="45720" rIns="91440" bIns="45720" numCol="1" anchor="t" anchorCtr="0" compatLnSpc="1">
                <a:prstTxWarp prst="textNoShape">
                  <a:avLst/>
                </a:prstTxWarp>
              </a:bodyPr>
              <a:lstStyle/>
              <a:p>
                <a:endParaRPr lang="ru-UA"/>
              </a:p>
            </p:txBody>
          </p:sp>
          <p:sp>
            <p:nvSpPr>
              <p:cNvPr id="55" name="Oval 57">
                <a:extLst>
                  <a:ext uri="{FF2B5EF4-FFF2-40B4-BE49-F238E27FC236}">
                    <a16:creationId xmlns:a16="http://schemas.microsoft.com/office/drawing/2014/main" id="{20F84561-2D2F-4BD6-A29F-5798267105C6}"/>
                  </a:ext>
                </a:extLst>
              </p:cNvPr>
              <p:cNvSpPr>
                <a:spLocks noChangeArrowheads="1"/>
              </p:cNvSpPr>
              <p:nvPr/>
            </p:nvSpPr>
            <p:spPr bwMode="auto">
              <a:xfrm>
                <a:off x="6359522" y="4962527"/>
                <a:ext cx="998538" cy="1000125"/>
              </a:xfrm>
              <a:prstGeom prst="ellipse">
                <a:avLst/>
              </a:prstGeom>
              <a:solidFill>
                <a:schemeClr val="bg2">
                  <a:lumMod val="95000"/>
                </a:schemeClr>
              </a:solidFill>
              <a:ln>
                <a:noFill/>
              </a:ln>
            </p:spPr>
            <p:txBody>
              <a:bodyPr vert="horz" wrap="square" lIns="91440" tIns="45720" rIns="91440" bIns="45720" numCol="1" anchor="t" anchorCtr="0" compatLnSpc="1">
                <a:prstTxWarp prst="textNoShape">
                  <a:avLst/>
                </a:prstTxWarp>
              </a:bodyPr>
              <a:lstStyle/>
              <a:p>
                <a:endParaRPr lang="ru-UA"/>
              </a:p>
            </p:txBody>
          </p:sp>
        </p:grpSp>
        <p:sp>
          <p:nvSpPr>
            <p:cNvPr id="53" name="TextBox 52">
              <a:extLst>
                <a:ext uri="{FF2B5EF4-FFF2-40B4-BE49-F238E27FC236}">
                  <a16:creationId xmlns:a16="http://schemas.microsoft.com/office/drawing/2014/main" id="{C938F576-556D-411F-BFB8-8089F4777F99}"/>
                </a:ext>
              </a:extLst>
            </p:cNvPr>
            <p:cNvSpPr txBox="1"/>
            <p:nvPr/>
          </p:nvSpPr>
          <p:spPr>
            <a:xfrm>
              <a:off x="3273290" y="3999868"/>
              <a:ext cx="715313" cy="438463"/>
            </a:xfrm>
            <a:prstGeom prst="rect">
              <a:avLst/>
            </a:prstGeom>
            <a:noFill/>
          </p:spPr>
          <p:txBody>
            <a:bodyPr wrap="none" rtlCol="0">
              <a:spAutoFit/>
            </a:bodyPr>
            <a:lstStyle/>
            <a:p>
              <a:pPr algn="ctr"/>
              <a:r>
                <a:rPr lang="en-US" b="1">
                  <a:solidFill>
                    <a:schemeClr val="accent3"/>
                  </a:solidFill>
                  <a:latin typeface="Montserrat SemiBold" panose="00000700000000000000" pitchFamily="50" charset="-52"/>
                </a:rPr>
                <a:t>12</a:t>
              </a:r>
              <a:r>
                <a:rPr lang="ru-RU" b="1">
                  <a:solidFill>
                    <a:schemeClr val="accent3"/>
                  </a:solidFill>
                  <a:latin typeface="Montserrat SemiBold" panose="00000700000000000000" pitchFamily="50" charset="-52"/>
                </a:rPr>
                <a:t>%</a:t>
              </a:r>
              <a:endParaRPr lang="ru-UA" b="1">
                <a:solidFill>
                  <a:schemeClr val="accent3"/>
                </a:solidFill>
                <a:latin typeface="Montserrat SemiBold" panose="00000700000000000000" pitchFamily="50" charset="-52"/>
              </a:endParaRPr>
            </a:p>
          </p:txBody>
        </p:sp>
      </p:grpSp>
      <p:grpSp>
        <p:nvGrpSpPr>
          <p:cNvPr id="56" name="Group 55">
            <a:extLst>
              <a:ext uri="{FF2B5EF4-FFF2-40B4-BE49-F238E27FC236}">
                <a16:creationId xmlns:a16="http://schemas.microsoft.com/office/drawing/2014/main" id="{686F2F41-4E28-459A-AE73-19C3C77B9BF8}"/>
              </a:ext>
            </a:extLst>
          </p:cNvPr>
          <p:cNvGrpSpPr/>
          <p:nvPr/>
        </p:nvGrpSpPr>
        <p:grpSpPr>
          <a:xfrm>
            <a:off x="3879404" y="1230094"/>
            <a:ext cx="4524709" cy="3084391"/>
            <a:chOff x="3961997" y="920066"/>
            <a:chExt cx="4251695" cy="2898282"/>
          </a:xfrm>
        </p:grpSpPr>
        <p:graphicFrame>
          <p:nvGraphicFramePr>
            <p:cNvPr id="57" name="Chart 56">
              <a:extLst>
                <a:ext uri="{FF2B5EF4-FFF2-40B4-BE49-F238E27FC236}">
                  <a16:creationId xmlns:a16="http://schemas.microsoft.com/office/drawing/2014/main" id="{ADC7876F-F932-41D7-B895-83AF7C2FBF9E}"/>
                </a:ext>
              </a:extLst>
            </p:cNvPr>
            <p:cNvGraphicFramePr/>
            <p:nvPr/>
          </p:nvGraphicFramePr>
          <p:xfrm>
            <a:off x="3961997" y="920066"/>
            <a:ext cx="4251695" cy="2898282"/>
          </p:xfrm>
          <a:graphic>
            <a:graphicData uri="http://schemas.openxmlformats.org/drawingml/2006/chart">
              <c:chart xmlns:c="http://schemas.openxmlformats.org/drawingml/2006/chart" xmlns:r="http://schemas.openxmlformats.org/officeDocument/2006/relationships" r:id="rId6"/>
            </a:graphicData>
          </a:graphic>
        </p:graphicFrame>
        <p:grpSp>
          <p:nvGrpSpPr>
            <p:cNvPr id="58" name="Group 57">
              <a:extLst>
                <a:ext uri="{FF2B5EF4-FFF2-40B4-BE49-F238E27FC236}">
                  <a16:creationId xmlns:a16="http://schemas.microsoft.com/office/drawing/2014/main" id="{F74120BA-80F9-4BE6-B8EB-E5837EB295F9}"/>
                </a:ext>
              </a:extLst>
            </p:cNvPr>
            <p:cNvGrpSpPr/>
            <p:nvPr/>
          </p:nvGrpSpPr>
          <p:grpSpPr>
            <a:xfrm>
              <a:off x="5295977" y="1576111"/>
              <a:ext cx="1583736" cy="1586190"/>
              <a:chOff x="6345238" y="4948238"/>
              <a:chExt cx="1027113" cy="1028700"/>
            </a:xfrm>
            <a:effectLst>
              <a:outerShdw blurRad="292100" dist="241300" dir="2700000" sx="102000" sy="102000" algn="tl" rotWithShape="0">
                <a:prstClr val="black">
                  <a:alpha val="26000"/>
                </a:prstClr>
              </a:outerShdw>
            </a:effectLst>
          </p:grpSpPr>
          <p:sp>
            <p:nvSpPr>
              <p:cNvPr id="60" name="Oval 56">
                <a:extLst>
                  <a:ext uri="{FF2B5EF4-FFF2-40B4-BE49-F238E27FC236}">
                    <a16:creationId xmlns:a16="http://schemas.microsoft.com/office/drawing/2014/main" id="{33B19799-6C07-497E-B566-FD78E67CC115}"/>
                  </a:ext>
                </a:extLst>
              </p:cNvPr>
              <p:cNvSpPr>
                <a:spLocks noChangeArrowheads="1"/>
              </p:cNvSpPr>
              <p:nvPr/>
            </p:nvSpPr>
            <p:spPr bwMode="auto">
              <a:xfrm>
                <a:off x="6345238" y="4948238"/>
                <a:ext cx="1027113" cy="1028700"/>
              </a:xfrm>
              <a:prstGeom prst="ellipse">
                <a:avLst/>
              </a:prstGeom>
              <a:gradFill flip="none" rotWithShape="1">
                <a:gsLst>
                  <a:gs pos="0">
                    <a:schemeClr val="bg2">
                      <a:shade val="30000"/>
                      <a:satMod val="115000"/>
                    </a:schemeClr>
                  </a:gs>
                  <a:gs pos="100000">
                    <a:schemeClr val="bg2">
                      <a:shade val="100000"/>
                      <a:satMod val="115000"/>
                    </a:schemeClr>
                  </a:gs>
                </a:gsLst>
                <a:lin ang="13500000" scaled="1"/>
                <a:tileRect/>
              </a:gradFill>
              <a:ln>
                <a:noFill/>
              </a:ln>
            </p:spPr>
            <p:txBody>
              <a:bodyPr vert="horz" wrap="square" lIns="91440" tIns="45720" rIns="91440" bIns="45720" numCol="1" anchor="t" anchorCtr="0" compatLnSpc="1">
                <a:prstTxWarp prst="textNoShape">
                  <a:avLst/>
                </a:prstTxWarp>
              </a:bodyPr>
              <a:lstStyle/>
              <a:p>
                <a:endParaRPr lang="ru-UA"/>
              </a:p>
            </p:txBody>
          </p:sp>
          <p:sp>
            <p:nvSpPr>
              <p:cNvPr id="61" name="Oval 57">
                <a:extLst>
                  <a:ext uri="{FF2B5EF4-FFF2-40B4-BE49-F238E27FC236}">
                    <a16:creationId xmlns:a16="http://schemas.microsoft.com/office/drawing/2014/main" id="{773F5C5B-3E41-4E3E-AFE3-993CA7CAB5A7}"/>
                  </a:ext>
                </a:extLst>
              </p:cNvPr>
              <p:cNvSpPr>
                <a:spLocks noChangeArrowheads="1"/>
              </p:cNvSpPr>
              <p:nvPr/>
            </p:nvSpPr>
            <p:spPr bwMode="auto">
              <a:xfrm>
                <a:off x="6359523" y="4962528"/>
                <a:ext cx="998538" cy="1000125"/>
              </a:xfrm>
              <a:prstGeom prst="ellipse">
                <a:avLst/>
              </a:prstGeom>
              <a:solidFill>
                <a:schemeClr val="bg2">
                  <a:lumMod val="95000"/>
                </a:schemeClr>
              </a:solidFill>
              <a:ln>
                <a:noFill/>
              </a:ln>
            </p:spPr>
            <p:txBody>
              <a:bodyPr vert="horz" wrap="square" lIns="91440" tIns="45720" rIns="91440" bIns="45720" numCol="1" anchor="t" anchorCtr="0" compatLnSpc="1">
                <a:prstTxWarp prst="textNoShape">
                  <a:avLst/>
                </a:prstTxWarp>
              </a:bodyPr>
              <a:lstStyle/>
              <a:p>
                <a:endParaRPr lang="ru-UA"/>
              </a:p>
            </p:txBody>
          </p:sp>
        </p:grpSp>
        <p:sp>
          <p:nvSpPr>
            <p:cNvPr id="59" name="TextBox 58">
              <a:extLst>
                <a:ext uri="{FF2B5EF4-FFF2-40B4-BE49-F238E27FC236}">
                  <a16:creationId xmlns:a16="http://schemas.microsoft.com/office/drawing/2014/main" id="{F0852AE5-28E7-4713-A77F-95DACF407424}"/>
                </a:ext>
              </a:extLst>
            </p:cNvPr>
            <p:cNvSpPr txBox="1"/>
            <p:nvPr/>
          </p:nvSpPr>
          <p:spPr>
            <a:xfrm>
              <a:off x="5656706" y="2096045"/>
              <a:ext cx="982396" cy="549490"/>
            </a:xfrm>
            <a:prstGeom prst="rect">
              <a:avLst/>
            </a:prstGeom>
            <a:noFill/>
          </p:spPr>
          <p:txBody>
            <a:bodyPr wrap="none" rtlCol="0">
              <a:spAutoFit/>
            </a:bodyPr>
            <a:lstStyle/>
            <a:p>
              <a:pPr algn="ctr"/>
              <a:r>
                <a:rPr lang="ru-RU" sz="3200" b="1">
                  <a:solidFill>
                    <a:schemeClr val="accent1"/>
                  </a:solidFill>
                  <a:latin typeface="Montserrat SemiBold" panose="00000700000000000000" pitchFamily="50" charset="-52"/>
                </a:rPr>
                <a:t>85%</a:t>
              </a:r>
              <a:endParaRPr lang="ru-UA" sz="3200" b="1">
                <a:solidFill>
                  <a:schemeClr val="accent1"/>
                </a:solidFill>
                <a:latin typeface="Montserrat SemiBold" panose="00000700000000000000" pitchFamily="50" charset="-52"/>
              </a:endParaRPr>
            </a:p>
          </p:txBody>
        </p:sp>
      </p:grpSp>
      <p:sp>
        <p:nvSpPr>
          <p:cNvPr id="62" name="TextBox 61">
            <a:extLst>
              <a:ext uri="{FF2B5EF4-FFF2-40B4-BE49-F238E27FC236}">
                <a16:creationId xmlns:a16="http://schemas.microsoft.com/office/drawing/2014/main" id="{A8C13EB0-E2E4-406C-8AED-92F1A19B6196}"/>
              </a:ext>
            </a:extLst>
          </p:cNvPr>
          <p:cNvSpPr txBox="1"/>
          <p:nvPr/>
        </p:nvSpPr>
        <p:spPr>
          <a:xfrm>
            <a:off x="3708981" y="362797"/>
            <a:ext cx="4774064" cy="461665"/>
          </a:xfrm>
          <a:prstGeom prst="rect">
            <a:avLst/>
          </a:prstGeom>
          <a:noFill/>
        </p:spPr>
        <p:txBody>
          <a:bodyPr wrap="none" rtlCol="0">
            <a:spAutoFit/>
          </a:bodyPr>
          <a:lstStyle/>
          <a:p>
            <a:pPr algn="ctr"/>
            <a:r>
              <a:rPr lang="en-US" sz="2400">
                <a:latin typeface="Montserrat SemiBold" panose="00000700000000000000" pitchFamily="50" charset="-52"/>
              </a:rPr>
              <a:t>EDITABLE PIE INFOGRAPHIC</a:t>
            </a:r>
            <a:endParaRPr lang="ru-UA" sz="2400">
              <a:latin typeface="Montserrat SemiBold" panose="00000700000000000000" pitchFamily="50" charset="-52"/>
            </a:endParaRPr>
          </a:p>
        </p:txBody>
      </p:sp>
      <p:sp>
        <p:nvSpPr>
          <p:cNvPr id="63" name="TextBox 62">
            <a:extLst>
              <a:ext uri="{FF2B5EF4-FFF2-40B4-BE49-F238E27FC236}">
                <a16:creationId xmlns:a16="http://schemas.microsoft.com/office/drawing/2014/main" id="{A7A72892-D1D4-4962-A40A-0256EC4DE507}"/>
              </a:ext>
            </a:extLst>
          </p:cNvPr>
          <p:cNvSpPr txBox="1"/>
          <p:nvPr/>
        </p:nvSpPr>
        <p:spPr>
          <a:xfrm>
            <a:off x="5258270"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Tree>
    <p:extLst>
      <p:ext uri="{BB962C8B-B14F-4D97-AF65-F5344CB8AC3E}">
        <p14:creationId xmlns:p14="http://schemas.microsoft.com/office/powerpoint/2010/main" val="2102223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heel(1)">
                                      <p:cBhvr>
                                        <p:cTn id="7" dur="1500"/>
                                        <p:tgtEl>
                                          <p:spTgt spid="56"/>
                                        </p:tgtEl>
                                      </p:cBhvr>
                                    </p:animEffect>
                                  </p:childTnLst>
                                </p:cTn>
                              </p:par>
                              <p:par>
                                <p:cTn id="8" presetID="53" presetClass="entr" presetSubtype="16" fill="hold" nodeType="withEffect">
                                  <p:stCondLst>
                                    <p:cond delay="250"/>
                                  </p:stCondLst>
                                  <p:childTnLst>
                                    <p:set>
                                      <p:cBhvr>
                                        <p:cTn id="9" dur="1" fill="hold">
                                          <p:stCondLst>
                                            <p:cond delay="0"/>
                                          </p:stCondLst>
                                        </p:cTn>
                                        <p:tgtEl>
                                          <p:spTgt spid="10"/>
                                        </p:tgtEl>
                                        <p:attrNameLst>
                                          <p:attrName>style.visibility</p:attrName>
                                        </p:attrNameLst>
                                      </p:cBhvr>
                                      <p:to>
                                        <p:strVal val="visible"/>
                                      </p:to>
                                    </p:set>
                                    <p:anim calcmode="lin" valueType="num">
                                      <p:cBhvr>
                                        <p:cTn id="10" dur="500" fill="hold"/>
                                        <p:tgtEl>
                                          <p:spTgt spid="10"/>
                                        </p:tgtEl>
                                        <p:attrNameLst>
                                          <p:attrName>ppt_w</p:attrName>
                                        </p:attrNameLst>
                                      </p:cBhvr>
                                      <p:tavLst>
                                        <p:tav tm="0">
                                          <p:val>
                                            <p:fltVal val="0"/>
                                          </p:val>
                                        </p:tav>
                                        <p:tav tm="100000">
                                          <p:val>
                                            <p:strVal val="#ppt_w"/>
                                          </p:val>
                                        </p:tav>
                                      </p:tavLst>
                                    </p:anim>
                                    <p:anim calcmode="lin" valueType="num">
                                      <p:cBhvr>
                                        <p:cTn id="11" dur="500" fill="hold"/>
                                        <p:tgtEl>
                                          <p:spTgt spid="10"/>
                                        </p:tgtEl>
                                        <p:attrNameLst>
                                          <p:attrName>ppt_h</p:attrName>
                                        </p:attrNameLst>
                                      </p:cBhvr>
                                      <p:tavLst>
                                        <p:tav tm="0">
                                          <p:val>
                                            <p:fltVal val="0"/>
                                          </p:val>
                                        </p:tav>
                                        <p:tav tm="100000">
                                          <p:val>
                                            <p:strVal val="#ppt_h"/>
                                          </p:val>
                                        </p:tav>
                                      </p:tavLst>
                                    </p:anim>
                                    <p:animEffect transition="in" filter="fade">
                                      <p:cBhvr>
                                        <p:cTn id="12" dur="500"/>
                                        <p:tgtEl>
                                          <p:spTgt spid="10"/>
                                        </p:tgtEl>
                                      </p:cBhvr>
                                    </p:animEffect>
                                  </p:childTnLst>
                                </p:cTn>
                              </p:par>
                              <p:par>
                                <p:cTn id="13" presetID="53" presetClass="entr" presetSubtype="16" fill="hold"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p:cTn id="15" dur="500" fill="hold"/>
                                        <p:tgtEl>
                                          <p:spTgt spid="13"/>
                                        </p:tgtEl>
                                        <p:attrNameLst>
                                          <p:attrName>ppt_w</p:attrName>
                                        </p:attrNameLst>
                                      </p:cBhvr>
                                      <p:tavLst>
                                        <p:tav tm="0">
                                          <p:val>
                                            <p:fltVal val="0"/>
                                          </p:val>
                                        </p:tav>
                                        <p:tav tm="100000">
                                          <p:val>
                                            <p:strVal val="#ppt_w"/>
                                          </p:val>
                                        </p:tav>
                                      </p:tavLst>
                                    </p:anim>
                                    <p:anim calcmode="lin" valueType="num">
                                      <p:cBhvr>
                                        <p:cTn id="16" dur="500" fill="hold"/>
                                        <p:tgtEl>
                                          <p:spTgt spid="13"/>
                                        </p:tgtEl>
                                        <p:attrNameLst>
                                          <p:attrName>ppt_h</p:attrName>
                                        </p:attrNameLst>
                                      </p:cBhvr>
                                      <p:tavLst>
                                        <p:tav tm="0">
                                          <p:val>
                                            <p:fltVal val="0"/>
                                          </p:val>
                                        </p:tav>
                                        <p:tav tm="100000">
                                          <p:val>
                                            <p:strVal val="#ppt_h"/>
                                          </p:val>
                                        </p:tav>
                                      </p:tavLst>
                                    </p:anim>
                                    <p:animEffect transition="in" filter="fade">
                                      <p:cBhvr>
                                        <p:cTn id="17" dur="500"/>
                                        <p:tgtEl>
                                          <p:spTgt spid="13"/>
                                        </p:tgtEl>
                                      </p:cBhvr>
                                    </p:animEffect>
                                  </p:childTnLst>
                                </p:cTn>
                              </p:par>
                              <p:par>
                                <p:cTn id="18" presetID="53" presetClass="entr" presetSubtype="16" fill="hold" nodeType="withEffect">
                                  <p:stCondLst>
                                    <p:cond delay="1500"/>
                                  </p:stCondLst>
                                  <p:childTnLst>
                                    <p:set>
                                      <p:cBhvr>
                                        <p:cTn id="19" dur="1" fill="hold">
                                          <p:stCondLst>
                                            <p:cond delay="0"/>
                                          </p:stCondLst>
                                        </p:cTn>
                                        <p:tgtEl>
                                          <p:spTgt spid="16"/>
                                        </p:tgtEl>
                                        <p:attrNameLst>
                                          <p:attrName>style.visibility</p:attrName>
                                        </p:attrNameLst>
                                      </p:cBhvr>
                                      <p:to>
                                        <p:strVal val="visible"/>
                                      </p:to>
                                    </p:set>
                                    <p:anim calcmode="lin" valueType="num">
                                      <p:cBhvr>
                                        <p:cTn id="20" dur="500" fill="hold"/>
                                        <p:tgtEl>
                                          <p:spTgt spid="16"/>
                                        </p:tgtEl>
                                        <p:attrNameLst>
                                          <p:attrName>ppt_w</p:attrName>
                                        </p:attrNameLst>
                                      </p:cBhvr>
                                      <p:tavLst>
                                        <p:tav tm="0">
                                          <p:val>
                                            <p:fltVal val="0"/>
                                          </p:val>
                                        </p:tav>
                                        <p:tav tm="100000">
                                          <p:val>
                                            <p:strVal val="#ppt_w"/>
                                          </p:val>
                                        </p:tav>
                                      </p:tavLst>
                                    </p:anim>
                                    <p:anim calcmode="lin" valueType="num">
                                      <p:cBhvr>
                                        <p:cTn id="21" dur="500" fill="hold"/>
                                        <p:tgtEl>
                                          <p:spTgt spid="16"/>
                                        </p:tgtEl>
                                        <p:attrNameLst>
                                          <p:attrName>ppt_h</p:attrName>
                                        </p:attrNameLst>
                                      </p:cBhvr>
                                      <p:tavLst>
                                        <p:tav tm="0">
                                          <p:val>
                                            <p:fltVal val="0"/>
                                          </p:val>
                                        </p:tav>
                                        <p:tav tm="100000">
                                          <p:val>
                                            <p:strVal val="#ppt_h"/>
                                          </p:val>
                                        </p:tav>
                                      </p:tavLst>
                                    </p:anim>
                                    <p:animEffect transition="in" filter="fade">
                                      <p:cBhvr>
                                        <p:cTn id="22" dur="500"/>
                                        <p:tgtEl>
                                          <p:spTgt spid="16"/>
                                        </p:tgtEl>
                                      </p:cBhvr>
                                    </p:animEffect>
                                  </p:childTnLst>
                                </p:cTn>
                              </p:par>
                              <p:par>
                                <p:cTn id="23" presetID="53" presetClass="entr" presetSubtype="16" fill="hold" nodeType="withEffect">
                                  <p:stCondLst>
                                    <p:cond delay="2250"/>
                                  </p:stCondLst>
                                  <p:childTnLst>
                                    <p:set>
                                      <p:cBhvr>
                                        <p:cTn id="24" dur="1" fill="hold">
                                          <p:stCondLst>
                                            <p:cond delay="0"/>
                                          </p:stCondLst>
                                        </p:cTn>
                                        <p:tgtEl>
                                          <p:spTgt spid="19"/>
                                        </p:tgtEl>
                                        <p:attrNameLst>
                                          <p:attrName>style.visibility</p:attrName>
                                        </p:attrNameLst>
                                      </p:cBhvr>
                                      <p:to>
                                        <p:strVal val="visible"/>
                                      </p:to>
                                    </p:set>
                                    <p:anim calcmode="lin" valueType="num">
                                      <p:cBhvr>
                                        <p:cTn id="25" dur="500" fill="hold"/>
                                        <p:tgtEl>
                                          <p:spTgt spid="19"/>
                                        </p:tgtEl>
                                        <p:attrNameLst>
                                          <p:attrName>ppt_w</p:attrName>
                                        </p:attrNameLst>
                                      </p:cBhvr>
                                      <p:tavLst>
                                        <p:tav tm="0">
                                          <p:val>
                                            <p:fltVal val="0"/>
                                          </p:val>
                                        </p:tav>
                                        <p:tav tm="100000">
                                          <p:val>
                                            <p:strVal val="#ppt_w"/>
                                          </p:val>
                                        </p:tav>
                                      </p:tavLst>
                                    </p:anim>
                                    <p:anim calcmode="lin" valueType="num">
                                      <p:cBhvr>
                                        <p:cTn id="26" dur="500" fill="hold"/>
                                        <p:tgtEl>
                                          <p:spTgt spid="19"/>
                                        </p:tgtEl>
                                        <p:attrNameLst>
                                          <p:attrName>ppt_h</p:attrName>
                                        </p:attrNameLst>
                                      </p:cBhvr>
                                      <p:tavLst>
                                        <p:tav tm="0">
                                          <p:val>
                                            <p:fltVal val="0"/>
                                          </p:val>
                                        </p:tav>
                                        <p:tav tm="100000">
                                          <p:val>
                                            <p:strVal val="#ppt_h"/>
                                          </p:val>
                                        </p:tav>
                                      </p:tavLst>
                                    </p:anim>
                                    <p:animEffect transition="in" filter="fade">
                                      <p:cBhvr>
                                        <p:cTn id="27" dur="500"/>
                                        <p:tgtEl>
                                          <p:spTgt spid="19"/>
                                        </p:tgtEl>
                                      </p:cBhvr>
                                    </p:animEffect>
                                  </p:childTnLst>
                                </p:cTn>
                              </p:par>
                              <p:par>
                                <p:cTn id="28" presetID="22" presetClass="entr" presetSubtype="8" fill="hold" grpId="0" nodeType="withEffect">
                                  <p:stCondLst>
                                    <p:cond delay="25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2250"/>
                                        <p:tgtEl>
                                          <p:spTgt spid="9"/>
                                        </p:tgtEl>
                                      </p:cBhvr>
                                    </p:animEffect>
                                  </p:childTnLst>
                                </p:cTn>
                              </p:par>
                              <p:par>
                                <p:cTn id="31" presetID="21" presetClass="entr" presetSubtype="1" fill="hold" nodeType="withEffect">
                                  <p:stCondLst>
                                    <p:cond delay="500"/>
                                  </p:stCondLst>
                                  <p:childTnLst>
                                    <p:set>
                                      <p:cBhvr>
                                        <p:cTn id="32" dur="1" fill="hold">
                                          <p:stCondLst>
                                            <p:cond delay="0"/>
                                          </p:stCondLst>
                                        </p:cTn>
                                        <p:tgtEl>
                                          <p:spTgt spid="26"/>
                                        </p:tgtEl>
                                        <p:attrNameLst>
                                          <p:attrName>style.visibility</p:attrName>
                                        </p:attrNameLst>
                                      </p:cBhvr>
                                      <p:to>
                                        <p:strVal val="visible"/>
                                      </p:to>
                                    </p:set>
                                    <p:animEffect transition="in" filter="wheel(1)">
                                      <p:cBhvr>
                                        <p:cTn id="33" dur="1250"/>
                                        <p:tgtEl>
                                          <p:spTgt spid="26"/>
                                        </p:tgtEl>
                                      </p:cBhvr>
                                    </p:animEffect>
                                  </p:childTnLst>
                                </p:cTn>
                              </p:par>
                              <p:par>
                                <p:cTn id="34" presetID="21" presetClass="entr" presetSubtype="1" fill="hold" nodeType="withEffect">
                                  <p:stCondLst>
                                    <p:cond delay="1000"/>
                                  </p:stCondLst>
                                  <p:childTnLst>
                                    <p:set>
                                      <p:cBhvr>
                                        <p:cTn id="35" dur="1" fill="hold">
                                          <p:stCondLst>
                                            <p:cond delay="0"/>
                                          </p:stCondLst>
                                        </p:cTn>
                                        <p:tgtEl>
                                          <p:spTgt spid="32"/>
                                        </p:tgtEl>
                                        <p:attrNameLst>
                                          <p:attrName>style.visibility</p:attrName>
                                        </p:attrNameLst>
                                      </p:cBhvr>
                                      <p:to>
                                        <p:strVal val="visible"/>
                                      </p:to>
                                    </p:set>
                                    <p:animEffect transition="in" filter="wheel(1)">
                                      <p:cBhvr>
                                        <p:cTn id="36" dur="1250"/>
                                        <p:tgtEl>
                                          <p:spTgt spid="32"/>
                                        </p:tgtEl>
                                      </p:cBhvr>
                                    </p:animEffect>
                                  </p:childTnLst>
                                </p:cTn>
                              </p:par>
                              <p:par>
                                <p:cTn id="37" presetID="21" presetClass="entr" presetSubtype="1" fill="hold" nodeType="withEffect">
                                  <p:stCondLst>
                                    <p:cond delay="1500"/>
                                  </p:stCondLst>
                                  <p:childTnLst>
                                    <p:set>
                                      <p:cBhvr>
                                        <p:cTn id="38" dur="1" fill="hold">
                                          <p:stCondLst>
                                            <p:cond delay="0"/>
                                          </p:stCondLst>
                                        </p:cTn>
                                        <p:tgtEl>
                                          <p:spTgt spid="50"/>
                                        </p:tgtEl>
                                        <p:attrNameLst>
                                          <p:attrName>style.visibility</p:attrName>
                                        </p:attrNameLst>
                                      </p:cBhvr>
                                      <p:to>
                                        <p:strVal val="visible"/>
                                      </p:to>
                                    </p:set>
                                    <p:animEffect transition="in" filter="wheel(1)">
                                      <p:cBhvr>
                                        <p:cTn id="39" dur="1250"/>
                                        <p:tgtEl>
                                          <p:spTgt spid="50"/>
                                        </p:tgtEl>
                                      </p:cBhvr>
                                    </p:animEffect>
                                  </p:childTnLst>
                                </p:cTn>
                              </p:par>
                              <p:par>
                                <p:cTn id="40" presetID="21" presetClass="entr" presetSubtype="1" fill="hold" nodeType="withEffect">
                                  <p:stCondLst>
                                    <p:cond delay="2000"/>
                                  </p:stCondLst>
                                  <p:childTnLst>
                                    <p:set>
                                      <p:cBhvr>
                                        <p:cTn id="41" dur="1" fill="hold">
                                          <p:stCondLst>
                                            <p:cond delay="0"/>
                                          </p:stCondLst>
                                        </p:cTn>
                                        <p:tgtEl>
                                          <p:spTgt spid="38"/>
                                        </p:tgtEl>
                                        <p:attrNameLst>
                                          <p:attrName>style.visibility</p:attrName>
                                        </p:attrNameLst>
                                      </p:cBhvr>
                                      <p:to>
                                        <p:strVal val="visible"/>
                                      </p:to>
                                    </p:set>
                                    <p:animEffect transition="in" filter="wheel(1)">
                                      <p:cBhvr>
                                        <p:cTn id="42" dur="12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2C2DC096-07C0-4028-AF8E-0B9C58A09596}"/>
              </a:ext>
            </a:extLst>
          </p:cNvPr>
          <p:cNvSpPr txBox="1"/>
          <p:nvPr/>
        </p:nvSpPr>
        <p:spPr>
          <a:xfrm>
            <a:off x="2166660" y="2412558"/>
            <a:ext cx="7737567" cy="2308324"/>
          </a:xfrm>
          <a:prstGeom prst="rect">
            <a:avLst/>
          </a:prstGeom>
          <a:noFill/>
        </p:spPr>
        <p:txBody>
          <a:bodyPr wrap="square" rtlCol="0">
            <a:spAutoFit/>
          </a:bodyPr>
          <a:lstStyle/>
          <a:p>
            <a:pPr algn="ctr"/>
            <a:r>
              <a:rPr lang="en-US" sz="3600"/>
              <a:t>Please see the instructions</a:t>
            </a:r>
          </a:p>
          <a:p>
            <a:pPr algn="ctr"/>
            <a:r>
              <a:rPr lang="en-US" sz="3600">
                <a:solidFill>
                  <a:schemeClr val="accent4"/>
                </a:solidFill>
                <a:hlinkClick r:id="rId2">
                  <a:extLst>
                    <a:ext uri="{A12FA001-AC4F-418D-AE19-62706E023703}">
                      <ahyp:hlinkClr xmlns:ahyp="http://schemas.microsoft.com/office/drawing/2018/hyperlinkcolor" val="tx"/>
                    </a:ext>
                  </a:extLst>
                </a:hlinkClick>
              </a:rPr>
              <a:t>https://youtu.be/IDuQyCdywSU </a:t>
            </a:r>
            <a:r>
              <a:rPr lang="en-US" sz="3600"/>
              <a:t>on how to edit the next chart in Excel.</a:t>
            </a:r>
            <a:endParaRPr lang="ru-UA" sz="3600"/>
          </a:p>
        </p:txBody>
      </p:sp>
    </p:spTree>
    <p:extLst>
      <p:ext uri="{BB962C8B-B14F-4D97-AF65-F5344CB8AC3E}">
        <p14:creationId xmlns:p14="http://schemas.microsoft.com/office/powerpoint/2010/main" val="18423311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D7BF0D9-18A0-4E68-8E6D-710B154A0300}"/>
              </a:ext>
            </a:extLst>
          </p:cNvPr>
          <p:cNvSpPr txBox="1"/>
          <p:nvPr/>
        </p:nvSpPr>
        <p:spPr>
          <a:xfrm>
            <a:off x="3289783" y="333188"/>
            <a:ext cx="5612434" cy="461665"/>
          </a:xfrm>
          <a:prstGeom prst="rect">
            <a:avLst/>
          </a:prstGeom>
          <a:noFill/>
        </p:spPr>
        <p:txBody>
          <a:bodyPr wrap="none" rtlCol="0">
            <a:spAutoFit/>
          </a:bodyPr>
          <a:lstStyle/>
          <a:p>
            <a:pPr algn="ctr"/>
            <a:r>
              <a:rPr lang="en-US" sz="2400">
                <a:latin typeface="Montserrat SemiBold" panose="00000700000000000000" pitchFamily="50" charset="-52"/>
              </a:rPr>
              <a:t>EDITABLE WAFFLE INFOGRAPHIC</a:t>
            </a:r>
            <a:endParaRPr lang="ru-UA" sz="2400">
              <a:latin typeface="Montserrat SemiBold" panose="00000700000000000000" pitchFamily="50" charset="-52"/>
            </a:endParaRPr>
          </a:p>
        </p:txBody>
      </p:sp>
      <p:sp>
        <p:nvSpPr>
          <p:cNvPr id="24" name="TextBox 23">
            <a:extLst>
              <a:ext uri="{FF2B5EF4-FFF2-40B4-BE49-F238E27FC236}">
                <a16:creationId xmlns:a16="http://schemas.microsoft.com/office/drawing/2014/main" id="{4E8886B4-1762-485A-9CA4-E887B0DEC934}"/>
              </a:ext>
            </a:extLst>
          </p:cNvPr>
          <p:cNvSpPr txBox="1"/>
          <p:nvPr/>
        </p:nvSpPr>
        <p:spPr>
          <a:xfrm>
            <a:off x="5258271" y="742677"/>
            <a:ext cx="1675459" cy="338554"/>
          </a:xfrm>
          <a:prstGeom prst="rect">
            <a:avLst/>
          </a:prstGeom>
          <a:noFill/>
        </p:spPr>
        <p:txBody>
          <a:bodyPr wrap="none" rtlCol="0">
            <a:spAutoFit/>
          </a:bodyPr>
          <a:lstStyle/>
          <a:p>
            <a:pPr algn="ctr"/>
            <a:r>
              <a:rPr lang="en-US" sz="1600">
                <a:solidFill>
                  <a:schemeClr val="tx1">
                    <a:lumMod val="40000"/>
                    <a:lumOff val="60000"/>
                  </a:schemeClr>
                </a:solidFill>
                <a:latin typeface="Montserrat SemiBold" panose="00000700000000000000" pitchFamily="50" charset="-52"/>
              </a:rPr>
              <a:t>EXCEL CHART</a:t>
            </a:r>
            <a:endParaRPr lang="ru-UA" sz="1600">
              <a:solidFill>
                <a:schemeClr val="tx1">
                  <a:lumMod val="40000"/>
                  <a:lumOff val="60000"/>
                </a:schemeClr>
              </a:solidFill>
              <a:latin typeface="Montserrat SemiBold" panose="00000700000000000000" pitchFamily="50" charset="-52"/>
            </a:endParaRPr>
          </a:p>
        </p:txBody>
      </p:sp>
      <p:sp>
        <p:nvSpPr>
          <p:cNvPr id="2" name="TextBox 1">
            <a:extLst>
              <a:ext uri="{FF2B5EF4-FFF2-40B4-BE49-F238E27FC236}">
                <a16:creationId xmlns:a16="http://schemas.microsoft.com/office/drawing/2014/main" id="{27135A73-6E62-4004-8F8C-6D1E2F42D654}"/>
              </a:ext>
            </a:extLst>
          </p:cNvPr>
          <p:cNvSpPr txBox="1"/>
          <p:nvPr/>
        </p:nvSpPr>
        <p:spPr>
          <a:xfrm>
            <a:off x="2232219" y="1668228"/>
            <a:ext cx="912429" cy="523220"/>
          </a:xfrm>
          <a:prstGeom prst="rect">
            <a:avLst/>
          </a:prstGeom>
          <a:noFill/>
        </p:spPr>
        <p:txBody>
          <a:bodyPr wrap="none" rtlCol="0">
            <a:spAutoFit/>
          </a:bodyPr>
          <a:lstStyle/>
          <a:p>
            <a:pPr algn="ctr"/>
            <a:r>
              <a:rPr lang="en-US" sz="2800">
                <a:solidFill>
                  <a:schemeClr val="accent5"/>
                </a:solidFill>
                <a:latin typeface="Montserrat SemiBold" panose="00000700000000000000" pitchFamily="50" charset="-52"/>
              </a:rPr>
              <a:t>25%</a:t>
            </a:r>
            <a:endParaRPr lang="ru-UA" sz="2800">
              <a:solidFill>
                <a:schemeClr val="accent5"/>
              </a:solidFill>
              <a:latin typeface="Montserrat SemiBold" panose="00000700000000000000" pitchFamily="50" charset="-52"/>
            </a:endParaRPr>
          </a:p>
        </p:txBody>
      </p:sp>
      <p:sp>
        <p:nvSpPr>
          <p:cNvPr id="48" name="TextBox 47">
            <a:extLst>
              <a:ext uri="{FF2B5EF4-FFF2-40B4-BE49-F238E27FC236}">
                <a16:creationId xmlns:a16="http://schemas.microsoft.com/office/drawing/2014/main" id="{9A830578-0F5C-405F-B8BC-2071958BB5C3}"/>
              </a:ext>
            </a:extLst>
          </p:cNvPr>
          <p:cNvSpPr txBox="1"/>
          <p:nvPr/>
        </p:nvSpPr>
        <p:spPr>
          <a:xfrm>
            <a:off x="5671041" y="1668228"/>
            <a:ext cx="947695" cy="523220"/>
          </a:xfrm>
          <a:prstGeom prst="rect">
            <a:avLst/>
          </a:prstGeom>
          <a:noFill/>
        </p:spPr>
        <p:txBody>
          <a:bodyPr wrap="none" rtlCol="0">
            <a:spAutoFit/>
          </a:bodyPr>
          <a:lstStyle/>
          <a:p>
            <a:pPr algn="ctr"/>
            <a:r>
              <a:rPr lang="ru-RU" sz="2800">
                <a:solidFill>
                  <a:schemeClr val="accent1"/>
                </a:solidFill>
                <a:latin typeface="Montserrat SemiBold" panose="00000700000000000000" pitchFamily="50" charset="-52"/>
              </a:rPr>
              <a:t>4</a:t>
            </a:r>
            <a:r>
              <a:rPr lang="en-US" sz="2800">
                <a:solidFill>
                  <a:schemeClr val="accent1"/>
                </a:solidFill>
                <a:latin typeface="Montserrat SemiBold" panose="00000700000000000000" pitchFamily="50" charset="-52"/>
              </a:rPr>
              <a:t>5%</a:t>
            </a:r>
            <a:endParaRPr lang="ru-UA" sz="2800">
              <a:solidFill>
                <a:schemeClr val="accent1"/>
              </a:solidFill>
              <a:latin typeface="Montserrat SemiBold" panose="00000700000000000000" pitchFamily="50" charset="-52"/>
            </a:endParaRPr>
          </a:p>
        </p:txBody>
      </p:sp>
      <p:sp>
        <p:nvSpPr>
          <p:cNvPr id="49" name="TextBox 48">
            <a:extLst>
              <a:ext uri="{FF2B5EF4-FFF2-40B4-BE49-F238E27FC236}">
                <a16:creationId xmlns:a16="http://schemas.microsoft.com/office/drawing/2014/main" id="{35563E0A-E76D-4B34-BD6C-0E24069BA3BE}"/>
              </a:ext>
            </a:extLst>
          </p:cNvPr>
          <p:cNvSpPr txBox="1"/>
          <p:nvPr/>
        </p:nvSpPr>
        <p:spPr>
          <a:xfrm>
            <a:off x="9030520" y="1668228"/>
            <a:ext cx="946093" cy="523220"/>
          </a:xfrm>
          <a:prstGeom prst="rect">
            <a:avLst/>
          </a:prstGeom>
          <a:noFill/>
        </p:spPr>
        <p:txBody>
          <a:bodyPr wrap="none" rtlCol="0">
            <a:spAutoFit/>
          </a:bodyPr>
          <a:lstStyle/>
          <a:p>
            <a:pPr algn="ctr"/>
            <a:r>
              <a:rPr lang="ru-RU" sz="2800">
                <a:solidFill>
                  <a:schemeClr val="accent2"/>
                </a:solidFill>
                <a:latin typeface="Montserrat SemiBold" panose="00000700000000000000" pitchFamily="50" charset="-52"/>
              </a:rPr>
              <a:t>78</a:t>
            </a:r>
            <a:r>
              <a:rPr lang="en-US" sz="2800">
                <a:solidFill>
                  <a:schemeClr val="accent2"/>
                </a:solidFill>
                <a:latin typeface="Montserrat SemiBold" panose="00000700000000000000" pitchFamily="50" charset="-52"/>
              </a:rPr>
              <a:t>%</a:t>
            </a:r>
            <a:endParaRPr lang="ru-UA" sz="2800">
              <a:solidFill>
                <a:schemeClr val="accent2"/>
              </a:solidFill>
              <a:latin typeface="Montserrat SemiBold" panose="00000700000000000000" pitchFamily="50" charset="-52"/>
            </a:endParaRPr>
          </a:p>
        </p:txBody>
      </p:sp>
      <p:sp>
        <p:nvSpPr>
          <p:cNvPr id="50" name="Text Placeholder 33">
            <a:extLst>
              <a:ext uri="{FF2B5EF4-FFF2-40B4-BE49-F238E27FC236}">
                <a16:creationId xmlns:a16="http://schemas.microsoft.com/office/drawing/2014/main" id="{20EC640F-BADD-40BA-823A-B76480FA3141}"/>
              </a:ext>
            </a:extLst>
          </p:cNvPr>
          <p:cNvSpPr txBox="1">
            <a:spLocks/>
          </p:cNvSpPr>
          <p:nvPr/>
        </p:nvSpPr>
        <p:spPr>
          <a:xfrm>
            <a:off x="1859759" y="5531313"/>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050">
                <a:latin typeface="Montserrat Light" panose="00000400000000000000" pitchFamily="50" charset="-52"/>
              </a:rPr>
              <a:t>Lorem ipsum dolor sit amet, consectetur adipiscing elit, sed do eiusmod tempor</a:t>
            </a:r>
          </a:p>
        </p:txBody>
      </p:sp>
      <p:sp>
        <p:nvSpPr>
          <p:cNvPr id="51" name="Text Placeholder 36">
            <a:extLst>
              <a:ext uri="{FF2B5EF4-FFF2-40B4-BE49-F238E27FC236}">
                <a16:creationId xmlns:a16="http://schemas.microsoft.com/office/drawing/2014/main" id="{205C8BA7-6C97-4188-B256-747E1429DDF7}"/>
              </a:ext>
            </a:extLst>
          </p:cNvPr>
          <p:cNvSpPr txBox="1">
            <a:spLocks/>
          </p:cNvSpPr>
          <p:nvPr/>
        </p:nvSpPr>
        <p:spPr>
          <a:xfrm>
            <a:off x="1932264" y="5274949"/>
            <a:ext cx="1512338" cy="355200"/>
          </a:xfrm>
          <a:prstGeom prst="rect">
            <a:avLst/>
          </a:prstGeom>
          <a:ln>
            <a:noFill/>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b="0">
                <a:solidFill>
                  <a:schemeClr val="accent5"/>
                </a:solidFill>
                <a:latin typeface="Montserrat SemiBold" panose="00000700000000000000" pitchFamily="50" charset="-52"/>
              </a:rPr>
              <a:t>STEP 01</a:t>
            </a:r>
          </a:p>
        </p:txBody>
      </p:sp>
      <p:sp>
        <p:nvSpPr>
          <p:cNvPr id="52" name="Text Placeholder 33">
            <a:extLst>
              <a:ext uri="{FF2B5EF4-FFF2-40B4-BE49-F238E27FC236}">
                <a16:creationId xmlns:a16="http://schemas.microsoft.com/office/drawing/2014/main" id="{35E86B38-B03E-40CA-9CCE-ADB882B32B31}"/>
              </a:ext>
            </a:extLst>
          </p:cNvPr>
          <p:cNvSpPr txBox="1">
            <a:spLocks/>
          </p:cNvSpPr>
          <p:nvPr/>
        </p:nvSpPr>
        <p:spPr>
          <a:xfrm>
            <a:off x="5316214" y="5531313"/>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050">
                <a:latin typeface="Montserrat Light" panose="00000400000000000000" pitchFamily="50" charset="-52"/>
              </a:rPr>
              <a:t>Lorem ipsum dolor sit amet, consectetur adipiscing elit, sed do eiusmod tempor</a:t>
            </a:r>
          </a:p>
        </p:txBody>
      </p:sp>
      <p:sp>
        <p:nvSpPr>
          <p:cNvPr id="53" name="Text Placeholder 36">
            <a:extLst>
              <a:ext uri="{FF2B5EF4-FFF2-40B4-BE49-F238E27FC236}">
                <a16:creationId xmlns:a16="http://schemas.microsoft.com/office/drawing/2014/main" id="{F3709153-7833-493C-BB6F-A46164C2DD8C}"/>
              </a:ext>
            </a:extLst>
          </p:cNvPr>
          <p:cNvSpPr txBox="1">
            <a:spLocks/>
          </p:cNvSpPr>
          <p:nvPr/>
        </p:nvSpPr>
        <p:spPr>
          <a:xfrm>
            <a:off x="5388719" y="5274949"/>
            <a:ext cx="1512338" cy="355200"/>
          </a:xfrm>
          <a:prstGeom prst="rect">
            <a:avLst/>
          </a:prstGeom>
          <a:ln>
            <a:noFill/>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b="0">
                <a:latin typeface="Montserrat SemiBold" panose="00000700000000000000" pitchFamily="50" charset="-52"/>
              </a:rPr>
              <a:t>STEP 02</a:t>
            </a:r>
          </a:p>
        </p:txBody>
      </p:sp>
      <p:sp>
        <p:nvSpPr>
          <p:cNvPr id="54" name="Text Placeholder 33">
            <a:extLst>
              <a:ext uri="{FF2B5EF4-FFF2-40B4-BE49-F238E27FC236}">
                <a16:creationId xmlns:a16="http://schemas.microsoft.com/office/drawing/2014/main" id="{0A46D1BC-DB27-4B79-A117-825CAF036549}"/>
              </a:ext>
            </a:extLst>
          </p:cNvPr>
          <p:cNvSpPr txBox="1">
            <a:spLocks/>
          </p:cNvSpPr>
          <p:nvPr/>
        </p:nvSpPr>
        <p:spPr>
          <a:xfrm>
            <a:off x="8674892" y="5531313"/>
            <a:ext cx="1657349" cy="8011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050">
                <a:latin typeface="Montserrat Light" panose="00000400000000000000" pitchFamily="50" charset="-52"/>
              </a:rPr>
              <a:t>Lorem ipsum dolor sit amet, consectetur adipiscing elit, sed do eiusmod tempor</a:t>
            </a:r>
          </a:p>
        </p:txBody>
      </p:sp>
      <p:sp>
        <p:nvSpPr>
          <p:cNvPr id="55" name="Text Placeholder 36">
            <a:extLst>
              <a:ext uri="{FF2B5EF4-FFF2-40B4-BE49-F238E27FC236}">
                <a16:creationId xmlns:a16="http://schemas.microsoft.com/office/drawing/2014/main" id="{2009D1AA-849B-4F50-9441-018F7E7B9620}"/>
              </a:ext>
            </a:extLst>
          </p:cNvPr>
          <p:cNvSpPr txBox="1">
            <a:spLocks/>
          </p:cNvSpPr>
          <p:nvPr/>
        </p:nvSpPr>
        <p:spPr>
          <a:xfrm>
            <a:off x="8747397" y="5274949"/>
            <a:ext cx="1512338" cy="355200"/>
          </a:xfrm>
          <a:prstGeom prst="rect">
            <a:avLst/>
          </a:prstGeom>
          <a:ln>
            <a:noFill/>
          </a:ln>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2000" b="1" i="0" u="none" strike="noStrike" kern="1200" cap="none" normalizeH="0" baseline="0" dirty="0" smtClean="0">
                <a:ln>
                  <a:noFill/>
                </a:ln>
                <a:solidFill>
                  <a:schemeClr val="accent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b="0">
                <a:solidFill>
                  <a:schemeClr val="accent2"/>
                </a:solidFill>
                <a:latin typeface="Montserrat SemiBold" panose="00000700000000000000" pitchFamily="50" charset="-52"/>
              </a:rPr>
              <a:t>STEP 03</a:t>
            </a:r>
          </a:p>
        </p:txBody>
      </p:sp>
      <p:grpSp>
        <p:nvGrpSpPr>
          <p:cNvPr id="16" name="Group 15">
            <a:extLst>
              <a:ext uri="{FF2B5EF4-FFF2-40B4-BE49-F238E27FC236}">
                <a16:creationId xmlns:a16="http://schemas.microsoft.com/office/drawing/2014/main" id="{87DAD5AB-0A0B-4705-9D46-F9D3C670A848}"/>
              </a:ext>
            </a:extLst>
          </p:cNvPr>
          <p:cNvGrpSpPr/>
          <p:nvPr/>
        </p:nvGrpSpPr>
        <p:grpSpPr>
          <a:xfrm>
            <a:off x="1312350" y="2215972"/>
            <a:ext cx="2752165" cy="2689412"/>
            <a:chOff x="0" y="0"/>
            <a:chExt cx="2743200" cy="2743200"/>
          </a:xfrm>
          <a:noFill/>
        </p:grpSpPr>
        <p:graphicFrame>
          <p:nvGraphicFramePr>
            <p:cNvPr id="17" name="Chart 16">
              <a:extLst>
                <a:ext uri="{FF2B5EF4-FFF2-40B4-BE49-F238E27FC236}">
                  <a16:creationId xmlns:a16="http://schemas.microsoft.com/office/drawing/2014/main" id="{F572ED0F-ECEF-45FB-86A6-DEAD91292AC6}"/>
                </a:ext>
              </a:extLst>
            </p:cNvPr>
            <p:cNvGraphicFramePr>
              <a:graphicFrameLocks/>
            </p:cNvGraphicFramePr>
            <p:nvPr/>
          </p:nvGraphicFramePr>
          <p:xfrm>
            <a:off x="0" y="0"/>
            <a:ext cx="27432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8" name="Chart 17">
              <a:extLst>
                <a:ext uri="{FF2B5EF4-FFF2-40B4-BE49-F238E27FC236}">
                  <a16:creationId xmlns:a16="http://schemas.microsoft.com/office/drawing/2014/main" id="{97D9B700-3A89-4082-A000-DA47C092B7FD}"/>
                </a:ext>
              </a:extLst>
            </p:cNvPr>
            <p:cNvGraphicFramePr>
              <a:graphicFrameLocks/>
            </p:cNvGraphicFramePr>
            <p:nvPr/>
          </p:nvGraphicFramePr>
          <p:xfrm>
            <a:off x="0" y="0"/>
            <a:ext cx="2743200" cy="2743200"/>
          </p:xfrm>
          <a:graphic>
            <a:graphicData uri="http://schemas.openxmlformats.org/drawingml/2006/chart">
              <c:chart xmlns:c="http://schemas.openxmlformats.org/drawingml/2006/chart" xmlns:r="http://schemas.openxmlformats.org/officeDocument/2006/relationships" r:id="rId3"/>
            </a:graphicData>
          </a:graphic>
        </p:graphicFrame>
      </p:grpSp>
      <p:grpSp>
        <p:nvGrpSpPr>
          <p:cNvPr id="22" name="Group 21">
            <a:extLst>
              <a:ext uri="{FF2B5EF4-FFF2-40B4-BE49-F238E27FC236}">
                <a16:creationId xmlns:a16="http://schemas.microsoft.com/office/drawing/2014/main" id="{EA830562-2412-495B-BCD3-52C26C05C120}"/>
              </a:ext>
            </a:extLst>
          </p:cNvPr>
          <p:cNvGrpSpPr/>
          <p:nvPr/>
        </p:nvGrpSpPr>
        <p:grpSpPr>
          <a:xfrm>
            <a:off x="4724400" y="2201116"/>
            <a:ext cx="2743200" cy="2743200"/>
            <a:chOff x="0" y="0"/>
            <a:chExt cx="2743200" cy="2743200"/>
          </a:xfrm>
        </p:grpSpPr>
        <p:graphicFrame>
          <p:nvGraphicFramePr>
            <p:cNvPr id="25" name="Chart 24">
              <a:extLst>
                <a:ext uri="{FF2B5EF4-FFF2-40B4-BE49-F238E27FC236}">
                  <a16:creationId xmlns:a16="http://schemas.microsoft.com/office/drawing/2014/main" id="{0D9600AB-1F77-4B84-BD47-AAAEE4946BAD}"/>
                </a:ext>
              </a:extLst>
            </p:cNvPr>
            <p:cNvGraphicFramePr>
              <a:graphicFrameLocks/>
            </p:cNvGraphicFramePr>
            <p:nvPr/>
          </p:nvGraphicFramePr>
          <p:xfrm>
            <a:off x="0" y="0"/>
            <a:ext cx="27432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6" name="Chart 25">
              <a:extLst>
                <a:ext uri="{FF2B5EF4-FFF2-40B4-BE49-F238E27FC236}">
                  <a16:creationId xmlns:a16="http://schemas.microsoft.com/office/drawing/2014/main" id="{06D7B9C0-368E-44D5-95A8-C17612D3C44D}"/>
                </a:ext>
              </a:extLst>
            </p:cNvPr>
            <p:cNvGraphicFramePr>
              <a:graphicFrameLocks/>
            </p:cNvGraphicFramePr>
            <p:nvPr/>
          </p:nvGraphicFramePr>
          <p:xfrm>
            <a:off x="0" y="0"/>
            <a:ext cx="2743200" cy="2743200"/>
          </p:xfrm>
          <a:graphic>
            <a:graphicData uri="http://schemas.openxmlformats.org/drawingml/2006/chart">
              <c:chart xmlns:c="http://schemas.openxmlformats.org/drawingml/2006/chart" xmlns:r="http://schemas.openxmlformats.org/officeDocument/2006/relationships" r:id="rId5"/>
            </a:graphicData>
          </a:graphic>
        </p:graphicFrame>
      </p:grpSp>
      <p:grpSp>
        <p:nvGrpSpPr>
          <p:cNvPr id="27" name="Group 26">
            <a:extLst>
              <a:ext uri="{FF2B5EF4-FFF2-40B4-BE49-F238E27FC236}">
                <a16:creationId xmlns:a16="http://schemas.microsoft.com/office/drawing/2014/main" id="{E713672B-58EB-4D59-958A-1660814D4FA6}"/>
              </a:ext>
            </a:extLst>
          </p:cNvPr>
          <p:cNvGrpSpPr/>
          <p:nvPr/>
        </p:nvGrpSpPr>
        <p:grpSpPr>
          <a:xfrm>
            <a:off x="8131966" y="2189078"/>
            <a:ext cx="2743200" cy="2743199"/>
            <a:chOff x="0" y="0"/>
            <a:chExt cx="2743200" cy="2743199"/>
          </a:xfrm>
        </p:grpSpPr>
        <p:graphicFrame>
          <p:nvGraphicFramePr>
            <p:cNvPr id="28" name="Chart 27">
              <a:extLst>
                <a:ext uri="{FF2B5EF4-FFF2-40B4-BE49-F238E27FC236}">
                  <a16:creationId xmlns:a16="http://schemas.microsoft.com/office/drawing/2014/main" id="{D69DAF46-37B1-44A6-81D5-E5FE7DABA2FA}"/>
                </a:ext>
              </a:extLst>
            </p:cNvPr>
            <p:cNvGraphicFramePr>
              <a:graphicFrameLocks/>
            </p:cNvGraphicFramePr>
            <p:nvPr/>
          </p:nvGraphicFramePr>
          <p:xfrm>
            <a:off x="1117" y="0"/>
            <a:ext cx="2740967" cy="274319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9" name="Chart 28">
              <a:extLst>
                <a:ext uri="{FF2B5EF4-FFF2-40B4-BE49-F238E27FC236}">
                  <a16:creationId xmlns:a16="http://schemas.microsoft.com/office/drawing/2014/main" id="{8DC34830-31A3-4997-8804-64D758F1FA36}"/>
                </a:ext>
              </a:extLst>
            </p:cNvPr>
            <p:cNvGraphicFramePr>
              <a:graphicFrameLocks/>
            </p:cNvGraphicFramePr>
            <p:nvPr/>
          </p:nvGraphicFramePr>
          <p:xfrm>
            <a:off x="0" y="0"/>
            <a:ext cx="2743200" cy="2743199"/>
          </p:xfrm>
          <a:graphic>
            <a:graphicData uri="http://schemas.openxmlformats.org/drawingml/2006/chart">
              <c:chart xmlns:c="http://schemas.openxmlformats.org/drawingml/2006/chart" xmlns:r="http://schemas.openxmlformats.org/officeDocument/2006/relationships" r:id="rId7"/>
            </a:graphicData>
          </a:graphic>
        </p:graphicFrame>
      </p:grpSp>
    </p:spTree>
    <p:extLst>
      <p:ext uri="{BB962C8B-B14F-4D97-AF65-F5344CB8AC3E}">
        <p14:creationId xmlns:p14="http://schemas.microsoft.com/office/powerpoint/2010/main" val="2402515254"/>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14:presetBounceEnd="67000">
                                      <p:stCondLst>
                                        <p:cond delay="1000"/>
                                      </p:stCondLst>
                                      <p:childTnLst>
                                        <p:set>
                                          <p:cBhvr>
                                            <p:cTn id="6" dur="1" fill="hold">
                                              <p:stCondLst>
                                                <p:cond delay="0"/>
                                              </p:stCondLst>
                                            </p:cTn>
                                            <p:tgtEl>
                                              <p:spTgt spid="50">
                                                <p:txEl>
                                                  <p:pRg st="0" end="0"/>
                                                </p:txEl>
                                              </p:spTgt>
                                            </p:tgtEl>
                                            <p:attrNameLst>
                                              <p:attrName>style.visibility</p:attrName>
                                            </p:attrNameLst>
                                          </p:cBhvr>
                                          <p:to>
                                            <p:strVal val="visible"/>
                                          </p:to>
                                        </p:set>
                                        <p:anim calcmode="lin" valueType="num" p14:bounceEnd="67000">
                                          <p:cBhvr additive="base">
                                            <p:cTn id="7" dur="1000" fill="hold"/>
                                            <p:tgtEl>
                                              <p:spTgt spid="50">
                                                <p:txEl>
                                                  <p:pRg st="0" end="0"/>
                                                </p:txEl>
                                              </p:spTgt>
                                            </p:tgtEl>
                                            <p:attrNameLst>
                                              <p:attrName>ppt_x</p:attrName>
                                            </p:attrNameLst>
                                          </p:cBhvr>
                                          <p:tavLst>
                                            <p:tav tm="0">
                                              <p:val>
                                                <p:strVal val="1+#ppt_w/2"/>
                                              </p:val>
                                            </p:tav>
                                            <p:tav tm="100000">
                                              <p:val>
                                                <p:strVal val="#ppt_x"/>
                                              </p:val>
                                            </p:tav>
                                          </p:tavLst>
                                        </p:anim>
                                        <p:anim calcmode="lin" valueType="num" p14:bounceEnd="67000">
                                          <p:cBhvr additive="base">
                                            <p:cTn id="8" dur="1000" fill="hold"/>
                                            <p:tgtEl>
                                              <p:spTgt spid="50">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14:presetBounceEnd="67000">
                                      <p:stCondLst>
                                        <p:cond delay="1000"/>
                                      </p:stCondLst>
                                      <p:childTnLst>
                                        <p:set>
                                          <p:cBhvr>
                                            <p:cTn id="10" dur="1" fill="hold">
                                              <p:stCondLst>
                                                <p:cond delay="0"/>
                                              </p:stCondLst>
                                            </p:cTn>
                                            <p:tgtEl>
                                              <p:spTgt spid="52">
                                                <p:txEl>
                                                  <p:pRg st="0" end="0"/>
                                                </p:txEl>
                                              </p:spTgt>
                                            </p:tgtEl>
                                            <p:attrNameLst>
                                              <p:attrName>style.visibility</p:attrName>
                                            </p:attrNameLst>
                                          </p:cBhvr>
                                          <p:to>
                                            <p:strVal val="visible"/>
                                          </p:to>
                                        </p:set>
                                        <p:anim calcmode="lin" valueType="num" p14:bounceEnd="67000">
                                          <p:cBhvr additive="base">
                                            <p:cTn id="11" dur="1000" fill="hold"/>
                                            <p:tgtEl>
                                              <p:spTgt spid="52">
                                                <p:txEl>
                                                  <p:pRg st="0" end="0"/>
                                                </p:txEl>
                                              </p:spTgt>
                                            </p:tgtEl>
                                            <p:attrNameLst>
                                              <p:attrName>ppt_x</p:attrName>
                                            </p:attrNameLst>
                                          </p:cBhvr>
                                          <p:tavLst>
                                            <p:tav tm="0">
                                              <p:val>
                                                <p:strVal val="1+#ppt_w/2"/>
                                              </p:val>
                                            </p:tav>
                                            <p:tav tm="100000">
                                              <p:val>
                                                <p:strVal val="#ppt_x"/>
                                              </p:val>
                                            </p:tav>
                                          </p:tavLst>
                                        </p:anim>
                                        <p:anim calcmode="lin" valueType="num" p14:bounceEnd="67000">
                                          <p:cBhvr additive="base">
                                            <p:cTn id="12" dur="1000" fill="hold"/>
                                            <p:tgtEl>
                                              <p:spTgt spid="52">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14:presetBounceEnd="67000">
                                      <p:stCondLst>
                                        <p:cond delay="1000"/>
                                      </p:stCondLst>
                                      <p:childTnLst>
                                        <p:set>
                                          <p:cBhvr>
                                            <p:cTn id="14" dur="1" fill="hold">
                                              <p:stCondLst>
                                                <p:cond delay="0"/>
                                              </p:stCondLst>
                                            </p:cTn>
                                            <p:tgtEl>
                                              <p:spTgt spid="54">
                                                <p:txEl>
                                                  <p:pRg st="0" end="0"/>
                                                </p:txEl>
                                              </p:spTgt>
                                            </p:tgtEl>
                                            <p:attrNameLst>
                                              <p:attrName>style.visibility</p:attrName>
                                            </p:attrNameLst>
                                          </p:cBhvr>
                                          <p:to>
                                            <p:strVal val="visible"/>
                                          </p:to>
                                        </p:set>
                                        <p:anim calcmode="lin" valueType="num" p14:bounceEnd="67000">
                                          <p:cBhvr additive="base">
                                            <p:cTn id="15" dur="1000" fill="hold"/>
                                            <p:tgtEl>
                                              <p:spTgt spid="54">
                                                <p:txEl>
                                                  <p:pRg st="0" end="0"/>
                                                </p:txEl>
                                              </p:spTgt>
                                            </p:tgtEl>
                                            <p:attrNameLst>
                                              <p:attrName>ppt_x</p:attrName>
                                            </p:attrNameLst>
                                          </p:cBhvr>
                                          <p:tavLst>
                                            <p:tav tm="0">
                                              <p:val>
                                                <p:strVal val="1+#ppt_w/2"/>
                                              </p:val>
                                            </p:tav>
                                            <p:tav tm="100000">
                                              <p:val>
                                                <p:strVal val="#ppt_x"/>
                                              </p:val>
                                            </p:tav>
                                          </p:tavLst>
                                        </p:anim>
                                        <p:anim calcmode="lin" valueType="num" p14:bounceEnd="67000">
                                          <p:cBhvr additive="base">
                                            <p:cTn id="16" dur="1000" fill="hold"/>
                                            <p:tgtEl>
                                              <p:spTgt spid="5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build="p"/>
          <p:bldP spid="52" grpId="0" build="p"/>
          <p:bldP spid="54" grpId="0" build="p"/>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000"/>
                                      </p:stCondLst>
                                      <p:childTnLst>
                                        <p:set>
                                          <p:cBhvr>
                                            <p:cTn id="6" dur="1" fill="hold">
                                              <p:stCondLst>
                                                <p:cond delay="0"/>
                                              </p:stCondLst>
                                            </p:cTn>
                                            <p:tgtEl>
                                              <p:spTgt spid="50">
                                                <p:txEl>
                                                  <p:pRg st="0" end="0"/>
                                                </p:txEl>
                                              </p:spTgt>
                                            </p:tgtEl>
                                            <p:attrNameLst>
                                              <p:attrName>style.visibility</p:attrName>
                                            </p:attrNameLst>
                                          </p:cBhvr>
                                          <p:to>
                                            <p:strVal val="visible"/>
                                          </p:to>
                                        </p:set>
                                        <p:anim calcmode="lin" valueType="num">
                                          <p:cBhvr additive="base">
                                            <p:cTn id="7" dur="1000" fill="hold"/>
                                            <p:tgtEl>
                                              <p:spTgt spid="50">
                                                <p:txEl>
                                                  <p:pRg st="0" end="0"/>
                                                </p:txEl>
                                              </p:spTgt>
                                            </p:tgtEl>
                                            <p:attrNameLst>
                                              <p:attrName>ppt_x</p:attrName>
                                            </p:attrNameLst>
                                          </p:cBhvr>
                                          <p:tavLst>
                                            <p:tav tm="0">
                                              <p:val>
                                                <p:strVal val="1+#ppt_w/2"/>
                                              </p:val>
                                            </p:tav>
                                            <p:tav tm="100000">
                                              <p:val>
                                                <p:strVal val="#ppt_x"/>
                                              </p:val>
                                            </p:tav>
                                          </p:tavLst>
                                        </p:anim>
                                        <p:anim calcmode="lin" valueType="num">
                                          <p:cBhvr additive="base">
                                            <p:cTn id="8" dur="1000" fill="hold"/>
                                            <p:tgtEl>
                                              <p:spTgt spid="50">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1000"/>
                                      </p:stCondLst>
                                      <p:childTnLst>
                                        <p:set>
                                          <p:cBhvr>
                                            <p:cTn id="10" dur="1" fill="hold">
                                              <p:stCondLst>
                                                <p:cond delay="0"/>
                                              </p:stCondLst>
                                            </p:cTn>
                                            <p:tgtEl>
                                              <p:spTgt spid="52">
                                                <p:txEl>
                                                  <p:pRg st="0" end="0"/>
                                                </p:txEl>
                                              </p:spTgt>
                                            </p:tgtEl>
                                            <p:attrNameLst>
                                              <p:attrName>style.visibility</p:attrName>
                                            </p:attrNameLst>
                                          </p:cBhvr>
                                          <p:to>
                                            <p:strVal val="visible"/>
                                          </p:to>
                                        </p:set>
                                        <p:anim calcmode="lin" valueType="num">
                                          <p:cBhvr additive="base">
                                            <p:cTn id="11" dur="1000" fill="hold"/>
                                            <p:tgtEl>
                                              <p:spTgt spid="52">
                                                <p:txEl>
                                                  <p:pRg st="0" end="0"/>
                                                </p:txEl>
                                              </p:spTgt>
                                            </p:tgtEl>
                                            <p:attrNameLst>
                                              <p:attrName>ppt_x</p:attrName>
                                            </p:attrNameLst>
                                          </p:cBhvr>
                                          <p:tavLst>
                                            <p:tav tm="0">
                                              <p:val>
                                                <p:strVal val="1+#ppt_w/2"/>
                                              </p:val>
                                            </p:tav>
                                            <p:tav tm="100000">
                                              <p:val>
                                                <p:strVal val="#ppt_x"/>
                                              </p:val>
                                            </p:tav>
                                          </p:tavLst>
                                        </p:anim>
                                        <p:anim calcmode="lin" valueType="num">
                                          <p:cBhvr additive="base">
                                            <p:cTn id="12" dur="1000" fill="hold"/>
                                            <p:tgtEl>
                                              <p:spTgt spid="52">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1000"/>
                                      </p:stCondLst>
                                      <p:childTnLst>
                                        <p:set>
                                          <p:cBhvr>
                                            <p:cTn id="14" dur="1" fill="hold">
                                              <p:stCondLst>
                                                <p:cond delay="0"/>
                                              </p:stCondLst>
                                            </p:cTn>
                                            <p:tgtEl>
                                              <p:spTgt spid="54">
                                                <p:txEl>
                                                  <p:pRg st="0" end="0"/>
                                                </p:txEl>
                                              </p:spTgt>
                                            </p:tgtEl>
                                            <p:attrNameLst>
                                              <p:attrName>style.visibility</p:attrName>
                                            </p:attrNameLst>
                                          </p:cBhvr>
                                          <p:to>
                                            <p:strVal val="visible"/>
                                          </p:to>
                                        </p:set>
                                        <p:anim calcmode="lin" valueType="num">
                                          <p:cBhvr additive="base">
                                            <p:cTn id="15" dur="1000" fill="hold"/>
                                            <p:tgtEl>
                                              <p:spTgt spid="54">
                                                <p:txEl>
                                                  <p:pRg st="0" end="0"/>
                                                </p:txEl>
                                              </p:spTgt>
                                            </p:tgtEl>
                                            <p:attrNameLst>
                                              <p:attrName>ppt_x</p:attrName>
                                            </p:attrNameLst>
                                          </p:cBhvr>
                                          <p:tavLst>
                                            <p:tav tm="0">
                                              <p:val>
                                                <p:strVal val="1+#ppt_w/2"/>
                                              </p:val>
                                            </p:tav>
                                            <p:tav tm="100000">
                                              <p:val>
                                                <p:strVal val="#ppt_x"/>
                                              </p:val>
                                            </p:tav>
                                          </p:tavLst>
                                        </p:anim>
                                        <p:anim calcmode="lin" valueType="num">
                                          <p:cBhvr additive="base">
                                            <p:cTn id="16" dur="1000" fill="hold"/>
                                            <p:tgtEl>
                                              <p:spTgt spid="5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build="p"/>
          <p:bldP spid="52" grpId="0" build="p"/>
          <p:bldP spid="54" grpId="0" build="p"/>
        </p:bldLst>
      </p:timing>
    </mc:Fallback>
  </mc:AlternateContent>
</p:sld>
</file>

<file path=ppt/theme/theme1.xml><?xml version="1.0" encoding="utf-8"?>
<a:theme xmlns:a="http://schemas.openxmlformats.org/drawingml/2006/main" name="Office Theme">
  <a:themeElements>
    <a:clrScheme name="45 Info dark">
      <a:dk1>
        <a:srgbClr val="FFFFFF"/>
      </a:dk1>
      <a:lt1>
        <a:sysClr val="window" lastClr="FFFFFF"/>
      </a:lt1>
      <a:dk2>
        <a:srgbClr val="FFFFFF"/>
      </a:dk2>
      <a:lt2>
        <a:srgbClr val="242E3D"/>
      </a:lt2>
      <a:accent1>
        <a:srgbClr val="FFCC00"/>
      </a:accent1>
      <a:accent2>
        <a:srgbClr val="FB5607"/>
      </a:accent2>
      <a:accent3>
        <a:srgbClr val="A916FF"/>
      </a:accent3>
      <a:accent4>
        <a:srgbClr val="FF006E"/>
      </a:accent4>
      <a:accent5>
        <a:srgbClr val="3A86FF"/>
      </a:accent5>
      <a:accent6>
        <a:srgbClr val="73FBD3"/>
      </a:accent6>
      <a:hlink>
        <a:srgbClr val="F33B48"/>
      </a:hlink>
      <a:folHlink>
        <a:srgbClr val="FFC000"/>
      </a:folHlink>
    </a:clrScheme>
    <a:fontScheme name="Custom 4">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841</TotalTime>
  <Words>2013</Words>
  <Application>Microsoft Office PowerPoint</Application>
  <PresentationFormat>Widescreen</PresentationFormat>
  <Paragraphs>387</Paragraphs>
  <Slides>41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Arial</vt:lpstr>
      <vt:lpstr>Calibri</vt:lpstr>
      <vt:lpstr>Montserrat</vt:lpstr>
      <vt:lpstr>Montserrat Light</vt:lpstr>
      <vt:lpstr>Montserrat Medium</vt:lpstr>
      <vt:lpstr>Montserrat SemiBold</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Алексей</dc:creator>
  <cp:lastModifiedBy>Алексей</cp:lastModifiedBy>
  <cp:revision>95</cp:revision>
  <dcterms:created xsi:type="dcterms:W3CDTF">2020-06-11T07:27:54Z</dcterms:created>
  <dcterms:modified xsi:type="dcterms:W3CDTF">2020-06-15T10:26:18Z</dcterms:modified>
</cp:coreProperties>
</file>